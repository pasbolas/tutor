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91" r:id="rId2"/>
    <p:sldId id="335" r:id="rId3"/>
    <p:sldId id="366" r:id="rId4"/>
    <p:sldId id="334" r:id="rId5"/>
    <p:sldId id="367" r:id="rId6"/>
    <p:sldId id="338" r:id="rId7"/>
    <p:sldId id="368" r:id="rId8"/>
    <p:sldId id="369" r:id="rId9"/>
    <p:sldId id="370" r:id="rId10"/>
    <p:sldId id="371" r:id="rId11"/>
    <p:sldId id="372" r:id="rId12"/>
    <p:sldId id="374" r:id="rId13"/>
    <p:sldId id="365" r:id="rId14"/>
    <p:sldId id="359" r:id="rId15"/>
    <p:sldId id="363" r:id="rId16"/>
    <p:sldId id="342" r:id="rId17"/>
    <p:sldId id="344" r:id="rId18"/>
    <p:sldId id="343" r:id="rId19"/>
    <p:sldId id="364" r:id="rId20"/>
    <p:sldId id="373" r:id="rId21"/>
    <p:sldId id="357" r:id="rId22"/>
    <p:sldId id="375" r:id="rId23"/>
    <p:sldId id="377" r:id="rId24"/>
    <p:sldId id="353" r:id="rId25"/>
    <p:sldId id="354" r:id="rId26"/>
    <p:sldId id="355" r:id="rId27"/>
    <p:sldId id="356" r:id="rId28"/>
    <p:sldId id="3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F56367-598C-3E46-9085-1CCAB8E46CEA}" v="22" dt="2025-11-14T13:02:07.694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42"/>
    <p:restoredTop sz="96197"/>
  </p:normalViewPr>
  <p:slideViewPr>
    <p:cSldViewPr snapToGrid="0">
      <p:cViewPr varScale="1">
        <p:scale>
          <a:sx n="118" d="100"/>
          <a:sy n="118" d="100"/>
        </p:scale>
        <p:origin x="20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undo custSel addSld delSld modSld sldOrd">
      <pc:chgData name="Mariana Rocha" userId="0a3173bd-d0ed-4c32-8e4c-b90c820606c5" providerId="ADAL" clId="{DCC3A51D-31E8-5BC6-970B-354B54D5302A}" dt="2025-11-20T09:56:19.003" v="810" actId="20577"/>
      <pc:docMkLst>
        <pc:docMk/>
      </pc:docMkLst>
      <pc:sldChg chg="modSp mod">
        <pc:chgData name="Mariana Rocha" userId="0a3173bd-d0ed-4c32-8e4c-b90c820606c5" providerId="ADAL" clId="{DCC3A51D-31E8-5BC6-970B-354B54D5302A}" dt="2025-11-20T09:56:19.003" v="810" actId="20577"/>
        <pc:sldMkLst>
          <pc:docMk/>
          <pc:sldMk cId="0" sldId="291"/>
        </pc:sldMkLst>
        <pc:spChg chg="mod">
          <ac:chgData name="Mariana Rocha" userId="0a3173bd-d0ed-4c32-8e4c-b90c820606c5" providerId="ADAL" clId="{DCC3A51D-31E8-5BC6-970B-354B54D5302A}" dt="2025-11-20T09:56:19.003" v="810" actId="20577"/>
          <ac:spMkLst>
            <pc:docMk/>
            <pc:sldMk cId="0" sldId="291"/>
            <ac:spMk id="28" creationId="{F8E066B0-7223-D5C8-AC47-4AE5F2157F6E}"/>
          </ac:spMkLst>
        </pc:spChg>
      </pc:sldChg>
      <pc:sldChg chg="modSp mod ord">
        <pc:chgData name="Mariana Rocha" userId="0a3173bd-d0ed-4c32-8e4c-b90c820606c5" providerId="ADAL" clId="{DCC3A51D-31E8-5BC6-970B-354B54D5302A}" dt="2025-11-12T16:55:48.013" v="52" actId="20578"/>
        <pc:sldMkLst>
          <pc:docMk/>
          <pc:sldMk cId="3772988621" sldId="334"/>
        </pc:sldMkLst>
        <pc:spChg chg="mod">
          <ac:chgData name="Mariana Rocha" userId="0a3173bd-d0ed-4c32-8e4c-b90c820606c5" providerId="ADAL" clId="{DCC3A51D-31E8-5BC6-970B-354B54D5302A}" dt="2025-11-12T16:54:52.253" v="49" actId="1076"/>
          <ac:spMkLst>
            <pc:docMk/>
            <pc:sldMk cId="3772988621" sldId="334"/>
            <ac:spMk id="4" creationId="{26E6F690-7913-1B7D-73BD-60A1B635CC02}"/>
          </ac:spMkLst>
        </pc:spChg>
        <pc:picChg chg="mod">
          <ac:chgData name="Mariana Rocha" userId="0a3173bd-d0ed-4c32-8e4c-b90c820606c5" providerId="ADAL" clId="{DCC3A51D-31E8-5BC6-970B-354B54D5302A}" dt="2025-11-12T14:50:07.056" v="12" actId="1076"/>
          <ac:picMkLst>
            <pc:docMk/>
            <pc:sldMk cId="3772988621" sldId="334"/>
            <ac:picMk id="2" creationId="{843CEE9B-A1DE-F4A0-55E2-7A94F85E7E5D}"/>
          </ac:picMkLst>
        </pc:picChg>
      </pc:sldChg>
      <pc:sldChg chg="modSp add mod ord">
        <pc:chgData name="Mariana Rocha" userId="0a3173bd-d0ed-4c32-8e4c-b90c820606c5" providerId="ADAL" clId="{DCC3A51D-31E8-5BC6-970B-354B54D5302A}" dt="2025-11-12T16:53:58.738" v="45" actId="1038"/>
        <pc:sldMkLst>
          <pc:docMk/>
          <pc:sldMk cId="543943109" sldId="335"/>
        </pc:sldMkLst>
        <pc:picChg chg="mod">
          <ac:chgData name="Mariana Rocha" userId="0a3173bd-d0ed-4c32-8e4c-b90c820606c5" providerId="ADAL" clId="{DCC3A51D-31E8-5BC6-970B-354B54D5302A}" dt="2025-11-12T16:53:58.738" v="45" actId="1038"/>
          <ac:picMkLst>
            <pc:docMk/>
            <pc:sldMk cId="543943109" sldId="335"/>
            <ac:picMk id="10" creationId="{811BEC80-CBFF-7BC3-E878-32F893B911DD}"/>
          </ac:picMkLst>
        </pc:picChg>
      </pc:sldChg>
      <pc:sldChg chg="modSp mod ord">
        <pc:chgData name="Mariana Rocha" userId="0a3173bd-d0ed-4c32-8e4c-b90c820606c5" providerId="ADAL" clId="{DCC3A51D-31E8-5BC6-970B-354B54D5302A}" dt="2025-11-12T17:07:29.545" v="233" actId="20578"/>
        <pc:sldMkLst>
          <pc:docMk/>
          <pc:sldMk cId="3469345922" sldId="338"/>
        </pc:sldMkLst>
        <pc:spChg chg="mod">
          <ac:chgData name="Mariana Rocha" userId="0a3173bd-d0ed-4c32-8e4c-b90c820606c5" providerId="ADAL" clId="{DCC3A51D-31E8-5BC6-970B-354B54D5302A}" dt="2025-11-12T17:07:13.545" v="232" actId="20577"/>
          <ac:spMkLst>
            <pc:docMk/>
            <pc:sldMk cId="3469345922" sldId="338"/>
            <ac:spMk id="4" creationId="{1525E725-2C0A-1F1B-87E7-865575E088D4}"/>
          </ac:spMkLst>
        </pc:spChg>
      </pc:sldChg>
      <pc:sldChg chg="modSp mod">
        <pc:chgData name="Mariana Rocha" userId="0a3173bd-d0ed-4c32-8e4c-b90c820606c5" providerId="ADAL" clId="{DCC3A51D-31E8-5BC6-970B-354B54D5302A}" dt="2025-11-12T17:18:11.583" v="356" actId="1076"/>
        <pc:sldMkLst>
          <pc:docMk/>
          <pc:sldMk cId="2359221118" sldId="342"/>
        </pc:sldMkLst>
        <pc:spChg chg="mod">
          <ac:chgData name="Mariana Rocha" userId="0a3173bd-d0ed-4c32-8e4c-b90c820606c5" providerId="ADAL" clId="{DCC3A51D-31E8-5BC6-970B-354B54D5302A}" dt="2025-11-12T17:18:02.374" v="352" actId="1076"/>
          <ac:spMkLst>
            <pc:docMk/>
            <pc:sldMk cId="2359221118" sldId="342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1-12T17:18:07.863" v="355" actId="1076"/>
          <ac:spMkLst>
            <pc:docMk/>
            <pc:sldMk cId="2359221118" sldId="342"/>
            <ac:spMk id="4" creationId="{26E6F690-7913-1B7D-73BD-60A1B635CC02}"/>
          </ac:spMkLst>
        </pc:spChg>
        <pc:picChg chg="mod">
          <ac:chgData name="Mariana Rocha" userId="0a3173bd-d0ed-4c32-8e4c-b90c820606c5" providerId="ADAL" clId="{DCC3A51D-31E8-5BC6-970B-354B54D5302A}" dt="2025-11-12T17:18:11.583" v="356" actId="1076"/>
          <ac:picMkLst>
            <pc:docMk/>
            <pc:sldMk cId="2359221118" sldId="342"/>
            <ac:picMk id="2050" creationId="{707A6072-165E-8244-BCCB-2E75FE38C8D3}"/>
          </ac:picMkLst>
        </pc:picChg>
      </pc:sldChg>
      <pc:sldChg chg="addSp delSp modSp mod">
        <pc:chgData name="Mariana Rocha" userId="0a3173bd-d0ed-4c32-8e4c-b90c820606c5" providerId="ADAL" clId="{DCC3A51D-31E8-5BC6-970B-354B54D5302A}" dt="2025-11-14T13:02:20.791" v="782" actId="1076"/>
        <pc:sldMkLst>
          <pc:docMk/>
          <pc:sldMk cId="3428967587" sldId="354"/>
        </pc:sldMkLst>
        <pc:spChg chg="mod">
          <ac:chgData name="Mariana Rocha" userId="0a3173bd-d0ed-4c32-8e4c-b90c820606c5" providerId="ADAL" clId="{DCC3A51D-31E8-5BC6-970B-354B54D5302A}" dt="2025-11-14T13:02:17.388" v="781" actId="20577"/>
          <ac:spMkLst>
            <pc:docMk/>
            <pc:sldMk cId="3428967587" sldId="354"/>
            <ac:spMk id="4" creationId="{26E6F690-7913-1B7D-73BD-60A1B635CC02}"/>
          </ac:spMkLst>
        </pc:spChg>
        <pc:spChg chg="add mod">
          <ac:chgData name="Mariana Rocha" userId="0a3173bd-d0ed-4c32-8e4c-b90c820606c5" providerId="ADAL" clId="{DCC3A51D-31E8-5BC6-970B-354B54D5302A}" dt="2025-11-14T13:02:20.791" v="782" actId="1076"/>
          <ac:spMkLst>
            <pc:docMk/>
            <pc:sldMk cId="3428967587" sldId="354"/>
            <ac:spMk id="6" creationId="{430B7311-B934-CC90-51F5-24B30E268C77}"/>
          </ac:spMkLst>
        </pc:spChg>
      </pc:sldChg>
      <pc:sldChg chg="addSp delSp modSp mod">
        <pc:chgData name="Mariana Rocha" userId="0a3173bd-d0ed-4c32-8e4c-b90c820606c5" providerId="ADAL" clId="{DCC3A51D-31E8-5BC6-970B-354B54D5302A}" dt="2025-11-14T13:23:42.360" v="788" actId="1076"/>
        <pc:sldMkLst>
          <pc:docMk/>
          <pc:sldMk cId="2637647022" sldId="355"/>
        </pc:sldMkLst>
        <pc:spChg chg="add mod">
          <ac:chgData name="Mariana Rocha" userId="0a3173bd-d0ed-4c32-8e4c-b90c820606c5" providerId="ADAL" clId="{DCC3A51D-31E8-5BC6-970B-354B54D5302A}" dt="2025-11-14T13:23:42.360" v="788" actId="1076"/>
          <ac:spMkLst>
            <pc:docMk/>
            <pc:sldMk cId="2637647022" sldId="355"/>
            <ac:spMk id="5" creationId="{B2213BB3-AB21-3A19-8B11-7DC4D5CBC4F4}"/>
          </ac:spMkLst>
        </pc:spChg>
      </pc:sldChg>
      <pc:sldChg chg="addSp delSp modSp mod">
        <pc:chgData name="Mariana Rocha" userId="0a3173bd-d0ed-4c32-8e4c-b90c820606c5" providerId="ADAL" clId="{DCC3A51D-31E8-5BC6-970B-354B54D5302A}" dt="2025-11-14T13:26:19.937" v="808" actId="14100"/>
        <pc:sldMkLst>
          <pc:docMk/>
          <pc:sldMk cId="1754819816" sldId="356"/>
        </pc:sldMkLst>
        <pc:spChg chg="mod">
          <ac:chgData name="Mariana Rocha" userId="0a3173bd-d0ed-4c32-8e4c-b90c820606c5" providerId="ADAL" clId="{DCC3A51D-31E8-5BC6-970B-354B54D5302A}" dt="2025-11-14T13:26:19.937" v="808" actId="14100"/>
          <ac:spMkLst>
            <pc:docMk/>
            <pc:sldMk cId="1754819816" sldId="356"/>
            <ac:spMk id="4" creationId="{26E6F690-7913-1B7D-73BD-60A1B635CC02}"/>
          </ac:spMkLst>
        </pc:spChg>
        <pc:spChg chg="add mod">
          <ac:chgData name="Mariana Rocha" userId="0a3173bd-d0ed-4c32-8e4c-b90c820606c5" providerId="ADAL" clId="{DCC3A51D-31E8-5BC6-970B-354B54D5302A}" dt="2025-11-14T13:26:08.686" v="806" actId="1076"/>
          <ac:spMkLst>
            <pc:docMk/>
            <pc:sldMk cId="1754819816" sldId="356"/>
            <ac:spMk id="6" creationId="{5E912079-D1D0-4D98-2968-AD0131321475}"/>
          </ac:spMkLst>
        </pc:spChg>
      </pc:sldChg>
      <pc:sldChg chg="add">
        <pc:chgData name="Mariana Rocha" userId="0a3173bd-d0ed-4c32-8e4c-b90c820606c5" providerId="ADAL" clId="{DCC3A51D-31E8-5BC6-970B-354B54D5302A}" dt="2025-11-14T12:53:52.463" v="760"/>
        <pc:sldMkLst>
          <pc:docMk/>
          <pc:sldMk cId="1940554131" sldId="357"/>
        </pc:sldMkLst>
      </pc:sldChg>
      <pc:sldChg chg="addSp delSp modSp mod">
        <pc:chgData name="Mariana Rocha" userId="0a3173bd-d0ed-4c32-8e4c-b90c820606c5" providerId="ADAL" clId="{DCC3A51D-31E8-5BC6-970B-354B54D5302A}" dt="2025-11-12T17:27:25.232" v="370" actId="1076"/>
        <pc:sldMkLst>
          <pc:docMk/>
          <pc:sldMk cId="3508322872" sldId="359"/>
        </pc:sldMkLst>
        <pc:spChg chg="mod">
          <ac:chgData name="Mariana Rocha" userId="0a3173bd-d0ed-4c32-8e4c-b90c820606c5" providerId="ADAL" clId="{DCC3A51D-31E8-5BC6-970B-354B54D5302A}" dt="2025-11-12T17:27:25.232" v="370" actId="1076"/>
          <ac:spMkLst>
            <pc:docMk/>
            <pc:sldMk cId="3508322872" sldId="359"/>
            <ac:spMk id="4" creationId="{9FA00EDC-8A35-5F15-7E1B-A8E1B439CD83}"/>
          </ac:spMkLst>
        </pc:spChg>
        <pc:spChg chg="add mod">
          <ac:chgData name="Mariana Rocha" userId="0a3173bd-d0ed-4c32-8e4c-b90c820606c5" providerId="ADAL" clId="{DCC3A51D-31E8-5BC6-970B-354B54D5302A}" dt="2025-11-12T17:27:21.501" v="368" actId="1076"/>
          <ac:spMkLst>
            <pc:docMk/>
            <pc:sldMk cId="3508322872" sldId="359"/>
            <ac:spMk id="6" creationId="{4C16E161-4942-5122-D307-EF04299BEB3E}"/>
          </ac:spMkLst>
        </pc:spChg>
      </pc:sldChg>
      <pc:sldChg chg="modSp mod">
        <pc:chgData name="Mariana Rocha" userId="0a3173bd-d0ed-4c32-8e4c-b90c820606c5" providerId="ADAL" clId="{DCC3A51D-31E8-5BC6-970B-354B54D5302A}" dt="2025-11-12T17:18:21.304" v="357" actId="14100"/>
        <pc:sldMkLst>
          <pc:docMk/>
          <pc:sldMk cId="259357660" sldId="363"/>
        </pc:sldMkLst>
        <pc:spChg chg="mod">
          <ac:chgData name="Mariana Rocha" userId="0a3173bd-d0ed-4c32-8e4c-b90c820606c5" providerId="ADAL" clId="{DCC3A51D-31E8-5BC6-970B-354B54D5302A}" dt="2025-11-12T17:18:21.304" v="357" actId="14100"/>
          <ac:spMkLst>
            <pc:docMk/>
            <pc:sldMk cId="259357660" sldId="363"/>
            <ac:spMk id="4" creationId="{B1F358D4-9A3F-8EB7-C396-A33181F7D622}"/>
          </ac:spMkLst>
        </pc:spChg>
      </pc:sldChg>
      <pc:sldChg chg="addSp delSp modSp add del mod">
        <pc:chgData name="Mariana Rocha" userId="0a3173bd-d0ed-4c32-8e4c-b90c820606c5" providerId="ADAL" clId="{DCC3A51D-31E8-5BC6-970B-354B54D5302A}" dt="2025-11-12T17:39:00.596" v="443" actId="1076"/>
        <pc:sldMkLst>
          <pc:docMk/>
          <pc:sldMk cId="2577283860" sldId="364"/>
        </pc:sldMkLst>
        <pc:spChg chg="mod">
          <ac:chgData name="Mariana Rocha" userId="0a3173bd-d0ed-4c32-8e4c-b90c820606c5" providerId="ADAL" clId="{DCC3A51D-31E8-5BC6-970B-354B54D5302A}" dt="2025-11-12T17:38:49.412" v="438" actId="1076"/>
          <ac:spMkLst>
            <pc:docMk/>
            <pc:sldMk cId="2577283860" sldId="364"/>
            <ac:spMk id="3" creationId="{946FCE3E-A5D7-31C5-AD37-3BFD51187F29}"/>
          </ac:spMkLst>
        </pc:spChg>
        <pc:spChg chg="mod">
          <ac:chgData name="Mariana Rocha" userId="0a3173bd-d0ed-4c32-8e4c-b90c820606c5" providerId="ADAL" clId="{DCC3A51D-31E8-5BC6-970B-354B54D5302A}" dt="2025-11-12T17:38:57.821" v="442" actId="1076"/>
          <ac:spMkLst>
            <pc:docMk/>
            <pc:sldMk cId="2577283860" sldId="364"/>
            <ac:spMk id="4" creationId="{A41DF728-1B6E-6C80-FC03-F2D72E05995A}"/>
          </ac:spMkLst>
        </pc:spChg>
        <pc:spChg chg="add mod">
          <ac:chgData name="Mariana Rocha" userId="0a3173bd-d0ed-4c32-8e4c-b90c820606c5" providerId="ADAL" clId="{DCC3A51D-31E8-5BC6-970B-354B54D5302A}" dt="2025-11-12T17:39:00.596" v="443" actId="1076"/>
          <ac:spMkLst>
            <pc:docMk/>
            <pc:sldMk cId="2577283860" sldId="364"/>
            <ac:spMk id="6" creationId="{E47349FC-67AF-E31F-690E-D3D20DE822D2}"/>
          </ac:spMkLst>
        </pc:spChg>
      </pc:sldChg>
      <pc:sldChg chg="add">
        <pc:chgData name="Mariana Rocha" userId="0a3173bd-d0ed-4c32-8e4c-b90c820606c5" providerId="ADAL" clId="{DCC3A51D-31E8-5BC6-970B-354B54D5302A}" dt="2025-11-12T17:50:21.740" v="479"/>
        <pc:sldMkLst>
          <pc:docMk/>
          <pc:sldMk cId="2541072299" sldId="365"/>
        </pc:sldMkLst>
      </pc:sldChg>
      <pc:sldChg chg="delSp modSp add mod">
        <pc:chgData name="Mariana Rocha" userId="0a3173bd-d0ed-4c32-8e4c-b90c820606c5" providerId="ADAL" clId="{DCC3A51D-31E8-5BC6-970B-354B54D5302A}" dt="2025-11-12T16:53:48.023" v="43" actId="14100"/>
        <pc:sldMkLst>
          <pc:docMk/>
          <pc:sldMk cId="2950378575" sldId="366"/>
        </pc:sldMkLst>
        <pc:spChg chg="mod">
          <ac:chgData name="Mariana Rocha" userId="0a3173bd-d0ed-4c32-8e4c-b90c820606c5" providerId="ADAL" clId="{DCC3A51D-31E8-5BC6-970B-354B54D5302A}" dt="2025-11-12T16:53:48.023" v="43" actId="14100"/>
          <ac:spMkLst>
            <pc:docMk/>
            <pc:sldMk cId="2950378575" sldId="366"/>
            <ac:spMk id="4" creationId="{0A96C6A8-086C-C048-D191-8581B7FF8945}"/>
          </ac:spMkLst>
        </pc:spChg>
      </pc:sldChg>
      <pc:sldChg chg="addSp modSp add mod">
        <pc:chgData name="Mariana Rocha" userId="0a3173bd-d0ed-4c32-8e4c-b90c820606c5" providerId="ADAL" clId="{DCC3A51D-31E8-5BC6-970B-354B54D5302A}" dt="2025-11-12T16:59:22.638" v="169" actId="20577"/>
        <pc:sldMkLst>
          <pc:docMk/>
          <pc:sldMk cId="567331589" sldId="367"/>
        </pc:sldMkLst>
        <pc:spChg chg="mod">
          <ac:chgData name="Mariana Rocha" userId="0a3173bd-d0ed-4c32-8e4c-b90c820606c5" providerId="ADAL" clId="{DCC3A51D-31E8-5BC6-970B-354B54D5302A}" dt="2025-11-12T16:57:10.387" v="118" actId="20577"/>
          <ac:spMkLst>
            <pc:docMk/>
            <pc:sldMk cId="567331589" sldId="367"/>
            <ac:spMk id="3" creationId="{257A320F-7659-8165-D6CF-11C8153680B0}"/>
          </ac:spMkLst>
        </pc:spChg>
        <pc:spChg chg="mod">
          <ac:chgData name="Mariana Rocha" userId="0a3173bd-d0ed-4c32-8e4c-b90c820606c5" providerId="ADAL" clId="{DCC3A51D-31E8-5BC6-970B-354B54D5302A}" dt="2025-11-12T16:59:22.638" v="169" actId="20577"/>
          <ac:spMkLst>
            <pc:docMk/>
            <pc:sldMk cId="567331589" sldId="367"/>
            <ac:spMk id="4" creationId="{14538C14-7D2F-1233-CD00-4AE08F193491}"/>
          </ac:spMkLst>
        </pc:spChg>
        <pc:spChg chg="add mod">
          <ac:chgData name="Mariana Rocha" userId="0a3173bd-d0ed-4c32-8e4c-b90c820606c5" providerId="ADAL" clId="{DCC3A51D-31E8-5BC6-970B-354B54D5302A}" dt="2025-11-12T16:58:20.776" v="150" actId="1076"/>
          <ac:spMkLst>
            <pc:docMk/>
            <pc:sldMk cId="567331589" sldId="367"/>
            <ac:spMk id="5" creationId="{6680F83A-0448-5040-3A8C-7E4DB619504A}"/>
          </ac:spMkLst>
        </pc:spChg>
        <pc:spChg chg="add mod">
          <ac:chgData name="Mariana Rocha" userId="0a3173bd-d0ed-4c32-8e4c-b90c820606c5" providerId="ADAL" clId="{DCC3A51D-31E8-5BC6-970B-354B54D5302A}" dt="2025-11-12T16:59:19.287" v="167" actId="1076"/>
          <ac:spMkLst>
            <pc:docMk/>
            <pc:sldMk cId="567331589" sldId="367"/>
            <ac:spMk id="7" creationId="{B432367F-1709-18A6-08BB-A350B5097999}"/>
          </ac:spMkLst>
        </pc:spChg>
      </pc:sldChg>
      <pc:sldChg chg="addSp modSp add mod ord">
        <pc:chgData name="Mariana Rocha" userId="0a3173bd-d0ed-4c32-8e4c-b90c820606c5" providerId="ADAL" clId="{DCC3A51D-31E8-5BC6-970B-354B54D5302A}" dt="2025-11-12T17:03:06.602" v="193" actId="14100"/>
        <pc:sldMkLst>
          <pc:docMk/>
          <pc:sldMk cId="3501025747" sldId="368"/>
        </pc:sldMkLst>
        <pc:spChg chg="mod">
          <ac:chgData name="Mariana Rocha" userId="0a3173bd-d0ed-4c32-8e4c-b90c820606c5" providerId="ADAL" clId="{DCC3A51D-31E8-5BC6-970B-354B54D5302A}" dt="2025-11-12T17:02:30.514" v="186" actId="20577"/>
          <ac:spMkLst>
            <pc:docMk/>
            <pc:sldMk cId="3501025747" sldId="368"/>
            <ac:spMk id="3" creationId="{FE257E12-901F-C114-ACD1-DBDCE01853F0}"/>
          </ac:spMkLst>
        </pc:spChg>
        <pc:spChg chg="mod">
          <ac:chgData name="Mariana Rocha" userId="0a3173bd-d0ed-4c32-8e4c-b90c820606c5" providerId="ADAL" clId="{DCC3A51D-31E8-5BC6-970B-354B54D5302A}" dt="2025-11-12T17:02:50.236" v="188" actId="14100"/>
          <ac:spMkLst>
            <pc:docMk/>
            <pc:sldMk cId="3501025747" sldId="368"/>
            <ac:spMk id="4" creationId="{C03CFFD6-CFE6-4FD5-ED47-F87CBD44024C}"/>
          </ac:spMkLst>
        </pc:spChg>
        <pc:spChg chg="add mod">
          <ac:chgData name="Mariana Rocha" userId="0a3173bd-d0ed-4c32-8e4c-b90c820606c5" providerId="ADAL" clId="{DCC3A51D-31E8-5BC6-970B-354B54D5302A}" dt="2025-11-12T17:03:06.602" v="193" actId="14100"/>
          <ac:spMkLst>
            <pc:docMk/>
            <pc:sldMk cId="3501025747" sldId="368"/>
            <ac:spMk id="5" creationId="{241A458E-6B8A-8125-2A7A-D9F6B1E7DBF7}"/>
          </ac:spMkLst>
        </pc:spChg>
      </pc:sldChg>
      <pc:sldChg chg="addSp delSp modSp add mod">
        <pc:chgData name="Mariana Rocha" userId="0a3173bd-d0ed-4c32-8e4c-b90c820606c5" providerId="ADAL" clId="{DCC3A51D-31E8-5BC6-970B-354B54D5302A}" dt="2025-11-12T17:05:30.776" v="225" actId="403"/>
        <pc:sldMkLst>
          <pc:docMk/>
          <pc:sldMk cId="1617252308" sldId="369"/>
        </pc:sldMkLst>
        <pc:spChg chg="mod">
          <ac:chgData name="Mariana Rocha" userId="0a3173bd-d0ed-4c32-8e4c-b90c820606c5" providerId="ADAL" clId="{DCC3A51D-31E8-5BC6-970B-354B54D5302A}" dt="2025-11-12T17:04:49.963" v="214" actId="20577"/>
          <ac:spMkLst>
            <pc:docMk/>
            <pc:sldMk cId="1617252308" sldId="369"/>
            <ac:spMk id="3" creationId="{C37ED055-E0BA-58F0-F835-CCC2EB294122}"/>
          </ac:spMkLst>
        </pc:spChg>
        <pc:spChg chg="mod">
          <ac:chgData name="Mariana Rocha" userId="0a3173bd-d0ed-4c32-8e4c-b90c820606c5" providerId="ADAL" clId="{DCC3A51D-31E8-5BC6-970B-354B54D5302A}" dt="2025-11-12T17:05:09.832" v="219" actId="27636"/>
          <ac:spMkLst>
            <pc:docMk/>
            <pc:sldMk cId="1617252308" sldId="369"/>
            <ac:spMk id="4" creationId="{BAE82472-E807-D225-C3EC-543F767CC392}"/>
          </ac:spMkLst>
        </pc:spChg>
        <pc:spChg chg="add mod">
          <ac:chgData name="Mariana Rocha" userId="0a3173bd-d0ed-4c32-8e4c-b90c820606c5" providerId="ADAL" clId="{DCC3A51D-31E8-5BC6-970B-354B54D5302A}" dt="2025-11-12T17:05:30.776" v="225" actId="403"/>
          <ac:spMkLst>
            <pc:docMk/>
            <pc:sldMk cId="1617252308" sldId="369"/>
            <ac:spMk id="6" creationId="{DBC3C4E5-B8FE-91BE-DAB0-D29A44B60673}"/>
          </ac:spMkLst>
        </pc:spChg>
      </pc:sldChg>
      <pc:sldChg chg="delSp modSp add mod">
        <pc:chgData name="Mariana Rocha" userId="0a3173bd-d0ed-4c32-8e4c-b90c820606c5" providerId="ADAL" clId="{DCC3A51D-31E8-5BC6-970B-354B54D5302A}" dt="2025-11-12T17:11:56.810" v="321" actId="403"/>
        <pc:sldMkLst>
          <pc:docMk/>
          <pc:sldMk cId="3587068877" sldId="370"/>
        </pc:sldMkLst>
        <pc:spChg chg="mod">
          <ac:chgData name="Mariana Rocha" userId="0a3173bd-d0ed-4c32-8e4c-b90c820606c5" providerId="ADAL" clId="{DCC3A51D-31E8-5BC6-970B-354B54D5302A}" dt="2025-11-12T17:10:57.420" v="296" actId="20577"/>
          <ac:spMkLst>
            <pc:docMk/>
            <pc:sldMk cId="3587068877" sldId="370"/>
            <ac:spMk id="3" creationId="{B01DC9E5-83A7-3E19-CD9C-A493F7F7F709}"/>
          </ac:spMkLst>
        </pc:spChg>
        <pc:spChg chg="mod">
          <ac:chgData name="Mariana Rocha" userId="0a3173bd-d0ed-4c32-8e4c-b90c820606c5" providerId="ADAL" clId="{DCC3A51D-31E8-5BC6-970B-354B54D5302A}" dt="2025-11-12T17:11:56.810" v="321" actId="403"/>
          <ac:spMkLst>
            <pc:docMk/>
            <pc:sldMk cId="3587068877" sldId="370"/>
            <ac:spMk id="4" creationId="{A0257329-9128-A193-6F10-7B2CD3601E76}"/>
          </ac:spMkLst>
        </pc:spChg>
      </pc:sldChg>
      <pc:sldChg chg="modSp add mod">
        <pc:chgData name="Mariana Rocha" userId="0a3173bd-d0ed-4c32-8e4c-b90c820606c5" providerId="ADAL" clId="{DCC3A51D-31E8-5BC6-970B-354B54D5302A}" dt="2025-11-12T17:14:03.919" v="351" actId="255"/>
        <pc:sldMkLst>
          <pc:docMk/>
          <pc:sldMk cId="1649452750" sldId="371"/>
        </pc:sldMkLst>
        <pc:spChg chg="mod">
          <ac:chgData name="Mariana Rocha" userId="0a3173bd-d0ed-4c32-8e4c-b90c820606c5" providerId="ADAL" clId="{DCC3A51D-31E8-5BC6-970B-354B54D5302A}" dt="2025-11-12T17:12:09.366" v="339" actId="20577"/>
          <ac:spMkLst>
            <pc:docMk/>
            <pc:sldMk cId="1649452750" sldId="371"/>
            <ac:spMk id="3" creationId="{76FC30C9-F80F-97B0-CBE3-0F4A100AC248}"/>
          </ac:spMkLst>
        </pc:spChg>
        <pc:spChg chg="mod">
          <ac:chgData name="Mariana Rocha" userId="0a3173bd-d0ed-4c32-8e4c-b90c820606c5" providerId="ADAL" clId="{DCC3A51D-31E8-5BC6-970B-354B54D5302A}" dt="2025-11-12T17:14:03.919" v="351" actId="255"/>
          <ac:spMkLst>
            <pc:docMk/>
            <pc:sldMk cId="1649452750" sldId="371"/>
            <ac:spMk id="4" creationId="{3999C0B1-2F5A-52F8-7FB7-3D2A8D023DD0}"/>
          </ac:spMkLst>
        </pc:spChg>
      </pc:sldChg>
      <pc:sldChg chg="addSp delSp modSp add mod ord">
        <pc:chgData name="Mariana Rocha" userId="0a3173bd-d0ed-4c32-8e4c-b90c820606c5" providerId="ADAL" clId="{DCC3A51D-31E8-5BC6-970B-354B54D5302A}" dt="2025-11-12T17:50:04.137" v="455" actId="20578"/>
        <pc:sldMkLst>
          <pc:docMk/>
          <pc:sldMk cId="3428567546" sldId="372"/>
        </pc:sldMkLst>
        <pc:spChg chg="add mod">
          <ac:chgData name="Mariana Rocha" userId="0a3173bd-d0ed-4c32-8e4c-b90c820606c5" providerId="ADAL" clId="{DCC3A51D-31E8-5BC6-970B-354B54D5302A}" dt="2025-11-12T17:30:56.676" v="415" actId="1076"/>
          <ac:spMkLst>
            <pc:docMk/>
            <pc:sldMk cId="3428567546" sldId="372"/>
            <ac:spMk id="9" creationId="{32CB8570-C631-3363-DEF8-48D909439D2E}"/>
          </ac:spMkLst>
        </pc:spChg>
      </pc:sldChg>
      <pc:sldChg chg="addSp delSp modSp add mod ord">
        <pc:chgData name="Mariana Rocha" userId="0a3173bd-d0ed-4c32-8e4c-b90c820606c5" providerId="ADAL" clId="{DCC3A51D-31E8-5BC6-970B-354B54D5302A}" dt="2025-11-12T17:51:39.523" v="481" actId="20578"/>
        <pc:sldMkLst>
          <pc:docMk/>
          <pc:sldMk cId="1897040141" sldId="373"/>
        </pc:sldMkLst>
        <pc:graphicFrameChg chg="add mod modGraphic">
          <ac:chgData name="Mariana Rocha" userId="0a3173bd-d0ed-4c32-8e4c-b90c820606c5" providerId="ADAL" clId="{DCC3A51D-31E8-5BC6-970B-354B54D5302A}" dt="2025-11-12T17:30:05.389" v="409" actId="1076"/>
          <ac:graphicFrameMkLst>
            <pc:docMk/>
            <pc:sldMk cId="1897040141" sldId="373"/>
            <ac:graphicFrameMk id="7" creationId="{0B64F29F-6D68-0A55-F947-3A0E425338A9}"/>
          </ac:graphicFrameMkLst>
        </pc:graphicFrameChg>
      </pc:sldChg>
      <pc:sldChg chg="addSp modSp add mod">
        <pc:chgData name="Mariana Rocha" userId="0a3173bd-d0ed-4c32-8e4c-b90c820606c5" providerId="ADAL" clId="{DCC3A51D-31E8-5BC6-970B-354B54D5302A}" dt="2025-11-12T17:50:16.827" v="478"/>
        <pc:sldMkLst>
          <pc:docMk/>
          <pc:sldMk cId="2643704384" sldId="374"/>
        </pc:sldMkLst>
        <pc:spChg chg="mod">
          <ac:chgData name="Mariana Rocha" userId="0a3173bd-d0ed-4c32-8e4c-b90c820606c5" providerId="ADAL" clId="{DCC3A51D-31E8-5BC6-970B-354B54D5302A}" dt="2025-11-12T17:50:11.850" v="476" actId="404"/>
          <ac:spMkLst>
            <pc:docMk/>
            <pc:sldMk cId="2643704384" sldId="374"/>
            <ac:spMk id="3" creationId="{95597DCD-A8FB-E614-6B9B-B2411CB533DA}"/>
          </ac:spMkLst>
        </pc:spChg>
      </pc:sldChg>
      <pc:sldChg chg="addSp delSp modSp add mod">
        <pc:chgData name="Mariana Rocha" userId="0a3173bd-d0ed-4c32-8e4c-b90c820606c5" providerId="ADAL" clId="{DCC3A51D-31E8-5BC6-970B-354B54D5302A}" dt="2025-11-12T17:54:29.998" v="510" actId="14100"/>
        <pc:sldMkLst>
          <pc:docMk/>
          <pc:sldMk cId="1351445124" sldId="375"/>
        </pc:sldMkLst>
        <pc:spChg chg="mod">
          <ac:chgData name="Mariana Rocha" userId="0a3173bd-d0ed-4c32-8e4c-b90c820606c5" providerId="ADAL" clId="{DCC3A51D-31E8-5BC6-970B-354B54D5302A}" dt="2025-11-12T17:51:57.083" v="501" actId="20577"/>
          <ac:spMkLst>
            <pc:docMk/>
            <pc:sldMk cId="1351445124" sldId="375"/>
            <ac:spMk id="3" creationId="{07E8EFA4-4F01-A708-FA4B-426E9382BE55}"/>
          </ac:spMkLst>
        </pc:spChg>
        <pc:spChg chg="mod">
          <ac:chgData name="Mariana Rocha" userId="0a3173bd-d0ed-4c32-8e4c-b90c820606c5" providerId="ADAL" clId="{DCC3A51D-31E8-5BC6-970B-354B54D5302A}" dt="2025-11-12T17:52:13.806" v="505" actId="27636"/>
          <ac:spMkLst>
            <pc:docMk/>
            <pc:sldMk cId="1351445124" sldId="375"/>
            <ac:spMk id="4" creationId="{10DBB126-085E-4213-1A5F-C2840E7B00BC}"/>
          </ac:spMkLst>
        </pc:spChg>
        <pc:spChg chg="add mod">
          <ac:chgData name="Mariana Rocha" userId="0a3173bd-d0ed-4c32-8e4c-b90c820606c5" providerId="ADAL" clId="{DCC3A51D-31E8-5BC6-970B-354B54D5302A}" dt="2025-11-12T17:54:29.998" v="510" actId="14100"/>
          <ac:spMkLst>
            <pc:docMk/>
            <pc:sldMk cId="1351445124" sldId="375"/>
            <ac:spMk id="5" creationId="{209EF26E-E6BA-5CAE-C26E-CAD59959E450}"/>
          </ac:spMkLst>
        </pc:spChg>
      </pc:sldChg>
      <pc:sldChg chg="addSp delSp modSp add mod">
        <pc:chgData name="Mariana Rocha" userId="0a3173bd-d0ed-4c32-8e4c-b90c820606c5" providerId="ADAL" clId="{DCC3A51D-31E8-5BC6-970B-354B54D5302A}" dt="2025-11-14T12:46:36.268" v="677" actId="1076"/>
        <pc:sldMkLst>
          <pc:docMk/>
          <pc:sldMk cId="51648515" sldId="377"/>
        </pc:sldMkLst>
        <pc:spChg chg="mod">
          <ac:chgData name="Mariana Rocha" userId="0a3173bd-d0ed-4c32-8e4c-b90c820606c5" providerId="ADAL" clId="{DCC3A51D-31E8-5BC6-970B-354B54D5302A}" dt="2025-11-12T17:56:50.564" v="518" actId="20577"/>
          <ac:spMkLst>
            <pc:docMk/>
            <pc:sldMk cId="51648515" sldId="377"/>
            <ac:spMk id="3" creationId="{D84E076F-BFE7-44FD-C325-835F823A2A39}"/>
          </ac:spMkLst>
        </pc:spChg>
        <pc:spChg chg="mod">
          <ac:chgData name="Mariana Rocha" userId="0a3173bd-d0ed-4c32-8e4c-b90c820606c5" providerId="ADAL" clId="{DCC3A51D-31E8-5BC6-970B-354B54D5302A}" dt="2025-11-14T12:46:15.212" v="671" actId="20577"/>
          <ac:spMkLst>
            <pc:docMk/>
            <pc:sldMk cId="51648515" sldId="377"/>
            <ac:spMk id="4" creationId="{66014C6C-B4E7-DA6B-9E3E-D3F1081DEFC0}"/>
          </ac:spMkLst>
        </pc:spChg>
        <pc:spChg chg="add mod">
          <ac:chgData name="Mariana Rocha" userId="0a3173bd-d0ed-4c32-8e4c-b90c820606c5" providerId="ADAL" clId="{DCC3A51D-31E8-5BC6-970B-354B54D5302A}" dt="2025-11-14T12:46:36.268" v="677" actId="1076"/>
          <ac:spMkLst>
            <pc:docMk/>
            <pc:sldMk cId="51648515" sldId="377"/>
            <ac:spMk id="6" creationId="{28A9CED5-51C2-0B65-7D87-62A9CA26DDBA}"/>
          </ac:spMkLst>
        </pc:spChg>
      </pc:sldChg>
      <pc:sldChg chg="delSp modSp add mod">
        <pc:chgData name="Mariana Rocha" userId="0a3173bd-d0ed-4c32-8e4c-b90c820606c5" providerId="ADAL" clId="{DCC3A51D-31E8-5BC6-970B-354B54D5302A}" dt="2025-11-14T12:53:21.249" v="758" actId="20577"/>
        <pc:sldMkLst>
          <pc:docMk/>
          <pc:sldMk cId="2966146360" sldId="378"/>
        </pc:sldMkLst>
        <pc:spChg chg="mod">
          <ac:chgData name="Mariana Rocha" userId="0a3173bd-d0ed-4c32-8e4c-b90c820606c5" providerId="ADAL" clId="{DCC3A51D-31E8-5BC6-970B-354B54D5302A}" dt="2025-11-14T12:51:54.222" v="699" actId="20577"/>
          <ac:spMkLst>
            <pc:docMk/>
            <pc:sldMk cId="2966146360" sldId="378"/>
            <ac:spMk id="3" creationId="{F4440252-5C16-044F-DA48-61E152B0F42F}"/>
          </ac:spMkLst>
        </pc:spChg>
        <pc:spChg chg="mod">
          <ac:chgData name="Mariana Rocha" userId="0a3173bd-d0ed-4c32-8e4c-b90c820606c5" providerId="ADAL" clId="{DCC3A51D-31E8-5BC6-970B-354B54D5302A}" dt="2025-11-14T12:53:21.249" v="758" actId="20577"/>
          <ac:spMkLst>
            <pc:docMk/>
            <pc:sldMk cId="2966146360" sldId="378"/>
            <ac:spMk id="4" creationId="{4346D8C4-63DF-65E6-7602-C81985A550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139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4507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057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267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24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769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33342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889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34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141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8885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29" y="286769"/>
            <a:ext cx="7189877" cy="4748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9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BA2A0-2F2D-8843-B982-4C6BB98B5873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8DAF2-9F22-C44D-88C5-A659E7A62E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96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11" y="2582643"/>
            <a:ext cx="7880078" cy="1248448"/>
          </a:xfrm>
        </p:spPr>
        <p:txBody>
          <a:bodyPr vert="horz" wrap="square" lIns="78125" tIns="39063" rIns="78125" bIns="39063" rtlCol="0" anchor="ctr">
            <a:normAutofit fontScale="90000"/>
          </a:bodyPr>
          <a:lstStyle/>
          <a:p>
            <a:r>
              <a:rPr lang="en-IE" sz="3759" dirty="0">
                <a:latin typeface="Helvetica" pitchFamily="2" charset="0"/>
              </a:rPr>
              <a:t>Index</a:t>
            </a:r>
            <a:br>
              <a:rPr lang="en-IE" sz="3759" dirty="0">
                <a:latin typeface="Helvetica" pitchFamily="2" charset="0"/>
              </a:rPr>
            </a:br>
            <a:br>
              <a:rPr lang="en-IE" sz="3418" dirty="0">
                <a:latin typeface="Helvetica" pitchFamily="2" charset="0"/>
              </a:rPr>
            </a:br>
            <a:r>
              <a:rPr lang="en-IE" sz="3076" dirty="0">
                <a:latin typeface="Helvetica" pitchFamily="2" charset="0"/>
              </a:rPr>
              <a:t>Dr Mariana Rocha</a:t>
            </a:r>
            <a:br>
              <a:rPr lang="en-IE" sz="3076" dirty="0">
                <a:latin typeface="Helvetica" pitchFamily="2" charset="0"/>
              </a:rPr>
            </a:br>
            <a:r>
              <a:rPr lang="en-IE" sz="3076" dirty="0">
                <a:latin typeface="Helvetica" pitchFamily="2" charset="0"/>
              </a:rPr>
              <a:t>School of Computer Science</a:t>
            </a:r>
            <a:endParaRPr lang="en-IE" sz="3418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631962" y="5251926"/>
            <a:ext cx="4891444" cy="420842"/>
          </a:xfrm>
          <a:prstGeom prst="rect">
            <a:avLst/>
          </a:prstGeom>
          <a:noFill/>
        </p:spPr>
        <p:txBody>
          <a:bodyPr wrap="none" lIns="78125" tIns="39063" rIns="78125" bIns="39063" rtlCol="0" anchor="t">
            <a:spAutoFit/>
          </a:bodyPr>
          <a:lstStyle/>
          <a:p>
            <a:r>
              <a:rPr lang="en-US" sz="2222" dirty="0">
                <a:latin typeface="Helvetica" pitchFamily="2" charset="0"/>
                <a:cs typeface="Open sans"/>
              </a:rPr>
              <a:t>CPMU 2007 Databases 1, Lecture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1BEC80-CBFF-7BC3-E878-32F893B91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" y="984021"/>
            <a:ext cx="9131700" cy="488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4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BEB5-291C-F80B-CDC2-58C73ED6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A2297A2-C488-4C12-1C64-D2B818A3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/>
              <a:t>Index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6C6A8-086C-C048-D191-8581B7FF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47800"/>
            <a:ext cx="8251371" cy="4517571"/>
          </a:xfrm>
        </p:spPr>
        <p:txBody>
          <a:bodyPr>
            <a:normAutofit/>
          </a:bodyPr>
          <a:lstStyle/>
          <a:p>
            <a:r>
              <a:rPr lang="en-IE" sz="2400" dirty="0"/>
              <a:t>A database index is like a book index: it helps locate data faster.</a:t>
            </a:r>
          </a:p>
          <a:p>
            <a:r>
              <a:rPr lang="en-IE" sz="2400" dirty="0"/>
              <a:t>It stores key values in a separate data structure.</a:t>
            </a:r>
          </a:p>
          <a:p>
            <a:r>
              <a:rPr lang="en-IE" sz="2400" dirty="0"/>
              <a:t>Without indexes, PostgreSQL must scan every row (sequential scan).</a:t>
            </a:r>
          </a:p>
          <a:p>
            <a:r>
              <a:rPr lang="en-IE" sz="2400" dirty="0"/>
              <a:t>When you search for a customer in a large table, PostgreSQL checks each row unless there’s an index.</a:t>
            </a:r>
          </a:p>
          <a:p>
            <a:r>
              <a:rPr lang="en-IE" sz="2400" dirty="0"/>
              <a:t>An index allows PostgreSQL to “jump” directly to the relevant rows.</a:t>
            </a: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295037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961" y="7941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/>
              <a:t>Index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F690-7913-1B7D-73BD-60A1B635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320684"/>
            <a:ext cx="4207031" cy="1891681"/>
          </a:xfrm>
        </p:spPr>
        <p:txBody>
          <a:bodyPr>
            <a:normAutofit/>
          </a:bodyPr>
          <a:lstStyle/>
          <a:p>
            <a:r>
              <a:rPr lang="en-IE" sz="2400" dirty="0"/>
              <a:t>Book without index → you read every page.</a:t>
            </a:r>
          </a:p>
          <a:p>
            <a:r>
              <a:rPr lang="en-IE" sz="2400" dirty="0"/>
              <a:t>Book with index → you look up the term directly.</a:t>
            </a:r>
          </a:p>
        </p:txBody>
      </p:sp>
      <p:pic>
        <p:nvPicPr>
          <p:cNvPr id="2" name="Picture 4" descr="what is an index in a book used for - Loni Alba">
            <a:extLst>
              <a:ext uri="{FF2B5EF4-FFF2-40B4-BE49-F238E27FC236}">
                <a16:creationId xmlns:a16="http://schemas.microsoft.com/office/drawing/2014/main" id="{843CEE9B-A1DE-F4A0-55E2-7A94F85E7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90" y="1918299"/>
            <a:ext cx="4207031" cy="269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988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C0B5-D2D9-5ED3-7E27-DFB7961E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57A320F-7659-8165-D6CF-11C815368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/>
              <a:t>Similar </a:t>
            </a:r>
            <a:r>
              <a:rPr lang="pt-BR" b="1" dirty="0" err="1"/>
              <a:t>to</a:t>
            </a:r>
            <a:r>
              <a:rPr lang="pt-BR" b="1" dirty="0"/>
              <a:t> pointers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38C14-7D2F-1233-CD00-4AE08F19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153886"/>
            <a:ext cx="8251371" cy="529045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E" sz="2000" dirty="0"/>
              <a:t>In C, a pointer stores the memory address of a variable. In PostgreSQL, an index stores the location (address) of a row. So when you write:</a:t>
            </a:r>
          </a:p>
          <a:p>
            <a:pPr>
              <a:lnSpc>
                <a:spcPct val="110000"/>
              </a:lnSpc>
            </a:pPr>
            <a:endParaRPr lang="en-IE" sz="2000" dirty="0"/>
          </a:p>
          <a:p>
            <a:pPr>
              <a:lnSpc>
                <a:spcPct val="110000"/>
              </a:lnSpc>
            </a:pPr>
            <a:r>
              <a:rPr lang="en-IE" sz="2000" dirty="0"/>
              <a:t>PostgreSQL uses the index to look up 'C3' in the index structure (like finding an address) and follow the stored “pointers” to the exact row in the booking table.</a:t>
            </a:r>
          </a:p>
          <a:p>
            <a:pPr>
              <a:lnSpc>
                <a:spcPct val="110000"/>
              </a:lnSpc>
            </a:pPr>
            <a:r>
              <a:rPr lang="en-IE" sz="2000" dirty="0"/>
              <a:t>That’s very similar to:</a:t>
            </a:r>
          </a:p>
          <a:p>
            <a:pPr>
              <a:lnSpc>
                <a:spcPct val="110000"/>
              </a:lnSpc>
            </a:pPr>
            <a:endParaRPr lang="en-IE" sz="2000" dirty="0"/>
          </a:p>
          <a:p>
            <a:pPr marL="0" indent="0">
              <a:lnSpc>
                <a:spcPct val="110000"/>
              </a:lnSpc>
              <a:buNone/>
            </a:pPr>
            <a:endParaRPr lang="en-IE" sz="2000" dirty="0"/>
          </a:p>
          <a:p>
            <a:pPr marL="0" indent="0">
              <a:lnSpc>
                <a:spcPct val="110000"/>
              </a:lnSpc>
              <a:buNone/>
            </a:pPr>
            <a:endParaRPr lang="en-IE" sz="2000" dirty="0"/>
          </a:p>
          <a:p>
            <a:pPr>
              <a:lnSpc>
                <a:spcPct val="110000"/>
              </a:lnSpc>
            </a:pPr>
            <a:r>
              <a:rPr lang="en-IE" sz="2000" dirty="0"/>
              <a:t>The pointer lets you jump directly to the memory address just like the index lets the database jump directly to the row.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0F83A-0448-5040-3A8C-7E4DB619504A}"/>
              </a:ext>
            </a:extLst>
          </p:cNvPr>
          <p:cNvSpPr txBox="1"/>
          <p:nvPr/>
        </p:nvSpPr>
        <p:spPr>
          <a:xfrm>
            <a:off x="670918" y="2054687"/>
            <a:ext cx="7445828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customer_id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C3</a:t>
            </a:r>
            <a:r>
              <a:rPr lang="en-IE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2367F-1709-18A6-08BB-A350B5097999}"/>
              </a:ext>
            </a:extLst>
          </p:cNvPr>
          <p:cNvSpPr txBox="1"/>
          <p:nvPr/>
        </p:nvSpPr>
        <p:spPr>
          <a:xfrm>
            <a:off x="670918" y="4058558"/>
            <a:ext cx="8251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value = </a:t>
            </a:r>
            <a:r>
              <a:rPr lang="en-IE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42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IE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&amp;value;</a:t>
            </a:r>
            <a:r>
              <a:rPr lang="en-IE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pointer to variable 'value'</a:t>
            </a:r>
            <a:endParaRPr lang="en-I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IE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E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IE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</a:t>
            </a:r>
            <a:r>
              <a:rPr lang="en-IE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r>
              <a:rPr lang="en-IE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follow the pointer to get the value</a:t>
            </a:r>
            <a:endParaRPr lang="en-I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33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5132" y="2607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 err="1"/>
              <a:t>Explain</a:t>
            </a:r>
            <a:r>
              <a:rPr lang="pt-BR" b="1" spc="-9" dirty="0"/>
              <a:t> </a:t>
            </a:r>
            <a:r>
              <a:rPr lang="pt-BR" b="1" spc="-9" dirty="0" err="1"/>
              <a:t>analyze</a:t>
            </a:r>
            <a:endParaRPr b="1" spc="-9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25E725-2C0A-1F1B-87E7-865575E088D4}"/>
              </a:ext>
            </a:extLst>
          </p:cNvPr>
          <p:cNvSpPr txBox="1"/>
          <p:nvPr/>
        </p:nvSpPr>
        <p:spPr>
          <a:xfrm>
            <a:off x="217714" y="1152476"/>
            <a:ext cx="86765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We can use the combination of the commands </a:t>
            </a:r>
            <a:r>
              <a:rPr lang="en-IE" sz="2400" b="1" dirty="0"/>
              <a:t>EXPLAIN </a:t>
            </a:r>
            <a:r>
              <a:rPr lang="en-IE" sz="2400" dirty="0"/>
              <a:t>and </a:t>
            </a:r>
            <a:r>
              <a:rPr lang="en-IE" sz="2400" b="1" dirty="0"/>
              <a:t>ANALYZE</a:t>
            </a:r>
            <a:endParaRPr lang="en-IE" sz="2400" dirty="0"/>
          </a:p>
          <a:p>
            <a:endParaRPr lang="en-IE" sz="2400" dirty="0"/>
          </a:p>
          <a:p>
            <a:r>
              <a:rPr lang="en-IE" sz="2400" i="1" dirty="0"/>
              <a:t>Explain</a:t>
            </a:r>
            <a:r>
              <a:rPr lang="en-IE" sz="2400" dirty="0"/>
              <a:t>: retrieve the execution plan, showing how the table will be scanned (for example, by a plain sequential scan), how the algorithm brings together the required rows from each input table (in case of joins) etc. The statement is not executed, only analysed.</a:t>
            </a:r>
          </a:p>
          <a:p>
            <a:endParaRPr lang="en-IE" sz="2400" dirty="0"/>
          </a:p>
          <a:p>
            <a:r>
              <a:rPr lang="en-IE" sz="2400" i="1" dirty="0" err="1"/>
              <a:t>Analyze</a:t>
            </a:r>
            <a:r>
              <a:rPr lang="en-IE" sz="2400" i="1" dirty="0"/>
              <a:t>: </a:t>
            </a:r>
            <a:r>
              <a:rPr lang="en-IE" sz="2400" dirty="0"/>
              <a:t>Carry out the command and show actual run times and other statistics. Even though we can use the </a:t>
            </a:r>
            <a:r>
              <a:rPr lang="en-IE" sz="2400" i="1" dirty="0" err="1"/>
              <a:t>analyze</a:t>
            </a:r>
            <a:r>
              <a:rPr lang="en-IE" sz="2400" i="1" dirty="0"/>
              <a:t> </a:t>
            </a:r>
            <a:r>
              <a:rPr lang="en-IE" sz="2400" dirty="0"/>
              <a:t>command on its own, it is common to combine it with the </a:t>
            </a:r>
            <a:r>
              <a:rPr lang="en-IE" sz="2400" i="1" dirty="0"/>
              <a:t>explain</a:t>
            </a:r>
            <a:r>
              <a:rPr lang="en-IE" sz="2400" dirty="0"/>
              <a:t> command.</a:t>
            </a:r>
          </a:p>
          <a:p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46934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7093-2486-ED79-94A9-45F1EE0E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E257E12-901F-C114-ACD1-DBDCE0185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/>
              <a:t>EXPLAIN ANALYZE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CFFD6-CFE6-4FD5-ED47-F87CBD440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47800"/>
            <a:ext cx="8251371" cy="881743"/>
          </a:xfrm>
        </p:spPr>
        <p:txBody>
          <a:bodyPr>
            <a:normAutofit/>
          </a:bodyPr>
          <a:lstStyle/>
          <a:p>
            <a:r>
              <a:rPr lang="en-IE" sz="2400" dirty="0"/>
              <a:t>EXPLAIN ANALYZE shows how the query was executed — it tells us if an index was used and how long it took.</a:t>
            </a:r>
            <a:endParaRPr lang="en-IE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A458E-6B8A-8125-2A7A-D9F6B1E7DBF7}"/>
              </a:ext>
            </a:extLst>
          </p:cNvPr>
          <p:cNvSpPr txBox="1"/>
          <p:nvPr/>
        </p:nvSpPr>
        <p:spPr>
          <a:xfrm>
            <a:off x="674914" y="2795730"/>
            <a:ext cx="77832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4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IE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4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24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</a:t>
            </a:r>
            <a:r>
              <a:rPr lang="en-IE" sz="24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customer_id</a:t>
            </a:r>
            <a:r>
              <a:rPr lang="en-IE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24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'C09142'</a:t>
            </a:r>
            <a:r>
              <a:rPr lang="en-IE" sz="24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50102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487D3-FF6F-D156-1018-4DB67E55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37ED055-E0BA-58F0-F835-CCC2EB294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Creating</a:t>
            </a:r>
            <a:r>
              <a:rPr lang="pt-BR" b="1" dirty="0"/>
              <a:t> </a:t>
            </a:r>
            <a:r>
              <a:rPr lang="pt-BR" b="1" dirty="0" err="1"/>
              <a:t>an</a:t>
            </a:r>
            <a:r>
              <a:rPr lang="pt-BR" b="1" dirty="0"/>
              <a:t> index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2472-E807-D225-C3EC-543F767CC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47800"/>
            <a:ext cx="8251371" cy="1861457"/>
          </a:xfrm>
        </p:spPr>
        <p:txBody>
          <a:bodyPr>
            <a:normAutofit/>
          </a:bodyPr>
          <a:lstStyle/>
          <a:p>
            <a:r>
              <a:rPr lang="en-IE" sz="2400" dirty="0"/>
              <a:t>Now PostgreSQL will maintain this index automatically.</a:t>
            </a:r>
          </a:p>
          <a:p>
            <a:r>
              <a:rPr lang="en-IE" sz="2400" dirty="0"/>
              <a:t>When we query booking by </a:t>
            </a:r>
            <a:r>
              <a:rPr lang="en-IE" sz="2400" dirty="0" err="1"/>
              <a:t>customer_id</a:t>
            </a:r>
            <a:r>
              <a:rPr lang="en-IE" sz="2400" dirty="0"/>
              <a:t>, it will use this index instead of scanning the full table.</a:t>
            </a:r>
            <a:endParaRPr lang="en-IE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3C4E5-B8FE-91BE-DAB0-D29A44B60673}"/>
              </a:ext>
            </a:extLst>
          </p:cNvPr>
          <p:cNvSpPr txBox="1"/>
          <p:nvPr/>
        </p:nvSpPr>
        <p:spPr>
          <a:xfrm>
            <a:off x="759183" y="3105834"/>
            <a:ext cx="55218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idx_booking_customer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(</a:t>
            </a:r>
            <a:r>
              <a:rPr lang="en-IE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customer_id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20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1617252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CB2A6-C624-EB04-B3FD-6DA84E8D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01DC9E5-83A7-3E19-CD9C-A493F7F7F7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/>
              <a:t>When </a:t>
            </a:r>
            <a:r>
              <a:rPr lang="pt-BR" b="1" dirty="0" err="1"/>
              <a:t>to</a:t>
            </a:r>
            <a:r>
              <a:rPr lang="pt-BR" b="1" dirty="0"/>
              <a:t> use indexes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57329-9128-A193-6F10-7B2CD3601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47800"/>
            <a:ext cx="8251371" cy="4985657"/>
          </a:xfrm>
        </p:spPr>
        <p:txBody>
          <a:bodyPr>
            <a:normAutofit/>
          </a:bodyPr>
          <a:lstStyle/>
          <a:p>
            <a:r>
              <a:rPr lang="en-IE" dirty="0"/>
              <a:t>Columns often used in WHERE, JOIN, or ORDER BY</a:t>
            </a:r>
          </a:p>
          <a:p>
            <a:r>
              <a:rPr lang="en-IE" dirty="0"/>
              <a:t>Large tables (thousands of rows)</a:t>
            </a:r>
          </a:p>
          <a:p>
            <a:r>
              <a:rPr lang="en-IE" dirty="0"/>
              <a:t>Each index speeds up reads but slows down writes (INSERT, UPDATE, DELETE).</a:t>
            </a:r>
          </a:p>
          <a:p>
            <a:r>
              <a:rPr lang="en-IE" dirty="0"/>
              <a:t>Balance performance: only index what’s queried often.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58706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6195-329D-7ED4-CF09-0E591FC9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6FC30C9-F80F-97B0-CBE3-0F4A100AC2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Composite</a:t>
            </a:r>
            <a:r>
              <a:rPr lang="pt-BR" b="1" dirty="0"/>
              <a:t> indexes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9C0B1-2F5A-52F8-7FB7-3D2A8D023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47800"/>
            <a:ext cx="8251371" cy="4985657"/>
          </a:xfrm>
        </p:spPr>
        <p:txBody>
          <a:bodyPr>
            <a:normAutofit/>
          </a:bodyPr>
          <a:lstStyle/>
          <a:p>
            <a:r>
              <a:rPr lang="en-IE" sz="2500" dirty="0"/>
              <a:t>Combine two or more columns in one index.</a:t>
            </a:r>
          </a:p>
          <a:p>
            <a:r>
              <a:rPr lang="en-IE" sz="2500" dirty="0"/>
              <a:t>Useful when queries filter on those columns together.</a:t>
            </a:r>
          </a:p>
          <a:p>
            <a:r>
              <a:rPr lang="en-IE" sz="2500" dirty="0"/>
              <a:t>Column order matters: (</a:t>
            </a:r>
            <a:r>
              <a:rPr lang="en-IE" sz="2500" dirty="0" err="1"/>
              <a:t>concert_id</a:t>
            </a:r>
            <a:r>
              <a:rPr lang="en-IE" sz="2500" dirty="0"/>
              <a:t>, </a:t>
            </a:r>
            <a:r>
              <a:rPr lang="en-IE" sz="2500" dirty="0" err="1"/>
              <a:t>customer_id</a:t>
            </a:r>
            <a:r>
              <a:rPr lang="en-IE" sz="2500" dirty="0"/>
              <a:t>) ≠ (</a:t>
            </a:r>
            <a:r>
              <a:rPr lang="en-IE" sz="2500" dirty="0" err="1"/>
              <a:t>customer_id</a:t>
            </a:r>
            <a:r>
              <a:rPr lang="en-IE" sz="2500" dirty="0"/>
              <a:t>, </a:t>
            </a:r>
            <a:r>
              <a:rPr lang="en-IE" sz="2500" dirty="0" err="1"/>
              <a:t>concert_id</a:t>
            </a:r>
            <a:r>
              <a:rPr lang="en-IE" sz="2500" dirty="0"/>
              <a:t>)</a:t>
            </a:r>
          </a:p>
          <a:p>
            <a:r>
              <a:rPr lang="en-IE" sz="2500" dirty="0"/>
              <a:t>PostgreSQL will use this index when both </a:t>
            </a:r>
            <a:r>
              <a:rPr lang="en-IE" sz="2500" dirty="0" err="1"/>
              <a:t>concert_id</a:t>
            </a:r>
            <a:r>
              <a:rPr lang="en-IE" sz="2500" dirty="0"/>
              <a:t> and </a:t>
            </a:r>
            <a:r>
              <a:rPr lang="en-IE" sz="2500" dirty="0" err="1"/>
              <a:t>customer_id</a:t>
            </a:r>
            <a:r>
              <a:rPr lang="en-IE" sz="2500" dirty="0"/>
              <a:t> are in the WHERE clause — or even when filtering by </a:t>
            </a:r>
            <a:r>
              <a:rPr lang="en-IE" sz="2500" dirty="0" err="1"/>
              <a:t>concert_id</a:t>
            </a:r>
            <a:r>
              <a:rPr lang="en-IE" sz="2500" dirty="0"/>
              <a:t> alone, since it’s the first column in the index.</a:t>
            </a:r>
          </a:p>
          <a:p>
            <a:r>
              <a:rPr lang="en-IE" sz="2500" dirty="0"/>
              <a:t>Let’s measure how much faster it can be.</a:t>
            </a:r>
          </a:p>
        </p:txBody>
      </p:sp>
    </p:spTree>
    <p:extLst>
      <p:ext uri="{BB962C8B-B14F-4D97-AF65-F5344CB8AC3E}">
        <p14:creationId xmlns:p14="http://schemas.microsoft.com/office/powerpoint/2010/main" val="164945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4646D-62DF-1FD8-7148-17F47824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13DE2AC-D4F1-71B7-3C37-98AD87FC5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Composite</a:t>
            </a:r>
            <a:r>
              <a:rPr lang="pt-BR" b="1" dirty="0"/>
              <a:t> indexes</a:t>
            </a:r>
            <a:endParaRPr b="1" spc="-9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CB8570-C631-3363-DEF8-48D909439D2E}"/>
              </a:ext>
            </a:extLst>
          </p:cNvPr>
          <p:cNvSpPr txBox="1"/>
          <p:nvPr/>
        </p:nvSpPr>
        <p:spPr>
          <a:xfrm>
            <a:off x="424543" y="1424417"/>
            <a:ext cx="6858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--Composite indexes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--Before index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customer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customer_fname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'Alice Anderson'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city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'San Francisco'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idx_customer_name_city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idx_customer_name_city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customer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customer_fname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city)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customer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customer_fname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'Alice Anderson'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city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'San Francisco'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56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0976-0072-A12D-0243-1A6C54A6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5597DCD-A8FB-E614-6B9B-B2411CB53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68996"/>
            <a:ext cx="7880078" cy="681839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sz="4000" b="1" dirty="0" err="1"/>
              <a:t>Composite</a:t>
            </a:r>
            <a:r>
              <a:rPr lang="pt-BR" sz="4000" b="1" dirty="0"/>
              <a:t> indexes – </a:t>
            </a:r>
            <a:r>
              <a:rPr lang="pt-BR" sz="4000" b="1" dirty="0" err="1"/>
              <a:t>the</a:t>
            </a:r>
            <a:r>
              <a:rPr lang="pt-BR" sz="4000" b="1" dirty="0"/>
              <a:t> </a:t>
            </a:r>
            <a:r>
              <a:rPr lang="pt-BR" sz="4000" b="1" dirty="0" err="1"/>
              <a:t>order</a:t>
            </a:r>
            <a:r>
              <a:rPr lang="pt-BR" sz="4000" b="1" dirty="0"/>
              <a:t> </a:t>
            </a:r>
            <a:r>
              <a:rPr lang="pt-BR" sz="4000" b="1" dirty="0" err="1"/>
              <a:t>matter</a:t>
            </a:r>
            <a:endParaRPr sz="4000"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CCD0E-BEDF-07C3-C2AB-39D8DD357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47800"/>
            <a:ext cx="8251371" cy="4985657"/>
          </a:xfrm>
        </p:spPr>
        <p:txBody>
          <a:bodyPr>
            <a:normAutofit/>
          </a:bodyPr>
          <a:lstStyle/>
          <a:p>
            <a:r>
              <a:rPr lang="en-IE" sz="2500" dirty="0"/>
              <a:t>Combine two or more columns in one index.</a:t>
            </a:r>
          </a:p>
          <a:p>
            <a:r>
              <a:rPr lang="en-IE" sz="2500" dirty="0"/>
              <a:t>Useful when queries filter on those columns together.</a:t>
            </a:r>
          </a:p>
          <a:p>
            <a:r>
              <a:rPr lang="en-IE" sz="2500" dirty="0"/>
              <a:t>Column order matters: (</a:t>
            </a:r>
            <a:r>
              <a:rPr lang="en-IE" sz="2500" dirty="0" err="1"/>
              <a:t>concert_id</a:t>
            </a:r>
            <a:r>
              <a:rPr lang="en-IE" sz="2500" dirty="0"/>
              <a:t>, </a:t>
            </a:r>
            <a:r>
              <a:rPr lang="en-IE" sz="2500" dirty="0" err="1"/>
              <a:t>customer_id</a:t>
            </a:r>
            <a:r>
              <a:rPr lang="en-IE" sz="2500" dirty="0"/>
              <a:t>) ≠ (</a:t>
            </a:r>
            <a:r>
              <a:rPr lang="en-IE" sz="2500" dirty="0" err="1"/>
              <a:t>customer_id</a:t>
            </a:r>
            <a:r>
              <a:rPr lang="en-IE" sz="2500" dirty="0"/>
              <a:t>, </a:t>
            </a:r>
            <a:r>
              <a:rPr lang="en-IE" sz="2500" dirty="0" err="1"/>
              <a:t>concert_id</a:t>
            </a:r>
            <a:r>
              <a:rPr lang="en-IE" sz="2500" dirty="0"/>
              <a:t>)</a:t>
            </a:r>
          </a:p>
          <a:p>
            <a:r>
              <a:rPr lang="en-IE" sz="2500" dirty="0"/>
              <a:t>PostgreSQL will use this index when both </a:t>
            </a:r>
            <a:r>
              <a:rPr lang="en-IE" sz="2500" dirty="0" err="1"/>
              <a:t>concert_id</a:t>
            </a:r>
            <a:r>
              <a:rPr lang="en-IE" sz="2500" dirty="0"/>
              <a:t> and </a:t>
            </a:r>
            <a:r>
              <a:rPr lang="en-IE" sz="2500" dirty="0" err="1"/>
              <a:t>customer_id</a:t>
            </a:r>
            <a:r>
              <a:rPr lang="en-IE" sz="2500" dirty="0"/>
              <a:t> are in the WHERE clause — or even when filtering by </a:t>
            </a:r>
            <a:r>
              <a:rPr lang="en-IE" sz="2500" dirty="0" err="1"/>
              <a:t>concert_id</a:t>
            </a:r>
            <a:r>
              <a:rPr lang="en-IE" sz="2500" dirty="0"/>
              <a:t> alone, since it’s the first column in the index.</a:t>
            </a:r>
          </a:p>
          <a:p>
            <a:r>
              <a:rPr lang="en-IE" sz="2500" dirty="0"/>
              <a:t>Let’s measure how much faster it can be.</a:t>
            </a:r>
          </a:p>
        </p:txBody>
      </p:sp>
    </p:spTree>
    <p:extLst>
      <p:ext uri="{BB962C8B-B14F-4D97-AF65-F5344CB8AC3E}">
        <p14:creationId xmlns:p14="http://schemas.microsoft.com/office/powerpoint/2010/main" val="264370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11DF-3CD7-658C-A250-016B3143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8EC7C46-0448-E0FF-D00B-8FE3510E9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961" y="344585"/>
            <a:ext cx="7880078" cy="620284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sz="3600" b="1" spc="-9" dirty="0" err="1"/>
              <a:t>Multicolumn</a:t>
            </a:r>
            <a:r>
              <a:rPr lang="pt-BR" sz="3600" b="1" spc="-9" dirty="0"/>
              <a:t> index – </a:t>
            </a:r>
            <a:r>
              <a:rPr lang="pt-BR" sz="3600" b="1" spc="-9" dirty="0" err="1"/>
              <a:t>the</a:t>
            </a:r>
            <a:r>
              <a:rPr lang="pt-BR" sz="3600" b="1" spc="-9" dirty="0"/>
              <a:t> </a:t>
            </a:r>
            <a:r>
              <a:rPr lang="pt-BR" sz="3600" b="1" spc="-9" dirty="0" err="1"/>
              <a:t>order</a:t>
            </a:r>
            <a:r>
              <a:rPr lang="pt-BR" sz="3600" b="1" spc="-9" dirty="0"/>
              <a:t> </a:t>
            </a:r>
            <a:r>
              <a:rPr lang="pt-BR" sz="3600" b="1" spc="-9" dirty="0" err="1"/>
              <a:t>matters</a:t>
            </a:r>
            <a:endParaRPr sz="3600"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6F782-4E22-6CAD-BB0F-1D85B436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2" y="1230087"/>
            <a:ext cx="8570675" cy="53448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The order of columns in the index is important because the index is sorted primarily by the first column, then by the second column, and so on.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A query must use the leading column(s) in the index to benefit from the index. If the query does not use the first column, the index will not be used effectively.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For the index </a:t>
            </a:r>
            <a:r>
              <a:rPr lang="en-IE" sz="2400" b="1" dirty="0" err="1"/>
              <a:t>multi_idx</a:t>
            </a:r>
            <a:r>
              <a:rPr lang="en-IE" sz="2400" b="1" dirty="0"/>
              <a:t> ON person (</a:t>
            </a:r>
            <a:r>
              <a:rPr lang="en-IE" sz="2400" b="1" dirty="0" err="1"/>
              <a:t>last_name</a:t>
            </a:r>
            <a:r>
              <a:rPr lang="en-IE" sz="2400" b="1" dirty="0"/>
              <a:t>, </a:t>
            </a:r>
            <a:r>
              <a:rPr lang="en-IE" sz="2400" b="1" dirty="0" err="1"/>
              <a:t>first_name</a:t>
            </a:r>
            <a:r>
              <a:rPr lang="en-IE" sz="2400" b="1" dirty="0"/>
              <a:t>);</a:t>
            </a:r>
          </a:p>
          <a:p>
            <a:pPr lvl="1">
              <a:lnSpc>
                <a:spcPct val="100000"/>
              </a:lnSpc>
            </a:pPr>
            <a:r>
              <a:rPr lang="en-IE" sz="2000" dirty="0"/>
              <a:t>Queries like WHERE </a:t>
            </a:r>
            <a:r>
              <a:rPr lang="en-IE" sz="2000" dirty="0" err="1"/>
              <a:t>last_name</a:t>
            </a:r>
            <a:r>
              <a:rPr lang="en-IE" sz="2000" dirty="0"/>
              <a:t> = 'Smith' or WHERE </a:t>
            </a:r>
            <a:r>
              <a:rPr lang="en-IE" sz="2000" dirty="0" err="1"/>
              <a:t>last_name</a:t>
            </a:r>
            <a:r>
              <a:rPr lang="en-IE" sz="2000" dirty="0"/>
              <a:t> = 'Smith' AND </a:t>
            </a:r>
            <a:r>
              <a:rPr lang="en-IE" sz="2000" dirty="0" err="1"/>
              <a:t>first_name</a:t>
            </a:r>
            <a:r>
              <a:rPr lang="en-IE" sz="2000" dirty="0"/>
              <a:t> = 'John' will use the index.</a:t>
            </a:r>
          </a:p>
          <a:p>
            <a:pPr lvl="1">
              <a:lnSpc>
                <a:spcPct val="100000"/>
              </a:lnSpc>
            </a:pPr>
            <a:r>
              <a:rPr lang="en-IE" sz="2000" dirty="0"/>
              <a:t>Queries like WHERE </a:t>
            </a:r>
            <a:r>
              <a:rPr lang="en-IE" sz="2000" dirty="0" err="1"/>
              <a:t>first_name</a:t>
            </a:r>
            <a:r>
              <a:rPr lang="en-IE" sz="2000" dirty="0"/>
              <a:t> = 'John' will not use the index because </a:t>
            </a:r>
            <a:r>
              <a:rPr lang="en-IE" sz="2000" dirty="0" err="1"/>
              <a:t>last_name</a:t>
            </a:r>
            <a:r>
              <a:rPr lang="en-IE" sz="2000" dirty="0"/>
              <a:t> is not included.</a:t>
            </a:r>
          </a:p>
        </p:txBody>
      </p:sp>
    </p:spTree>
    <p:extLst>
      <p:ext uri="{BB962C8B-B14F-4D97-AF65-F5344CB8AC3E}">
        <p14:creationId xmlns:p14="http://schemas.microsoft.com/office/powerpoint/2010/main" val="254107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D66BD-B83D-C5F0-0439-DCD73C74F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6A1B6FB-1F5E-3234-F785-DD72C82C6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961" y="119263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Faster</a:t>
            </a:r>
            <a:r>
              <a:rPr lang="pt-BR" b="1" dirty="0"/>
              <a:t> queries, extra </a:t>
            </a:r>
            <a:r>
              <a:rPr lang="pt-BR" b="1" dirty="0" err="1"/>
              <a:t>memory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00EDC-8A35-5F15-7E1B-A8E1B439C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02" y="1106553"/>
            <a:ext cx="7619479" cy="1586901"/>
          </a:xfrm>
        </p:spPr>
        <p:txBody>
          <a:bodyPr>
            <a:normAutofit/>
          </a:bodyPr>
          <a:lstStyle/>
          <a:p>
            <a:r>
              <a:rPr lang="en-IE" sz="2400" dirty="0"/>
              <a:t>As you can imagine, by creating a data structure that guides the data retrieval, indices use some extra memory.</a:t>
            </a:r>
          </a:p>
          <a:p>
            <a:r>
              <a:rPr lang="en-IE" sz="2400" dirty="0"/>
              <a:t>We can check how much space is taken by running the function </a:t>
            </a:r>
            <a:r>
              <a:rPr lang="en-IE" sz="2400" dirty="0" err="1"/>
              <a:t>pg_relation_size</a:t>
            </a:r>
            <a:r>
              <a:rPr lang="en-IE" sz="2400" dirty="0"/>
              <a:t>( )</a:t>
            </a:r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endParaRPr lang="en-IE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6E161-4942-5122-D307-EF04299BEB3E}"/>
              </a:ext>
            </a:extLst>
          </p:cNvPr>
          <p:cNvSpPr txBox="1"/>
          <p:nvPr/>
        </p:nvSpPr>
        <p:spPr>
          <a:xfrm>
            <a:off x="555102" y="2937350"/>
            <a:ext cx="79569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--Memory check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--How much disk space the rows themselves take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pg_size_pretty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pg_relation_size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'customer'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table_size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--How much storage one specific index consumes.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pg_size_pretty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pg_relation_size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sz="180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idx_customer_name_city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table_size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8322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8A97-6A6A-9BED-D060-07E90ACF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FA96885-8CDB-7AA9-7F76-7FCAE16BC3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961" y="7941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Databases</a:t>
            </a:r>
            <a:r>
              <a:rPr lang="pt-BR" b="1" dirty="0"/>
              <a:t> </a:t>
            </a:r>
            <a:r>
              <a:rPr lang="pt-BR" b="1" dirty="0" err="1"/>
              <a:t>indices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358D4-9A3F-8EB7-C396-A33181F7D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961" y="1918299"/>
            <a:ext cx="8175382" cy="4099836"/>
          </a:xfrm>
        </p:spPr>
        <p:txBody>
          <a:bodyPr>
            <a:normAutofit/>
          </a:bodyPr>
          <a:lstStyle/>
          <a:p>
            <a:r>
              <a:rPr lang="en-IE" dirty="0"/>
              <a:t>PostgreSQL uses different data structures for indices – we can choose among B-tree, Hash, Gist etc. </a:t>
            </a:r>
          </a:p>
          <a:p>
            <a:r>
              <a:rPr lang="en-IE" dirty="0"/>
              <a:t>B-tree is the default one, fitting most situations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259357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961" y="31549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Balanced</a:t>
            </a:r>
            <a:r>
              <a:rPr lang="pt-BR" b="1" dirty="0"/>
              <a:t> </a:t>
            </a:r>
            <a:r>
              <a:rPr lang="pt-BR" b="1" dirty="0" err="1"/>
              <a:t>tree</a:t>
            </a:r>
            <a:r>
              <a:rPr lang="pt-BR" b="1" dirty="0"/>
              <a:t> (</a:t>
            </a:r>
            <a:r>
              <a:rPr lang="pt-BR" b="1" dirty="0" err="1"/>
              <a:t>B-tree</a:t>
            </a:r>
            <a:r>
              <a:rPr lang="pt-BR" b="1" dirty="0"/>
              <a:t>)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F690-7913-1B7D-73BD-60A1B635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085408"/>
            <a:ext cx="8263057" cy="468718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E" sz="2400" dirty="0"/>
              <a:t>B-trees are balanced tree structures where each node can have multiple children. The data is organised hierarchically, with nodes containing ranges of values and pointers to child nodes.</a:t>
            </a:r>
          </a:p>
          <a:p>
            <a:pPr>
              <a:lnSpc>
                <a:spcPct val="120000"/>
              </a:lnSpc>
            </a:pPr>
            <a:r>
              <a:rPr lang="en-IE" sz="2400" dirty="0"/>
              <a:t>Provides logarithmic time complexity for searches, and remains balanced despite frequent insertions and deletions.</a:t>
            </a:r>
          </a:p>
        </p:txBody>
      </p:sp>
      <p:pic>
        <p:nvPicPr>
          <p:cNvPr id="2050" name="Picture 2" descr="A Gentle Explanation of Logarithmic Time Complexity – The Eepy">
            <a:extLst>
              <a:ext uri="{FF2B5EF4-FFF2-40B4-BE49-F238E27FC236}">
                <a16:creationId xmlns:a16="http://schemas.microsoft.com/office/drawing/2014/main" id="{707A6072-165E-8244-BCCB-2E75FE38C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28" y="3733799"/>
            <a:ext cx="4627355" cy="299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221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961" y="7941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Balanced</a:t>
            </a:r>
            <a:r>
              <a:rPr lang="pt-BR" b="1" dirty="0"/>
              <a:t> </a:t>
            </a:r>
            <a:r>
              <a:rPr lang="pt-BR" b="1" dirty="0" err="1"/>
              <a:t>tree</a:t>
            </a:r>
            <a:r>
              <a:rPr lang="pt-BR" b="1" dirty="0"/>
              <a:t> (</a:t>
            </a:r>
            <a:r>
              <a:rPr lang="pt-BR" b="1" dirty="0" err="1"/>
              <a:t>B-tree</a:t>
            </a:r>
            <a:r>
              <a:rPr lang="pt-BR" b="1" dirty="0"/>
              <a:t>)</a:t>
            </a:r>
            <a:endParaRPr b="1" spc="-9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A36D7-A9FE-B79A-8E6E-69E610B3C7A5}"/>
              </a:ext>
            </a:extLst>
          </p:cNvPr>
          <p:cNvSpPr txBox="1"/>
          <p:nvPr/>
        </p:nvSpPr>
        <p:spPr>
          <a:xfrm>
            <a:off x="436017" y="1857502"/>
            <a:ext cx="8512039" cy="4494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E" sz="2400" dirty="0"/>
              <a:t>B-trees can handle equality and range queries on data that can be sorted into some ordering. ORDER BY queries can be used.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E" sz="2400" dirty="0"/>
              <a:t>Commonly used when comparison operators are involved, such as &lt; ,  &lt;= ,  = ,  &gt;=  and  &gt;.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E" sz="2400" dirty="0"/>
              <a:t>BETWEEN and IN can also be implemented with a B-tree index search. Also, an IS NULL or IS NOT NULL condition on an index column can be used with a B-tree index.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E" sz="2400" dirty="0"/>
              <a:t>B-tree indexes can also be used to retrieve data in sorted order. This is not always faster than a simple scan and sort, but it is often helpful.</a:t>
            </a:r>
          </a:p>
        </p:txBody>
      </p:sp>
    </p:spTree>
    <p:extLst>
      <p:ext uri="{BB962C8B-B14F-4D97-AF65-F5344CB8AC3E}">
        <p14:creationId xmlns:p14="http://schemas.microsoft.com/office/powerpoint/2010/main" val="3811719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961" y="7941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Balanced</a:t>
            </a:r>
            <a:r>
              <a:rPr lang="pt-BR" b="1" dirty="0"/>
              <a:t> </a:t>
            </a:r>
            <a:r>
              <a:rPr lang="pt-BR" b="1" dirty="0" err="1"/>
              <a:t>tree</a:t>
            </a:r>
            <a:r>
              <a:rPr lang="pt-BR" b="1" dirty="0"/>
              <a:t> (</a:t>
            </a:r>
            <a:r>
              <a:rPr lang="pt-BR" b="1" dirty="0" err="1"/>
              <a:t>B-tree</a:t>
            </a:r>
            <a:r>
              <a:rPr lang="pt-BR" b="1" dirty="0"/>
              <a:t>)</a:t>
            </a:r>
            <a:endParaRPr b="1" spc="-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EE4EC3-141E-219C-BEF6-E8D3CBAC2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4746"/>
            <a:ext cx="9144000" cy="365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349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56E4-E5AD-555C-D225-F9DEBF50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46FCE3E-A5D7-31C5-AD37-3BFD51187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9858" y="4131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/>
              <a:t>Data </a:t>
            </a:r>
            <a:r>
              <a:rPr lang="pt-BR" b="1" dirty="0" err="1"/>
              <a:t>structure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DF728-1B6E-6C80-FC03-F2D72E059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6116"/>
            <a:ext cx="8171538" cy="1298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We can also decide what data structure we want to use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In this example, we are creating an index using a B-TREE</a:t>
            </a:r>
            <a:endParaRPr lang="en-IE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349FC-67AF-E31F-690E-D3D20DE822D2}"/>
              </a:ext>
            </a:extLst>
          </p:cNvPr>
          <p:cNvSpPr txBox="1"/>
          <p:nvPr/>
        </p:nvSpPr>
        <p:spPr>
          <a:xfrm>
            <a:off x="489858" y="2714326"/>
            <a:ext cx="78800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--deciding the data structure for your index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price_paid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BETWEEN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idx_price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idx_price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btree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price_paid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price_paid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BETWEEN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283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2832-BC00-DF1C-DB51-9DCE77B4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64F29F-6D68-0A55-F947-3A0E42533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79147"/>
              </p:ext>
            </p:extLst>
          </p:nvPr>
        </p:nvGraphicFramePr>
        <p:xfrm>
          <a:off x="289392" y="589542"/>
          <a:ext cx="8565216" cy="56789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1244">
                  <a:extLst>
                    <a:ext uri="{9D8B030D-6E8A-4147-A177-3AD203B41FA5}">
                      <a16:colId xmlns:a16="http://schemas.microsoft.com/office/drawing/2014/main" val="332267475"/>
                    </a:ext>
                  </a:extLst>
                </a:gridCol>
                <a:gridCol w="1911364">
                  <a:extLst>
                    <a:ext uri="{9D8B030D-6E8A-4147-A177-3AD203B41FA5}">
                      <a16:colId xmlns:a16="http://schemas.microsoft.com/office/drawing/2014/main" val="2602991859"/>
                    </a:ext>
                  </a:extLst>
                </a:gridCol>
                <a:gridCol w="2141304">
                  <a:extLst>
                    <a:ext uri="{9D8B030D-6E8A-4147-A177-3AD203B41FA5}">
                      <a16:colId xmlns:a16="http://schemas.microsoft.com/office/drawing/2014/main" val="3791344104"/>
                    </a:ext>
                  </a:extLst>
                </a:gridCol>
                <a:gridCol w="2141304">
                  <a:extLst>
                    <a:ext uri="{9D8B030D-6E8A-4147-A177-3AD203B41FA5}">
                      <a16:colId xmlns:a16="http://schemas.microsoft.com/office/drawing/2014/main" val="43440128"/>
                    </a:ext>
                  </a:extLst>
                </a:gridCol>
              </a:tblGrid>
              <a:tr h="553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Type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Data structure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Use case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Complexity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512944866"/>
                  </a:ext>
                </a:extLst>
              </a:tr>
              <a:tr h="1264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B-tree (default)</a:t>
                      </a:r>
                      <a:endParaRPr lang="en-IE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Balanced tree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Most comparisons (=, &lt;, &gt;, BETWEEN, ORDER BY)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O(log n)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236947059"/>
                  </a:ext>
                </a:extLst>
              </a:tr>
              <a:tr h="902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Hash index</a:t>
                      </a:r>
                      <a:endParaRPr lang="en-IE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Hash table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Equality checks only (=)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O(1) average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719946325"/>
                  </a:ext>
                </a:extLst>
              </a:tr>
              <a:tr h="1027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GIN (Generalized Inverted Index)</a:t>
                      </a:r>
                      <a:endParaRPr lang="en-IE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Inverted index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Arrays, full-text search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Depends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094381213"/>
                  </a:ext>
                </a:extLst>
              </a:tr>
              <a:tr h="902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GiST (Generalized Search Tree)</a:t>
                      </a:r>
                      <a:endParaRPr lang="en-IE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Tree (flexible structure)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Geometric, full-text, ranges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Depends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998129428"/>
                  </a:ext>
                </a:extLst>
              </a:tr>
              <a:tr h="1027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BRIN (Block Range Index)</a:t>
                      </a:r>
                      <a:endParaRPr lang="en-IE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Summaries per page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Very large tables, sequential data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O(log n) </a:t>
                      </a:r>
                      <a:r>
                        <a:rPr lang="en-IE" sz="1800" dirty="0" err="1"/>
                        <a:t>approx</a:t>
                      </a:r>
                      <a:endParaRPr lang="en-IE" sz="18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147930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040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662" y="114993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 err="1"/>
              <a:t>Partial</a:t>
            </a:r>
            <a:r>
              <a:rPr lang="pt-BR" b="1" spc="-9" dirty="0"/>
              <a:t> index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F690-7913-1B7D-73BD-60A1B635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2" y="1026425"/>
            <a:ext cx="8570675" cy="36423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Partial indexes are indexes built on a subset of data that meets a specified condition. For example, if you often query for people with a specific last name:</a:t>
            </a:r>
          </a:p>
          <a:p>
            <a:pPr>
              <a:lnSpc>
                <a:spcPct val="100000"/>
              </a:lnSpc>
            </a:pPr>
            <a:endParaRPr lang="en-IE" sz="2400" dirty="0"/>
          </a:p>
          <a:p>
            <a:pPr>
              <a:lnSpc>
                <a:spcPct val="100000"/>
              </a:lnSpc>
            </a:pPr>
            <a:endParaRPr lang="en-IE" sz="2400" dirty="0"/>
          </a:p>
          <a:p>
            <a:pPr>
              <a:lnSpc>
                <a:spcPct val="100000"/>
              </a:lnSpc>
            </a:pPr>
            <a:r>
              <a:rPr lang="en-IE" sz="2400" dirty="0"/>
              <a:t>When searching for rows with that specific value for the </a:t>
            </a:r>
            <a:r>
              <a:rPr lang="en-IE" sz="2400" dirty="0" err="1"/>
              <a:t>last_name</a:t>
            </a:r>
            <a:r>
              <a:rPr lang="en-IE" sz="2400" dirty="0"/>
              <a:t> attribute, we have a speed gain: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88C92-29EB-29A0-57C5-EFFBD833D39E}"/>
              </a:ext>
            </a:extLst>
          </p:cNvPr>
          <p:cNvSpPr txBox="1"/>
          <p:nvPr/>
        </p:nvSpPr>
        <p:spPr>
          <a:xfrm>
            <a:off x="406682" y="2304400"/>
            <a:ext cx="7760058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CREATE INDEX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idx_last_name_smith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 ON person(</a:t>
            </a:r>
            <a:r>
              <a:rPr lang="en-GB" dirty="0" err="1">
                <a:solidFill>
                  <a:srgbClr val="AAAAAA"/>
                </a:solidFill>
                <a:latin typeface="Menlo" panose="020B0609030804020204" pitchFamily="49" charset="0"/>
              </a:rPr>
              <a:t>last_name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) WHERE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last_name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sz="1800" dirty="0">
                <a:solidFill>
                  <a:srgbClr val="CAC580"/>
                </a:solidFill>
                <a:effectLst/>
                <a:latin typeface="Menlo" panose="020B0609030804020204" pitchFamily="49" charset="0"/>
              </a:rPr>
              <a:t>'Smith'</a:t>
            </a:r>
            <a:r>
              <a:rPr lang="en-GB" sz="1800" dirty="0">
                <a:solidFill>
                  <a:srgbClr val="EECC64"/>
                </a:solidFill>
                <a:effectLst/>
                <a:latin typeface="Menlo" panose="020B0609030804020204" pitchFamily="49" charset="0"/>
              </a:rPr>
              <a:t>;</a:t>
            </a:r>
            <a:endParaRPr lang="en-GB" sz="1800" dirty="0">
              <a:solidFill>
                <a:srgbClr val="AAAAAA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F0D22-E350-C010-689D-6DE04DF6412C}"/>
              </a:ext>
            </a:extLst>
          </p:cNvPr>
          <p:cNvSpPr txBox="1"/>
          <p:nvPr/>
        </p:nvSpPr>
        <p:spPr>
          <a:xfrm>
            <a:off x="406681" y="4142868"/>
            <a:ext cx="8145647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explain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 select * from person where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last_name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sz="1800" dirty="0">
                <a:solidFill>
                  <a:srgbClr val="CAC580"/>
                </a:solidFill>
                <a:effectLst/>
                <a:latin typeface="Menlo" panose="020B0609030804020204" pitchFamily="49" charset="0"/>
              </a:rPr>
              <a:t>'Smith'</a:t>
            </a:r>
            <a:r>
              <a:rPr lang="en-GB" sz="1800" dirty="0">
                <a:solidFill>
                  <a:srgbClr val="EECC64"/>
                </a:solidFill>
                <a:effectLst/>
                <a:latin typeface="Menlo" panose="020B0609030804020204" pitchFamily="49" charset="0"/>
              </a:rPr>
              <a:t>;</a:t>
            </a:r>
            <a:endParaRPr lang="en-GB" sz="1800" dirty="0">
              <a:solidFill>
                <a:srgbClr val="AAAAAA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8462F-7DF1-A366-1250-1D189038E136}"/>
              </a:ext>
            </a:extLst>
          </p:cNvPr>
          <p:cNvSpPr txBox="1"/>
          <p:nvPr/>
        </p:nvSpPr>
        <p:spPr>
          <a:xfrm>
            <a:off x="286662" y="4895555"/>
            <a:ext cx="352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dirty="0"/>
              <a:t>Before creating an index:</a:t>
            </a:r>
            <a:endParaRPr lang="en-I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8D0BD-1612-78CA-BEC5-E355DD7328C0}"/>
              </a:ext>
            </a:extLst>
          </p:cNvPr>
          <p:cNvSpPr txBox="1"/>
          <p:nvPr/>
        </p:nvSpPr>
        <p:spPr>
          <a:xfrm>
            <a:off x="4645194" y="4902227"/>
            <a:ext cx="352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dirty="0"/>
              <a:t>After creating an index:</a:t>
            </a:r>
            <a:endParaRPr lang="en-IE" dirty="0"/>
          </a:p>
        </p:txBody>
      </p:sp>
      <p:pic>
        <p:nvPicPr>
          <p:cNvPr id="17" name="Picture 1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E4FF71F-F04E-4D0C-6FAE-7B58DD86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33" y="5203274"/>
            <a:ext cx="3309451" cy="1654726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02B05EF2-4CE9-2F47-B82E-70597D8172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835"/>
          <a:stretch/>
        </p:blipFill>
        <p:spPr>
          <a:xfrm>
            <a:off x="4498807" y="5271559"/>
            <a:ext cx="3970767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54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4BE2-66C1-560F-4043-F6C3C3B9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7E8EFA4-4F01-A708-FA4B-426E9382B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9858" y="4131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 err="1"/>
              <a:t>Partial</a:t>
            </a:r>
            <a:r>
              <a:rPr lang="pt-BR" b="1" dirty="0"/>
              <a:t> index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BB126-085E-4213-1A5F-C2840E7B0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6116"/>
            <a:ext cx="8171538" cy="1298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Partial indexes store only a subset of rows.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This is useful when most queries focus on a small subset.</a:t>
            </a:r>
            <a:endParaRPr lang="en-IE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EF26E-E6BA-5CAE-C26E-CAD59959E450}"/>
              </a:ext>
            </a:extLst>
          </p:cNvPr>
          <p:cNvSpPr txBox="1"/>
          <p:nvPr/>
        </p:nvSpPr>
        <p:spPr>
          <a:xfrm>
            <a:off x="838200" y="2973870"/>
            <a:ext cx="7239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idx_large_stages</a:t>
            </a:r>
            <a:r>
              <a:rPr lang="en-IE" sz="20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idx_large_stages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stage (</a:t>
            </a:r>
            <a:r>
              <a:rPr lang="en-IE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stage_name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20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audience_capacity</a:t>
            </a:r>
            <a:r>
              <a:rPr lang="en-IE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IE" sz="20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IE" sz="20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445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5D71-7CBB-A4DE-E820-47C58385C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84E076F-BFE7-44FD-C325-835F823A2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9858" y="413177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dirty="0"/>
              <a:t>JOIN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14C6C-B4E7-DA6B-9E3E-D3F1081DE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6116"/>
            <a:ext cx="8171538" cy="129821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A common query could be to retrieve the name of the artist and how much they got paid.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We can create indexes to speed up this common query.</a:t>
            </a:r>
            <a:endParaRPr lang="en-IE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9CED5-51C2-0B65-7D87-62A9CA26DDBA}"/>
              </a:ext>
            </a:extLst>
          </p:cNvPr>
          <p:cNvSpPr txBox="1"/>
          <p:nvPr/>
        </p:nvSpPr>
        <p:spPr>
          <a:xfrm>
            <a:off x="772885" y="2887682"/>
            <a:ext cx="81715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idx_concert_artist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idx_booking_concert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idx_concert_artist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concert(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artist_id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idx_booking_concert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concert_id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artist_name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price_paid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concert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concert_id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artist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artist_id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artist_name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'Lady Gaga Band'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GROUP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artist_name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48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662" y="114993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 err="1"/>
              <a:t>Order</a:t>
            </a:r>
            <a:r>
              <a:rPr lang="pt-BR" b="1" spc="-9" dirty="0"/>
              <a:t> </a:t>
            </a:r>
            <a:r>
              <a:rPr lang="pt-BR" b="1" spc="-9" dirty="0" err="1"/>
              <a:t>by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F690-7913-1B7D-73BD-60A1B635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2" y="1026425"/>
            <a:ext cx="8570675" cy="53448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An index may be able to deliver them in a specific sorted order. 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Only B-tree can produce sorted output — the other index types return matching rows in an unspecified, implementation-dependent order.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Suppose we want to retrieve all the </a:t>
            </a:r>
            <a:r>
              <a:rPr lang="en-IE" sz="2400" dirty="0" err="1"/>
              <a:t>last_names</a:t>
            </a:r>
            <a:r>
              <a:rPr lang="en-IE" sz="2400" dirty="0"/>
              <a:t> in descending order:</a:t>
            </a:r>
          </a:p>
          <a:p>
            <a:pPr marL="0" indent="0">
              <a:lnSpc>
                <a:spcPct val="100000"/>
              </a:lnSpc>
              <a:buNone/>
            </a:pPr>
            <a:endParaRPr lang="en-IE" sz="2400" dirty="0"/>
          </a:p>
          <a:p>
            <a:pPr>
              <a:lnSpc>
                <a:spcPct val="100000"/>
              </a:lnSpc>
            </a:pPr>
            <a:r>
              <a:rPr lang="en-IE" sz="2400" dirty="0"/>
              <a:t>The </a:t>
            </a:r>
            <a:r>
              <a:rPr lang="en-IE" sz="2400" i="1" dirty="0"/>
              <a:t>explain </a:t>
            </a:r>
            <a:r>
              <a:rPr lang="en-IE" sz="2400" i="1" dirty="0" err="1"/>
              <a:t>analyze</a:t>
            </a:r>
            <a:r>
              <a:rPr lang="en-IE" sz="2400" i="1" dirty="0"/>
              <a:t> </a:t>
            </a:r>
            <a:r>
              <a:rPr lang="en-IE" sz="2400" dirty="0"/>
              <a:t>command will show it takes a while to retrieve the data in that format:</a:t>
            </a:r>
          </a:p>
          <a:p>
            <a:pPr marL="0" indent="0">
              <a:lnSpc>
                <a:spcPct val="100000"/>
              </a:lnSpc>
              <a:buNone/>
            </a:pPr>
            <a:endParaRPr lang="en-IE" sz="2400" dirty="0"/>
          </a:p>
          <a:p>
            <a:pPr>
              <a:lnSpc>
                <a:spcPct val="100000"/>
              </a:lnSpc>
            </a:pPr>
            <a:endParaRPr lang="en-IE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44DAF-6EEC-C8D3-7FB6-056E6779931A}"/>
              </a:ext>
            </a:extLst>
          </p:cNvPr>
          <p:cNvSpPr txBox="1"/>
          <p:nvPr/>
        </p:nvSpPr>
        <p:spPr>
          <a:xfrm>
            <a:off x="631961" y="3535581"/>
            <a:ext cx="7477896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explain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 select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last_name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 from person order by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last_name</a:t>
            </a:r>
            <a:r>
              <a:rPr lang="en-GB" sz="1800" dirty="0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800" dirty="0" err="1">
                <a:solidFill>
                  <a:srgbClr val="AAAAAA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GB" sz="1800" dirty="0">
                <a:solidFill>
                  <a:srgbClr val="EECC64"/>
                </a:solidFill>
                <a:effectLst/>
                <a:latin typeface="Menlo" panose="020B0609030804020204" pitchFamily="49" charset="0"/>
              </a:rPr>
              <a:t>;</a:t>
            </a:r>
            <a:endParaRPr lang="en-GB" sz="1800" dirty="0">
              <a:solidFill>
                <a:srgbClr val="AAAAAA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66091E3-2D83-6ADF-D4C7-EC3D33C8E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40" y="5069060"/>
            <a:ext cx="7772400" cy="152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93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662" y="114993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 err="1"/>
              <a:t>Order</a:t>
            </a:r>
            <a:r>
              <a:rPr lang="pt-BR" b="1" spc="-9" dirty="0"/>
              <a:t> </a:t>
            </a:r>
            <a:r>
              <a:rPr lang="pt-BR" b="1" spc="-9" dirty="0" err="1"/>
              <a:t>by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F690-7913-1B7D-73BD-60A1B635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2" y="1026425"/>
            <a:ext cx="8570675" cy="53448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Without an index, PostgreSQL must sort results manually.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With a matching index, PostgreSQL reads in sorted order directly from the index (no Sort step)</a:t>
            </a:r>
          </a:p>
          <a:p>
            <a:pPr marL="0" indent="0">
              <a:lnSpc>
                <a:spcPct val="100000"/>
              </a:lnSpc>
              <a:buNone/>
            </a:pPr>
            <a:endParaRPr lang="en-IE" sz="2400" dirty="0"/>
          </a:p>
          <a:p>
            <a:pPr marL="0" indent="0">
              <a:lnSpc>
                <a:spcPct val="100000"/>
              </a:lnSpc>
              <a:buNone/>
            </a:pPr>
            <a:endParaRPr lang="en-IE" sz="2400" dirty="0"/>
          </a:p>
          <a:p>
            <a:pPr>
              <a:lnSpc>
                <a:spcPct val="100000"/>
              </a:lnSpc>
            </a:pPr>
            <a:endParaRPr lang="en-IE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B7311-B934-CC90-51F5-24B30E268C77}"/>
              </a:ext>
            </a:extLst>
          </p:cNvPr>
          <p:cNvSpPr txBox="1"/>
          <p:nvPr/>
        </p:nvSpPr>
        <p:spPr>
          <a:xfrm>
            <a:off x="473977" y="2854808"/>
            <a:ext cx="70509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idx_booking_price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idx_booking_price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price_paid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booking_id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price_paid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booking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price_paid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we can add DESC as well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967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662" y="114993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 err="1"/>
              <a:t>Unique</a:t>
            </a:r>
            <a:r>
              <a:rPr lang="pt-BR" b="1" spc="-9" dirty="0"/>
              <a:t> indexes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F690-7913-1B7D-73BD-60A1B635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2" y="1026425"/>
            <a:ext cx="8570675" cy="53448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A unique index ensures that the values in a column (or a group of columns) are unique across the table.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It works similarly to adding the word UNIQUE to the DDL, but it allows more flexibility and control – you can quickly drop an index or make it multi-column.</a:t>
            </a:r>
          </a:p>
          <a:p>
            <a:pPr marL="0" indent="0">
              <a:lnSpc>
                <a:spcPct val="100000"/>
              </a:lnSpc>
              <a:buNone/>
            </a:pPr>
            <a:endParaRPr lang="en-IE" sz="2400" dirty="0"/>
          </a:p>
          <a:p>
            <a:pPr>
              <a:lnSpc>
                <a:spcPct val="100000"/>
              </a:lnSpc>
            </a:pPr>
            <a:endParaRPr lang="en-I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13BB3-AB21-3A19-8B11-7DC4D5CBC4F4}"/>
              </a:ext>
            </a:extLst>
          </p:cNvPr>
          <p:cNvSpPr txBox="1"/>
          <p:nvPr/>
        </p:nvSpPr>
        <p:spPr>
          <a:xfrm>
            <a:off x="432033" y="3503570"/>
            <a:ext cx="685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idx_customer_email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UNIQUE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idx_customer_email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customer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email_address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647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662" y="114993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/>
              <a:t>Indexes </a:t>
            </a:r>
            <a:r>
              <a:rPr lang="pt-BR" b="1" spc="-9" dirty="0" err="1"/>
              <a:t>on</a:t>
            </a:r>
            <a:r>
              <a:rPr lang="pt-BR" b="1" spc="-9" dirty="0"/>
              <a:t> </a:t>
            </a:r>
            <a:r>
              <a:rPr lang="pt-BR" b="1" spc="-9" dirty="0" err="1"/>
              <a:t>expressions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F690-7913-1B7D-73BD-60A1B635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2" y="1026425"/>
            <a:ext cx="8570675" cy="21781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PostgreSQL allows indexing not just on columns but also on expressions. 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n index on an expression stores the result of a function applied to a column so PostgreSQL can use that precomputed value to speed up queries that use the same expression.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12079-D1D0-4D98-2968-AD0131321475}"/>
              </a:ext>
            </a:extLst>
          </p:cNvPr>
          <p:cNvSpPr txBox="1"/>
          <p:nvPr/>
        </p:nvSpPr>
        <p:spPr>
          <a:xfrm>
            <a:off x="583034" y="3376157"/>
            <a:ext cx="70677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ANALYZE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customer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customer_fname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'john doe'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idx_customer_fname_lower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idx_customer_fname_lower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customer 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LOWER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customer_fname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19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F4E6-79B6-2900-7B07-AC3D4866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4440252-5C16-044F-DA48-61E152B0F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662" y="114993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/>
              <a:t>When </a:t>
            </a:r>
            <a:r>
              <a:rPr lang="pt-BR" b="1" spc="-9" dirty="0" err="1"/>
              <a:t>to</a:t>
            </a:r>
            <a:r>
              <a:rPr lang="pt-BR" b="1" spc="-9" dirty="0"/>
              <a:t> use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6D8C4-63DF-65E6-7602-C81985A55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2" y="1026425"/>
            <a:ext cx="8570675" cy="36423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400" dirty="0"/>
              <a:t>Indexes help when your query can skip work:</a:t>
            </a:r>
          </a:p>
          <a:p>
            <a:pPr lvl="1">
              <a:lnSpc>
                <a:spcPct val="100000"/>
              </a:lnSpc>
            </a:pPr>
            <a:r>
              <a:rPr lang="en-IE" sz="2000" dirty="0"/>
              <a:t>Add a selective WHERE, or match ORDER BY … LIMIT, or enable index-only scans.</a:t>
            </a:r>
            <a:endParaRPr lang="en-IE" sz="2400" dirty="0"/>
          </a:p>
          <a:p>
            <a:pPr>
              <a:lnSpc>
                <a:spcPct val="100000"/>
              </a:lnSpc>
            </a:pPr>
            <a:r>
              <a:rPr lang="en-IE" sz="2400" dirty="0"/>
              <a:t>Indexes do not help full-table aggregates or broad scans where most rows qualify.</a:t>
            </a:r>
          </a:p>
          <a:p>
            <a:pPr>
              <a:lnSpc>
                <a:spcPct val="100000"/>
              </a:lnSpc>
            </a:pPr>
            <a:r>
              <a:rPr lang="en-IE" sz="2400" dirty="0"/>
              <a:t>Always confirm with EXPLAIN ANALYZE and make sure the time to run the query drops</a:t>
            </a:r>
          </a:p>
        </p:txBody>
      </p:sp>
    </p:spTree>
    <p:extLst>
      <p:ext uri="{BB962C8B-B14F-4D97-AF65-F5344CB8AC3E}">
        <p14:creationId xmlns:p14="http://schemas.microsoft.com/office/powerpoint/2010/main" val="296614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2597</TotalTime>
  <Words>2066</Words>
  <Application>Microsoft Macintosh PowerPoint</Application>
  <PresentationFormat>On-screen Show (4:3)</PresentationFormat>
  <Paragraphs>193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Helvetica</vt:lpstr>
      <vt:lpstr>Menlo</vt:lpstr>
      <vt:lpstr>Office Theme</vt:lpstr>
      <vt:lpstr>Index  Dr Mariana Rocha School of Computer Science</vt:lpstr>
      <vt:lpstr>PowerPoint Presentation</vt:lpstr>
      <vt:lpstr>Index</vt:lpstr>
      <vt:lpstr>Index</vt:lpstr>
      <vt:lpstr>Similar to pointers</vt:lpstr>
      <vt:lpstr>Explain analyze</vt:lpstr>
      <vt:lpstr>EXPLAIN ANALYZE</vt:lpstr>
      <vt:lpstr>Creating an index</vt:lpstr>
      <vt:lpstr>When to use indexes</vt:lpstr>
      <vt:lpstr>Composite indexes</vt:lpstr>
      <vt:lpstr>Composite indexes</vt:lpstr>
      <vt:lpstr>Composite indexes – the order matter</vt:lpstr>
      <vt:lpstr>Multicolumn index – the order matters</vt:lpstr>
      <vt:lpstr>Faster queries, extra memory</vt:lpstr>
      <vt:lpstr>Databases indices</vt:lpstr>
      <vt:lpstr>Balanced tree (B-tree)</vt:lpstr>
      <vt:lpstr>Balanced tree (B-tree)</vt:lpstr>
      <vt:lpstr>Balanced tree (B-tree)</vt:lpstr>
      <vt:lpstr>Data structure</vt:lpstr>
      <vt:lpstr>PowerPoint Presentation</vt:lpstr>
      <vt:lpstr>Partial index</vt:lpstr>
      <vt:lpstr>Partial index</vt:lpstr>
      <vt:lpstr>JOIN</vt:lpstr>
      <vt:lpstr>Order by</vt:lpstr>
      <vt:lpstr>Order by</vt:lpstr>
      <vt:lpstr>Unique indexes</vt:lpstr>
      <vt:lpstr>Indexes on expressions</vt:lpstr>
      <vt:lpstr>When to 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 Dr Mariana Rocha School of Computer Science</dc:title>
  <dc:creator>Mariana Rocha</dc:creator>
  <cp:lastModifiedBy>Mariana Rocha</cp:lastModifiedBy>
  <cp:revision>27</cp:revision>
  <dcterms:created xsi:type="dcterms:W3CDTF">2023-11-20T19:59:50Z</dcterms:created>
  <dcterms:modified xsi:type="dcterms:W3CDTF">2025-11-20T09:56:27Z</dcterms:modified>
</cp:coreProperties>
</file>