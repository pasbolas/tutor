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1"/>
  </p:sldMasterIdLst>
  <p:sldIdLst>
    <p:sldId id="291" r:id="rId2"/>
    <p:sldId id="388" r:id="rId3"/>
    <p:sldId id="335" r:id="rId4"/>
    <p:sldId id="389" r:id="rId5"/>
    <p:sldId id="366" r:id="rId6"/>
    <p:sldId id="390" r:id="rId7"/>
    <p:sldId id="367" r:id="rId8"/>
    <p:sldId id="368" r:id="rId9"/>
    <p:sldId id="391" r:id="rId10"/>
    <p:sldId id="371" r:id="rId11"/>
    <p:sldId id="372" r:id="rId12"/>
    <p:sldId id="392" r:id="rId13"/>
    <p:sldId id="393" r:id="rId14"/>
    <p:sldId id="270" r:id="rId15"/>
    <p:sldId id="379" r:id="rId16"/>
    <p:sldId id="394" r:id="rId17"/>
    <p:sldId id="386" r:id="rId18"/>
    <p:sldId id="395" r:id="rId19"/>
    <p:sldId id="396" r:id="rId20"/>
    <p:sldId id="397"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820F33-57F5-1746-927B-ADF24202520E}" v="8" dt="2025-11-20T13:36:20.9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6170"/>
  </p:normalViewPr>
  <p:slideViewPr>
    <p:cSldViewPr snapToGrid="0">
      <p:cViewPr>
        <p:scale>
          <a:sx n="90" d="100"/>
          <a:sy n="90" d="100"/>
        </p:scale>
        <p:origin x="2088" y="6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a Rocha" userId="0a3173bd-d0ed-4c32-8e4c-b90c820606c5" providerId="ADAL" clId="{DCC3A51D-31E8-5BC6-970B-354B54D5302A}"/>
    <pc:docChg chg="undo custSel addSld delSld modSld sldOrd">
      <pc:chgData name="Mariana Rocha" userId="0a3173bd-d0ed-4c32-8e4c-b90c820606c5" providerId="ADAL" clId="{DCC3A51D-31E8-5BC6-970B-354B54D5302A}" dt="2025-11-20T14:08:32.151" v="532" actId="2696"/>
      <pc:docMkLst>
        <pc:docMk/>
      </pc:docMkLst>
      <pc:sldChg chg="modSp mod">
        <pc:chgData name="Mariana Rocha" userId="0a3173bd-d0ed-4c32-8e4c-b90c820606c5" providerId="ADAL" clId="{DCC3A51D-31E8-5BC6-970B-354B54D5302A}" dt="2025-11-20T13:33:21.581" v="358" actId="113"/>
        <pc:sldMkLst>
          <pc:docMk/>
          <pc:sldMk cId="0" sldId="270"/>
        </pc:sldMkLst>
        <pc:spChg chg="mod">
          <ac:chgData name="Mariana Rocha" userId="0a3173bd-d0ed-4c32-8e4c-b90c820606c5" providerId="ADAL" clId="{DCC3A51D-31E8-5BC6-970B-354B54D5302A}" dt="2025-11-20T13:33:21.581" v="358" actId="113"/>
          <ac:spMkLst>
            <pc:docMk/>
            <pc:sldMk cId="0" sldId="270"/>
            <ac:spMk id="3" creationId="{00000000-0000-0000-0000-000000000000}"/>
          </ac:spMkLst>
        </pc:spChg>
      </pc:sldChg>
      <pc:sldChg chg="modSp mod">
        <pc:chgData name="Mariana Rocha" userId="0a3173bd-d0ed-4c32-8e4c-b90c820606c5" providerId="ADAL" clId="{DCC3A51D-31E8-5BC6-970B-354B54D5302A}" dt="2025-11-20T10:37:09.267" v="39" actId="20577"/>
        <pc:sldMkLst>
          <pc:docMk/>
          <pc:sldMk cId="0" sldId="291"/>
        </pc:sldMkLst>
        <pc:spChg chg="mod">
          <ac:chgData name="Mariana Rocha" userId="0a3173bd-d0ed-4c32-8e4c-b90c820606c5" providerId="ADAL" clId="{DCC3A51D-31E8-5BC6-970B-354B54D5302A}" dt="2025-11-20T10:37:09.267" v="39" actId="20577"/>
          <ac:spMkLst>
            <pc:docMk/>
            <pc:sldMk cId="0" sldId="291"/>
            <ac:spMk id="26" creationId="{2ABE34C9-C9F3-88B9-7DC7-48B60D3134CC}"/>
          </ac:spMkLst>
        </pc:spChg>
      </pc:sldChg>
      <pc:sldChg chg="addSp delSp modSp mod">
        <pc:chgData name="Mariana Rocha" userId="0a3173bd-d0ed-4c32-8e4c-b90c820606c5" providerId="ADAL" clId="{DCC3A51D-31E8-5BC6-970B-354B54D5302A}" dt="2025-11-20T10:43:50.521" v="165" actId="1076"/>
        <pc:sldMkLst>
          <pc:docMk/>
          <pc:sldMk cId="2462846007" sldId="335"/>
        </pc:sldMkLst>
        <pc:spChg chg="del">
          <ac:chgData name="Mariana Rocha" userId="0a3173bd-d0ed-4c32-8e4c-b90c820606c5" providerId="ADAL" clId="{DCC3A51D-31E8-5BC6-970B-354B54D5302A}" dt="2025-11-20T10:37:43.061" v="46" actId="478"/>
          <ac:spMkLst>
            <pc:docMk/>
            <pc:sldMk cId="2462846007" sldId="335"/>
            <ac:spMk id="3" creationId="{00000000-0000-0000-0000-000000000000}"/>
          </ac:spMkLst>
        </pc:spChg>
        <pc:spChg chg="del mod">
          <ac:chgData name="Mariana Rocha" userId="0a3173bd-d0ed-4c32-8e4c-b90c820606c5" providerId="ADAL" clId="{DCC3A51D-31E8-5BC6-970B-354B54D5302A}" dt="2025-11-20T10:37:38.700" v="44" actId="478"/>
          <ac:spMkLst>
            <pc:docMk/>
            <pc:sldMk cId="2462846007" sldId="335"/>
            <ac:spMk id="4" creationId="{26E6F690-7913-1B7D-73BD-60A1B635CC02}"/>
          </ac:spMkLst>
        </pc:spChg>
        <pc:spChg chg="add del mod">
          <ac:chgData name="Mariana Rocha" userId="0a3173bd-d0ed-4c32-8e4c-b90c820606c5" providerId="ADAL" clId="{DCC3A51D-31E8-5BC6-970B-354B54D5302A}" dt="2025-11-20T10:37:40.775" v="45" actId="478"/>
          <ac:spMkLst>
            <pc:docMk/>
            <pc:sldMk cId="2462846007" sldId="335"/>
            <ac:spMk id="7" creationId="{6B28868B-3865-0B37-D4DD-214B56858546}"/>
          </ac:spMkLst>
        </pc:spChg>
        <pc:spChg chg="add del mod">
          <ac:chgData name="Mariana Rocha" userId="0a3173bd-d0ed-4c32-8e4c-b90c820606c5" providerId="ADAL" clId="{DCC3A51D-31E8-5BC6-970B-354B54D5302A}" dt="2025-11-20T10:37:44.914" v="47" actId="478"/>
          <ac:spMkLst>
            <pc:docMk/>
            <pc:sldMk cId="2462846007" sldId="335"/>
            <ac:spMk id="9" creationId="{B74A4F46-F65B-2DDF-8C77-7E73AB331945}"/>
          </ac:spMkLst>
        </pc:spChg>
        <pc:picChg chg="add mod">
          <ac:chgData name="Mariana Rocha" userId="0a3173bd-d0ed-4c32-8e4c-b90c820606c5" providerId="ADAL" clId="{DCC3A51D-31E8-5BC6-970B-354B54D5302A}" dt="2025-11-20T10:42:03.594" v="159" actId="1076"/>
          <ac:picMkLst>
            <pc:docMk/>
            <pc:sldMk cId="2462846007" sldId="335"/>
            <ac:picMk id="5" creationId="{9ADF4536-4AE2-02D0-53D8-869408D7F449}"/>
          </ac:picMkLst>
        </pc:picChg>
        <pc:picChg chg="add mod">
          <ac:chgData name="Mariana Rocha" userId="0a3173bd-d0ed-4c32-8e4c-b90c820606c5" providerId="ADAL" clId="{DCC3A51D-31E8-5BC6-970B-354B54D5302A}" dt="2025-11-20T10:43:50.521" v="165" actId="1076"/>
          <ac:picMkLst>
            <pc:docMk/>
            <pc:sldMk cId="2462846007" sldId="335"/>
            <ac:picMk id="11" creationId="{D3B8BB53-7B61-47E3-F681-A7E77B564FD0}"/>
          </ac:picMkLst>
        </pc:picChg>
      </pc:sldChg>
      <pc:sldChg chg="add del">
        <pc:chgData name="Mariana Rocha" userId="0a3173bd-d0ed-4c32-8e4c-b90c820606c5" providerId="ADAL" clId="{DCC3A51D-31E8-5BC6-970B-354B54D5302A}" dt="2025-11-20T14:08:12.039" v="524" actId="2696"/>
        <pc:sldMkLst>
          <pc:docMk/>
          <pc:sldMk cId="254837725" sldId="345"/>
        </pc:sldMkLst>
      </pc:sldChg>
      <pc:sldChg chg="add del">
        <pc:chgData name="Mariana Rocha" userId="0a3173bd-d0ed-4c32-8e4c-b90c820606c5" providerId="ADAL" clId="{DCC3A51D-31E8-5BC6-970B-354B54D5302A}" dt="2025-11-20T14:08:14.187" v="525" actId="2696"/>
        <pc:sldMkLst>
          <pc:docMk/>
          <pc:sldMk cId="1063894050" sldId="346"/>
        </pc:sldMkLst>
      </pc:sldChg>
      <pc:sldChg chg="add del">
        <pc:chgData name="Mariana Rocha" userId="0a3173bd-d0ed-4c32-8e4c-b90c820606c5" providerId="ADAL" clId="{DCC3A51D-31E8-5BC6-970B-354B54D5302A}" dt="2025-11-20T14:08:32.151" v="532" actId="2696"/>
        <pc:sldMkLst>
          <pc:docMk/>
          <pc:sldMk cId="4185565979" sldId="350"/>
        </pc:sldMkLst>
      </pc:sldChg>
      <pc:sldChg chg="del">
        <pc:chgData name="Mariana Rocha" userId="0a3173bd-d0ed-4c32-8e4c-b90c820606c5" providerId="ADAL" clId="{DCC3A51D-31E8-5BC6-970B-354B54D5302A}" dt="2025-11-20T13:38:35.374" v="379" actId="2696"/>
        <pc:sldMkLst>
          <pc:docMk/>
          <pc:sldMk cId="335520784" sldId="358"/>
        </pc:sldMkLst>
      </pc:sldChg>
      <pc:sldChg chg="del">
        <pc:chgData name="Mariana Rocha" userId="0a3173bd-d0ed-4c32-8e4c-b90c820606c5" providerId="ADAL" clId="{DCC3A51D-31E8-5BC6-970B-354B54D5302A}" dt="2025-11-20T13:38:36.264" v="380" actId="2696"/>
        <pc:sldMkLst>
          <pc:docMk/>
          <pc:sldMk cId="3275226518" sldId="359"/>
        </pc:sldMkLst>
      </pc:sldChg>
      <pc:sldChg chg="del">
        <pc:chgData name="Mariana Rocha" userId="0a3173bd-d0ed-4c32-8e4c-b90c820606c5" providerId="ADAL" clId="{DCC3A51D-31E8-5BC6-970B-354B54D5302A}" dt="2025-11-20T13:38:37.024" v="381" actId="2696"/>
        <pc:sldMkLst>
          <pc:docMk/>
          <pc:sldMk cId="216419361" sldId="360"/>
        </pc:sldMkLst>
      </pc:sldChg>
      <pc:sldChg chg="addSp delSp modSp mod">
        <pc:chgData name="Mariana Rocha" userId="0a3173bd-d0ed-4c32-8e4c-b90c820606c5" providerId="ADAL" clId="{DCC3A51D-31E8-5BC6-970B-354B54D5302A}" dt="2025-11-20T10:49:33.950" v="170" actId="21"/>
        <pc:sldMkLst>
          <pc:docMk/>
          <pc:sldMk cId="155714778" sldId="366"/>
        </pc:sldMkLst>
        <pc:spChg chg="mod">
          <ac:chgData name="Mariana Rocha" userId="0a3173bd-d0ed-4c32-8e4c-b90c820606c5" providerId="ADAL" clId="{DCC3A51D-31E8-5BC6-970B-354B54D5302A}" dt="2025-11-20T10:45:44.159" v="166" actId="14100"/>
          <ac:spMkLst>
            <pc:docMk/>
            <pc:sldMk cId="155714778" sldId="366"/>
            <ac:spMk id="4" creationId="{7280963F-7ED7-F3E4-CABB-68EE48982E8D}"/>
          </ac:spMkLst>
        </pc:spChg>
        <pc:spChg chg="add del mod">
          <ac:chgData name="Mariana Rocha" userId="0a3173bd-d0ed-4c32-8e4c-b90c820606c5" providerId="ADAL" clId="{DCC3A51D-31E8-5BC6-970B-354B54D5302A}" dt="2025-11-20T10:49:33.950" v="170" actId="21"/>
          <ac:spMkLst>
            <pc:docMk/>
            <pc:sldMk cId="155714778" sldId="366"/>
            <ac:spMk id="5" creationId="{F2BBF228-BDA5-CBEB-D156-901DCAE275A7}"/>
          </ac:spMkLst>
        </pc:spChg>
      </pc:sldChg>
      <pc:sldChg chg="addSp delSp modSp mod">
        <pc:chgData name="Mariana Rocha" userId="0a3173bd-d0ed-4c32-8e4c-b90c820606c5" providerId="ADAL" clId="{DCC3A51D-31E8-5BC6-970B-354B54D5302A}" dt="2025-11-20T10:57:34.079" v="194" actId="1076"/>
        <pc:sldMkLst>
          <pc:docMk/>
          <pc:sldMk cId="2793791594" sldId="368"/>
        </pc:sldMkLst>
        <pc:spChg chg="del mod">
          <ac:chgData name="Mariana Rocha" userId="0a3173bd-d0ed-4c32-8e4c-b90c820606c5" providerId="ADAL" clId="{DCC3A51D-31E8-5BC6-970B-354B54D5302A}" dt="2025-11-20T10:52:20.495" v="176" actId="478"/>
          <ac:spMkLst>
            <pc:docMk/>
            <pc:sldMk cId="2793791594" sldId="368"/>
            <ac:spMk id="4" creationId="{ECF89D08-ACA6-B1C4-A4ED-FEF202F055E0}"/>
          </ac:spMkLst>
        </pc:spChg>
        <pc:spChg chg="del">
          <ac:chgData name="Mariana Rocha" userId="0a3173bd-d0ed-4c32-8e4c-b90c820606c5" providerId="ADAL" clId="{DCC3A51D-31E8-5BC6-970B-354B54D5302A}" dt="2025-11-20T10:52:22.214" v="177" actId="478"/>
          <ac:spMkLst>
            <pc:docMk/>
            <pc:sldMk cId="2793791594" sldId="368"/>
            <ac:spMk id="5" creationId="{06492B59-9B26-32DE-A195-905433C6F297}"/>
          </ac:spMkLst>
        </pc:spChg>
        <pc:spChg chg="add mod">
          <ac:chgData name="Mariana Rocha" userId="0a3173bd-d0ed-4c32-8e4c-b90c820606c5" providerId="ADAL" clId="{DCC3A51D-31E8-5BC6-970B-354B54D5302A}" dt="2025-11-20T10:57:34.079" v="194" actId="1076"/>
          <ac:spMkLst>
            <pc:docMk/>
            <pc:sldMk cId="2793791594" sldId="368"/>
            <ac:spMk id="6" creationId="{A090A212-21C5-40EE-671D-2C5306156B38}"/>
          </ac:spMkLst>
        </pc:spChg>
      </pc:sldChg>
      <pc:sldChg chg="modSp del mod">
        <pc:chgData name="Mariana Rocha" userId="0a3173bd-d0ed-4c32-8e4c-b90c820606c5" providerId="ADAL" clId="{DCC3A51D-31E8-5BC6-970B-354B54D5302A}" dt="2025-11-20T13:10:30.424" v="201" actId="2696"/>
        <pc:sldMkLst>
          <pc:docMk/>
          <pc:sldMk cId="53870004" sldId="369"/>
        </pc:sldMkLst>
        <pc:spChg chg="mod">
          <ac:chgData name="Mariana Rocha" userId="0a3173bd-d0ed-4c32-8e4c-b90c820606c5" providerId="ADAL" clId="{DCC3A51D-31E8-5BC6-970B-354B54D5302A}" dt="2025-11-20T10:58:38.756" v="200" actId="13926"/>
          <ac:spMkLst>
            <pc:docMk/>
            <pc:sldMk cId="53870004" sldId="369"/>
            <ac:spMk id="4" creationId="{B2BFCCD1-73FE-9567-F1FD-AEA6D68FA21E}"/>
          </ac:spMkLst>
        </pc:spChg>
      </pc:sldChg>
      <pc:sldChg chg="del">
        <pc:chgData name="Mariana Rocha" userId="0a3173bd-d0ed-4c32-8e4c-b90c820606c5" providerId="ADAL" clId="{DCC3A51D-31E8-5BC6-970B-354B54D5302A}" dt="2025-11-20T10:00:20.289" v="6" actId="2696"/>
        <pc:sldMkLst>
          <pc:docMk/>
          <pc:sldMk cId="2774704523" sldId="370"/>
        </pc:sldMkLst>
      </pc:sldChg>
      <pc:sldChg chg="modSp mod">
        <pc:chgData name="Mariana Rocha" userId="0a3173bd-d0ed-4c32-8e4c-b90c820606c5" providerId="ADAL" clId="{DCC3A51D-31E8-5BC6-970B-354B54D5302A}" dt="2025-11-20T13:15:05.142" v="268" actId="14100"/>
        <pc:sldMkLst>
          <pc:docMk/>
          <pc:sldMk cId="925230544" sldId="371"/>
        </pc:sldMkLst>
        <pc:spChg chg="mod">
          <ac:chgData name="Mariana Rocha" userId="0a3173bd-d0ed-4c32-8e4c-b90c820606c5" providerId="ADAL" clId="{DCC3A51D-31E8-5BC6-970B-354B54D5302A}" dt="2025-11-20T13:15:05.142" v="268" actId="14100"/>
          <ac:spMkLst>
            <pc:docMk/>
            <pc:sldMk cId="925230544" sldId="371"/>
            <ac:spMk id="4" creationId="{F2798611-2386-EEC6-A48E-9FD241DD7D94}"/>
          </ac:spMkLst>
        </pc:spChg>
      </pc:sldChg>
      <pc:sldChg chg="add del">
        <pc:chgData name="Mariana Rocha" userId="0a3173bd-d0ed-4c32-8e4c-b90c820606c5" providerId="ADAL" clId="{DCC3A51D-31E8-5BC6-970B-354B54D5302A}" dt="2025-11-20T13:33:55.302" v="361" actId="2696"/>
        <pc:sldMkLst>
          <pc:docMk/>
          <pc:sldMk cId="1271632479" sldId="373"/>
        </pc:sldMkLst>
      </pc:sldChg>
      <pc:sldChg chg="del">
        <pc:chgData name="Mariana Rocha" userId="0a3173bd-d0ed-4c32-8e4c-b90c820606c5" providerId="ADAL" clId="{DCC3A51D-31E8-5BC6-970B-354B54D5302A}" dt="2025-11-20T13:33:59.320" v="362" actId="2696"/>
        <pc:sldMkLst>
          <pc:docMk/>
          <pc:sldMk cId="1647657966" sldId="374"/>
        </pc:sldMkLst>
      </pc:sldChg>
      <pc:sldChg chg="modSp del mod">
        <pc:chgData name="Mariana Rocha" userId="0a3173bd-d0ed-4c32-8e4c-b90c820606c5" providerId="ADAL" clId="{DCC3A51D-31E8-5BC6-970B-354B54D5302A}" dt="2025-11-20T13:33:59.332" v="363" actId="2696"/>
        <pc:sldMkLst>
          <pc:docMk/>
          <pc:sldMk cId="1105165921" sldId="375"/>
        </pc:sldMkLst>
        <pc:spChg chg="mod">
          <ac:chgData name="Mariana Rocha" userId="0a3173bd-d0ed-4c32-8e4c-b90c820606c5" providerId="ADAL" clId="{DCC3A51D-31E8-5BC6-970B-354B54D5302A}" dt="2025-11-20T13:30:56.199" v="318" actId="12"/>
          <ac:spMkLst>
            <pc:docMk/>
            <pc:sldMk cId="1105165921" sldId="375"/>
            <ac:spMk id="3" creationId="{113A408E-99BC-778B-ED11-BF9DD10972F9}"/>
          </ac:spMkLst>
        </pc:spChg>
      </pc:sldChg>
      <pc:sldChg chg="del">
        <pc:chgData name="Mariana Rocha" userId="0a3173bd-d0ed-4c32-8e4c-b90c820606c5" providerId="ADAL" clId="{DCC3A51D-31E8-5BC6-970B-354B54D5302A}" dt="2025-11-20T13:34:07.181" v="364" actId="2696"/>
        <pc:sldMkLst>
          <pc:docMk/>
          <pc:sldMk cId="2279014842" sldId="376"/>
        </pc:sldMkLst>
      </pc:sldChg>
      <pc:sldChg chg="del">
        <pc:chgData name="Mariana Rocha" userId="0a3173bd-d0ed-4c32-8e4c-b90c820606c5" providerId="ADAL" clId="{DCC3A51D-31E8-5BC6-970B-354B54D5302A}" dt="2025-11-20T13:31:37.430" v="319" actId="2696"/>
        <pc:sldMkLst>
          <pc:docMk/>
          <pc:sldMk cId="762380228" sldId="377"/>
        </pc:sldMkLst>
      </pc:sldChg>
      <pc:sldChg chg="del">
        <pc:chgData name="Mariana Rocha" userId="0a3173bd-d0ed-4c32-8e4c-b90c820606c5" providerId="ADAL" clId="{DCC3A51D-31E8-5BC6-970B-354B54D5302A}" dt="2025-11-20T13:31:38.628" v="320" actId="2696"/>
        <pc:sldMkLst>
          <pc:docMk/>
          <pc:sldMk cId="4226125605" sldId="378"/>
        </pc:sldMkLst>
      </pc:sldChg>
      <pc:sldChg chg="modSp mod">
        <pc:chgData name="Mariana Rocha" userId="0a3173bd-d0ed-4c32-8e4c-b90c820606c5" providerId="ADAL" clId="{DCC3A51D-31E8-5BC6-970B-354B54D5302A}" dt="2025-11-20T13:38:47.871" v="383" actId="14100"/>
        <pc:sldMkLst>
          <pc:docMk/>
          <pc:sldMk cId="1789256730" sldId="379"/>
        </pc:sldMkLst>
        <pc:spChg chg="mod">
          <ac:chgData name="Mariana Rocha" userId="0a3173bd-d0ed-4c32-8e4c-b90c820606c5" providerId="ADAL" clId="{DCC3A51D-31E8-5BC6-970B-354B54D5302A}" dt="2025-11-20T13:38:47.871" v="383" actId="14100"/>
          <ac:spMkLst>
            <pc:docMk/>
            <pc:sldMk cId="1789256730" sldId="379"/>
            <ac:spMk id="4" creationId="{26E6F690-7913-1B7D-73BD-60A1B635CC02}"/>
          </ac:spMkLst>
        </pc:spChg>
      </pc:sldChg>
      <pc:sldChg chg="del">
        <pc:chgData name="Mariana Rocha" userId="0a3173bd-d0ed-4c32-8e4c-b90c820606c5" providerId="ADAL" clId="{DCC3A51D-31E8-5BC6-970B-354B54D5302A}" dt="2025-11-20T10:00:20.279" v="1" actId="2696"/>
        <pc:sldMkLst>
          <pc:docMk/>
          <pc:sldMk cId="2799346220" sldId="380"/>
        </pc:sldMkLst>
      </pc:sldChg>
      <pc:sldChg chg="del">
        <pc:chgData name="Mariana Rocha" userId="0a3173bd-d0ed-4c32-8e4c-b90c820606c5" providerId="ADAL" clId="{DCC3A51D-31E8-5BC6-970B-354B54D5302A}" dt="2025-11-20T10:00:20.285" v="4" actId="2696"/>
        <pc:sldMkLst>
          <pc:docMk/>
          <pc:sldMk cId="2618954226" sldId="382"/>
        </pc:sldMkLst>
      </pc:sldChg>
      <pc:sldChg chg="del">
        <pc:chgData name="Mariana Rocha" userId="0a3173bd-d0ed-4c32-8e4c-b90c820606c5" providerId="ADAL" clId="{DCC3A51D-31E8-5BC6-970B-354B54D5302A}" dt="2025-11-20T10:00:20.283" v="3" actId="2696"/>
        <pc:sldMkLst>
          <pc:docMk/>
          <pc:sldMk cId="372493958" sldId="383"/>
        </pc:sldMkLst>
      </pc:sldChg>
      <pc:sldChg chg="del">
        <pc:chgData name="Mariana Rocha" userId="0a3173bd-d0ed-4c32-8e4c-b90c820606c5" providerId="ADAL" clId="{DCC3A51D-31E8-5BC6-970B-354B54D5302A}" dt="2025-11-20T10:00:20.287" v="5" actId="2696"/>
        <pc:sldMkLst>
          <pc:docMk/>
          <pc:sldMk cId="29669573" sldId="384"/>
        </pc:sldMkLst>
      </pc:sldChg>
      <pc:sldChg chg="del">
        <pc:chgData name="Mariana Rocha" userId="0a3173bd-d0ed-4c32-8e4c-b90c820606c5" providerId="ADAL" clId="{DCC3A51D-31E8-5BC6-970B-354B54D5302A}" dt="2025-11-20T10:00:20.281" v="2" actId="2696"/>
        <pc:sldMkLst>
          <pc:docMk/>
          <pc:sldMk cId="1866138334" sldId="385"/>
        </pc:sldMkLst>
      </pc:sldChg>
      <pc:sldChg chg="modSp mod">
        <pc:chgData name="Mariana Rocha" userId="0a3173bd-d0ed-4c32-8e4c-b90c820606c5" providerId="ADAL" clId="{DCC3A51D-31E8-5BC6-970B-354B54D5302A}" dt="2025-11-20T14:00:30.416" v="392" actId="20577"/>
        <pc:sldMkLst>
          <pc:docMk/>
          <pc:sldMk cId="544794995" sldId="386"/>
        </pc:sldMkLst>
        <pc:spChg chg="mod">
          <ac:chgData name="Mariana Rocha" userId="0a3173bd-d0ed-4c32-8e4c-b90c820606c5" providerId="ADAL" clId="{DCC3A51D-31E8-5BC6-970B-354B54D5302A}" dt="2025-11-20T14:00:30.416" v="392" actId="20577"/>
          <ac:spMkLst>
            <pc:docMk/>
            <pc:sldMk cId="544794995" sldId="386"/>
            <ac:spMk id="4" creationId="{42CAAA2B-0F98-39B3-AD28-6790E01FBA0C}"/>
          </ac:spMkLst>
        </pc:spChg>
      </pc:sldChg>
      <pc:sldChg chg="del">
        <pc:chgData name="Mariana Rocha" userId="0a3173bd-d0ed-4c32-8e4c-b90c820606c5" providerId="ADAL" clId="{DCC3A51D-31E8-5BC6-970B-354B54D5302A}" dt="2025-11-20T13:38:37.759" v="382" actId="2696"/>
        <pc:sldMkLst>
          <pc:docMk/>
          <pc:sldMk cId="3945348811" sldId="387"/>
        </pc:sldMkLst>
      </pc:sldChg>
      <pc:sldChg chg="modSp add mod ord">
        <pc:chgData name="Mariana Rocha" userId="0a3173bd-d0ed-4c32-8e4c-b90c820606c5" providerId="ADAL" clId="{DCC3A51D-31E8-5BC6-970B-354B54D5302A}" dt="2025-11-20T10:40:14.658" v="143" actId="20578"/>
        <pc:sldMkLst>
          <pc:docMk/>
          <pc:sldMk cId="571182799" sldId="388"/>
        </pc:sldMkLst>
        <pc:spChg chg="mod">
          <ac:chgData name="Mariana Rocha" userId="0a3173bd-d0ed-4c32-8e4c-b90c820606c5" providerId="ADAL" clId="{DCC3A51D-31E8-5BC6-970B-354B54D5302A}" dt="2025-11-20T10:39:06.724" v="69" actId="1076"/>
          <ac:spMkLst>
            <pc:docMk/>
            <pc:sldMk cId="571182799" sldId="388"/>
            <ac:spMk id="3" creationId="{C2A2FDCD-A8F3-564A-6CD4-51DC1DBA1645}"/>
          </ac:spMkLst>
        </pc:spChg>
        <pc:spChg chg="mod">
          <ac:chgData name="Mariana Rocha" userId="0a3173bd-d0ed-4c32-8e4c-b90c820606c5" providerId="ADAL" clId="{DCC3A51D-31E8-5BC6-970B-354B54D5302A}" dt="2025-11-20T10:40:10.405" v="142" actId="403"/>
          <ac:spMkLst>
            <pc:docMk/>
            <pc:sldMk cId="571182799" sldId="388"/>
            <ac:spMk id="4" creationId="{EB3C07FE-7C98-A547-876E-CE78A4B2C1A9}"/>
          </ac:spMkLst>
        </pc:spChg>
      </pc:sldChg>
      <pc:sldChg chg="addSp modSp add mod">
        <pc:chgData name="Mariana Rocha" userId="0a3173bd-d0ed-4c32-8e4c-b90c820606c5" providerId="ADAL" clId="{DCC3A51D-31E8-5BC6-970B-354B54D5302A}" dt="2025-11-20T10:41:59.640" v="158" actId="1076"/>
        <pc:sldMkLst>
          <pc:docMk/>
          <pc:sldMk cId="2856279783" sldId="389"/>
        </pc:sldMkLst>
        <pc:spChg chg="mod">
          <ac:chgData name="Mariana Rocha" userId="0a3173bd-d0ed-4c32-8e4c-b90c820606c5" providerId="ADAL" clId="{DCC3A51D-31E8-5BC6-970B-354B54D5302A}" dt="2025-11-20T10:41:47.598" v="153" actId="27636"/>
          <ac:spMkLst>
            <pc:docMk/>
            <pc:sldMk cId="2856279783" sldId="389"/>
            <ac:spMk id="4" creationId="{748E815C-954B-BE4B-8FE7-8BC196E40611}"/>
          </ac:spMkLst>
        </pc:spChg>
        <pc:spChg chg="add mod">
          <ac:chgData name="Mariana Rocha" userId="0a3173bd-d0ed-4c32-8e4c-b90c820606c5" providerId="ADAL" clId="{DCC3A51D-31E8-5BC6-970B-354B54D5302A}" dt="2025-11-20T10:41:59.640" v="158" actId="1076"/>
          <ac:spMkLst>
            <pc:docMk/>
            <pc:sldMk cId="2856279783" sldId="389"/>
            <ac:spMk id="5" creationId="{CDEF75F6-5E21-0CA0-0C31-193B0FF1EBBC}"/>
          </ac:spMkLst>
        </pc:spChg>
      </pc:sldChg>
      <pc:sldChg chg="addSp delSp modSp add mod">
        <pc:chgData name="Mariana Rocha" userId="0a3173bd-d0ed-4c32-8e4c-b90c820606c5" providerId="ADAL" clId="{DCC3A51D-31E8-5BC6-970B-354B54D5302A}" dt="2025-11-20T10:49:41.753" v="174"/>
        <pc:sldMkLst>
          <pc:docMk/>
          <pc:sldMk cId="3086816205" sldId="390"/>
        </pc:sldMkLst>
        <pc:spChg chg="del">
          <ac:chgData name="Mariana Rocha" userId="0a3173bd-d0ed-4c32-8e4c-b90c820606c5" providerId="ADAL" clId="{DCC3A51D-31E8-5BC6-970B-354B54D5302A}" dt="2025-11-20T10:49:39.163" v="172" actId="478"/>
          <ac:spMkLst>
            <pc:docMk/>
            <pc:sldMk cId="3086816205" sldId="390"/>
            <ac:spMk id="4" creationId="{039C92F9-9091-B16F-49B0-065E610A3CCA}"/>
          </ac:spMkLst>
        </pc:spChg>
        <pc:spChg chg="add del mod">
          <ac:chgData name="Mariana Rocha" userId="0a3173bd-d0ed-4c32-8e4c-b90c820606c5" providerId="ADAL" clId="{DCC3A51D-31E8-5BC6-970B-354B54D5302A}" dt="2025-11-20T10:49:40.588" v="173" actId="478"/>
          <ac:spMkLst>
            <pc:docMk/>
            <pc:sldMk cId="3086816205" sldId="390"/>
            <ac:spMk id="5" creationId="{8EE08317-246A-716A-7537-A9BDE1E7838F}"/>
          </ac:spMkLst>
        </pc:spChg>
        <pc:spChg chg="add mod">
          <ac:chgData name="Mariana Rocha" userId="0a3173bd-d0ed-4c32-8e4c-b90c820606c5" providerId="ADAL" clId="{DCC3A51D-31E8-5BC6-970B-354B54D5302A}" dt="2025-11-20T10:49:41.753" v="174"/>
          <ac:spMkLst>
            <pc:docMk/>
            <pc:sldMk cId="3086816205" sldId="390"/>
            <ac:spMk id="6" creationId="{B40823D4-3AE5-AB62-42FE-043BFFA4A2F0}"/>
          </ac:spMkLst>
        </pc:spChg>
      </pc:sldChg>
      <pc:sldChg chg="addSp modSp add mod">
        <pc:chgData name="Mariana Rocha" userId="0a3173bd-d0ed-4c32-8e4c-b90c820606c5" providerId="ADAL" clId="{DCC3A51D-31E8-5BC6-970B-354B54D5302A}" dt="2025-11-20T13:12:46.772" v="241" actId="1035"/>
        <pc:sldMkLst>
          <pc:docMk/>
          <pc:sldMk cId="2913987599" sldId="391"/>
        </pc:sldMkLst>
        <pc:spChg chg="mod">
          <ac:chgData name="Mariana Rocha" userId="0a3173bd-d0ed-4c32-8e4c-b90c820606c5" providerId="ADAL" clId="{DCC3A51D-31E8-5BC6-970B-354B54D5302A}" dt="2025-11-20T13:12:36.116" v="225" actId="404"/>
          <ac:spMkLst>
            <pc:docMk/>
            <pc:sldMk cId="2913987599" sldId="391"/>
            <ac:spMk id="3" creationId="{5640A3ED-DD97-30E3-D3BE-01479C06F72D}"/>
          </ac:spMkLst>
        </pc:spChg>
        <pc:spChg chg="mod">
          <ac:chgData name="Mariana Rocha" userId="0a3173bd-d0ed-4c32-8e4c-b90c820606c5" providerId="ADAL" clId="{DCC3A51D-31E8-5BC6-970B-354B54D5302A}" dt="2025-11-20T13:12:43.663" v="232" actId="1035"/>
          <ac:spMkLst>
            <pc:docMk/>
            <pc:sldMk cId="2913987599" sldId="391"/>
            <ac:spMk id="4" creationId="{B125A94B-266C-A83B-6040-5F1E62287AF9}"/>
          </ac:spMkLst>
        </pc:spChg>
        <pc:spChg chg="add mod">
          <ac:chgData name="Mariana Rocha" userId="0a3173bd-d0ed-4c32-8e4c-b90c820606c5" providerId="ADAL" clId="{DCC3A51D-31E8-5BC6-970B-354B54D5302A}" dt="2025-11-20T13:12:46.772" v="241" actId="1035"/>
          <ac:spMkLst>
            <pc:docMk/>
            <pc:sldMk cId="2913987599" sldId="391"/>
            <ac:spMk id="5" creationId="{F75200A7-C845-C60C-2159-37B4946CB393}"/>
          </ac:spMkLst>
        </pc:spChg>
      </pc:sldChg>
      <pc:sldChg chg="add del">
        <pc:chgData name="Mariana Rocha" userId="0a3173bd-d0ed-4c32-8e4c-b90c820606c5" providerId="ADAL" clId="{DCC3A51D-31E8-5BC6-970B-354B54D5302A}" dt="2025-11-20T13:15:09.819" v="270" actId="2696"/>
        <pc:sldMkLst>
          <pc:docMk/>
          <pc:sldMk cId="17534812" sldId="392"/>
        </pc:sldMkLst>
      </pc:sldChg>
      <pc:sldChg chg="addSp delSp modSp add mod chgLayout">
        <pc:chgData name="Mariana Rocha" userId="0a3173bd-d0ed-4c32-8e4c-b90c820606c5" providerId="ADAL" clId="{DCC3A51D-31E8-5BC6-970B-354B54D5302A}" dt="2025-11-20T13:16:00.828" v="291" actId="113"/>
        <pc:sldMkLst>
          <pc:docMk/>
          <pc:sldMk cId="4149933202" sldId="392"/>
        </pc:sldMkLst>
        <pc:spChg chg="add del mod">
          <ac:chgData name="Mariana Rocha" userId="0a3173bd-d0ed-4c32-8e4c-b90c820606c5" providerId="ADAL" clId="{DCC3A51D-31E8-5BC6-970B-354B54D5302A}" dt="2025-11-20T13:15:19.047" v="272" actId="6264"/>
          <ac:spMkLst>
            <pc:docMk/>
            <pc:sldMk cId="4149933202" sldId="392"/>
            <ac:spMk id="2" creationId="{871356BF-2E4D-86F6-E594-237966095849}"/>
          </ac:spMkLst>
        </pc:spChg>
        <pc:spChg chg="mod ord">
          <ac:chgData name="Mariana Rocha" userId="0a3173bd-d0ed-4c32-8e4c-b90c820606c5" providerId="ADAL" clId="{DCC3A51D-31E8-5BC6-970B-354B54D5302A}" dt="2025-11-20T13:16:00.828" v="291" actId="113"/>
          <ac:spMkLst>
            <pc:docMk/>
            <pc:sldMk cId="4149933202" sldId="392"/>
            <ac:spMk id="3" creationId="{49D8A2E7-EBA0-44A9-5D8D-07BC05E168F7}"/>
          </ac:spMkLst>
        </pc:spChg>
        <pc:spChg chg="mod ord">
          <ac:chgData name="Mariana Rocha" userId="0a3173bd-d0ed-4c32-8e4c-b90c820606c5" providerId="ADAL" clId="{DCC3A51D-31E8-5BC6-970B-354B54D5302A}" dt="2025-11-20T13:15:45.528" v="290" actId="255"/>
          <ac:spMkLst>
            <pc:docMk/>
            <pc:sldMk cId="4149933202" sldId="392"/>
            <ac:spMk id="4" creationId="{5D168182-3F10-3557-A4BF-1C8AC4F0BEA1}"/>
          </ac:spMkLst>
        </pc:spChg>
        <pc:spChg chg="add del mod">
          <ac:chgData name="Mariana Rocha" userId="0a3173bd-d0ed-4c32-8e4c-b90c820606c5" providerId="ADAL" clId="{DCC3A51D-31E8-5BC6-970B-354B54D5302A}" dt="2025-11-20T13:15:19.047" v="272" actId="6264"/>
          <ac:spMkLst>
            <pc:docMk/>
            <pc:sldMk cId="4149933202" sldId="392"/>
            <ac:spMk id="5" creationId="{5E474B63-A176-E83C-D47E-A92010345CF6}"/>
          </ac:spMkLst>
        </pc:spChg>
      </pc:sldChg>
      <pc:sldChg chg="addSp delSp modSp add mod">
        <pc:chgData name="Mariana Rocha" userId="0a3173bd-d0ed-4c32-8e4c-b90c820606c5" providerId="ADAL" clId="{DCC3A51D-31E8-5BC6-970B-354B54D5302A}" dt="2025-11-20T13:28:48.473" v="315" actId="1076"/>
        <pc:sldMkLst>
          <pc:docMk/>
          <pc:sldMk cId="1877187117" sldId="393"/>
        </pc:sldMkLst>
        <pc:spChg chg="mod">
          <ac:chgData name="Mariana Rocha" userId="0a3173bd-d0ed-4c32-8e4c-b90c820606c5" providerId="ADAL" clId="{DCC3A51D-31E8-5BC6-970B-354B54D5302A}" dt="2025-11-20T13:28:45.704" v="314" actId="1076"/>
          <ac:spMkLst>
            <pc:docMk/>
            <pc:sldMk cId="1877187117" sldId="393"/>
            <ac:spMk id="3" creationId="{71942D48-3B56-D778-433C-CF1B2FA247F7}"/>
          </ac:spMkLst>
        </pc:spChg>
        <pc:spChg chg="del">
          <ac:chgData name="Mariana Rocha" userId="0a3173bd-d0ed-4c32-8e4c-b90c820606c5" providerId="ADAL" clId="{DCC3A51D-31E8-5BC6-970B-354B54D5302A}" dt="2025-11-20T13:27:21.893" v="293" actId="478"/>
          <ac:spMkLst>
            <pc:docMk/>
            <pc:sldMk cId="1877187117" sldId="393"/>
            <ac:spMk id="4" creationId="{3C0DA58B-6CF5-8068-E66C-96BEC5C03E99}"/>
          </ac:spMkLst>
        </pc:spChg>
        <pc:spChg chg="add del mod">
          <ac:chgData name="Mariana Rocha" userId="0a3173bd-d0ed-4c32-8e4c-b90c820606c5" providerId="ADAL" clId="{DCC3A51D-31E8-5BC6-970B-354B54D5302A}" dt="2025-11-20T13:27:22.868" v="294" actId="478"/>
          <ac:spMkLst>
            <pc:docMk/>
            <pc:sldMk cId="1877187117" sldId="393"/>
            <ac:spMk id="5" creationId="{A475445E-368F-3CA3-DD45-0EE10FBDD574}"/>
          </ac:spMkLst>
        </pc:spChg>
        <pc:spChg chg="add mod">
          <ac:chgData name="Mariana Rocha" userId="0a3173bd-d0ed-4c32-8e4c-b90c820606c5" providerId="ADAL" clId="{DCC3A51D-31E8-5BC6-970B-354B54D5302A}" dt="2025-11-20T13:28:48.473" v="315" actId="1076"/>
          <ac:spMkLst>
            <pc:docMk/>
            <pc:sldMk cId="1877187117" sldId="393"/>
            <ac:spMk id="7" creationId="{550FBEDF-1585-301D-FAF5-611ED6FBC192}"/>
          </ac:spMkLst>
        </pc:spChg>
      </pc:sldChg>
      <pc:sldChg chg="modSp add mod ord">
        <pc:chgData name="Mariana Rocha" userId="0a3173bd-d0ed-4c32-8e4c-b90c820606c5" providerId="ADAL" clId="{DCC3A51D-31E8-5BC6-970B-354B54D5302A}" dt="2025-11-20T13:37:02.797" v="378" actId="20578"/>
        <pc:sldMkLst>
          <pc:docMk/>
          <pc:sldMk cId="3254304562" sldId="394"/>
        </pc:sldMkLst>
        <pc:spChg chg="mod">
          <ac:chgData name="Mariana Rocha" userId="0a3173bd-d0ed-4c32-8e4c-b90c820606c5" providerId="ADAL" clId="{DCC3A51D-31E8-5BC6-970B-354B54D5302A}" dt="2025-11-20T13:36:45.600" v="377" actId="14100"/>
          <ac:spMkLst>
            <pc:docMk/>
            <pc:sldMk cId="3254304562" sldId="394"/>
            <ac:spMk id="4" creationId="{ECA59179-929B-B2A2-0F91-CC6AD577DE6D}"/>
          </ac:spMkLst>
        </pc:spChg>
      </pc:sldChg>
      <pc:sldChg chg="modSp add mod">
        <pc:chgData name="Mariana Rocha" userId="0a3173bd-d0ed-4c32-8e4c-b90c820606c5" providerId="ADAL" clId="{DCC3A51D-31E8-5BC6-970B-354B54D5302A}" dt="2025-11-20T14:02:18.971" v="441" actId="20577"/>
        <pc:sldMkLst>
          <pc:docMk/>
          <pc:sldMk cId="3816376870" sldId="395"/>
        </pc:sldMkLst>
        <pc:spChg chg="mod">
          <ac:chgData name="Mariana Rocha" userId="0a3173bd-d0ed-4c32-8e4c-b90c820606c5" providerId="ADAL" clId="{DCC3A51D-31E8-5BC6-970B-354B54D5302A}" dt="2025-11-20T14:02:18.971" v="441" actId="20577"/>
          <ac:spMkLst>
            <pc:docMk/>
            <pc:sldMk cId="3816376870" sldId="395"/>
            <ac:spMk id="4" creationId="{87F64E13-40C6-430A-6D1D-57238E671D4B}"/>
          </ac:spMkLst>
        </pc:spChg>
      </pc:sldChg>
      <pc:sldChg chg="modSp add mod">
        <pc:chgData name="Mariana Rocha" userId="0a3173bd-d0ed-4c32-8e4c-b90c820606c5" providerId="ADAL" clId="{DCC3A51D-31E8-5BC6-970B-354B54D5302A}" dt="2025-11-20T14:04:58.126" v="523" actId="404"/>
        <pc:sldMkLst>
          <pc:docMk/>
          <pc:sldMk cId="2142514777" sldId="396"/>
        </pc:sldMkLst>
        <pc:spChg chg="mod">
          <ac:chgData name="Mariana Rocha" userId="0a3173bd-d0ed-4c32-8e4c-b90c820606c5" providerId="ADAL" clId="{DCC3A51D-31E8-5BC6-970B-354B54D5302A}" dt="2025-11-20T14:03:58.300" v="471" actId="20577"/>
          <ac:spMkLst>
            <pc:docMk/>
            <pc:sldMk cId="2142514777" sldId="396"/>
            <ac:spMk id="3" creationId="{4D1C6B7C-A777-4B36-D518-5DE5871403D8}"/>
          </ac:spMkLst>
        </pc:spChg>
        <pc:spChg chg="mod">
          <ac:chgData name="Mariana Rocha" userId="0a3173bd-d0ed-4c32-8e4c-b90c820606c5" providerId="ADAL" clId="{DCC3A51D-31E8-5BC6-970B-354B54D5302A}" dt="2025-11-20T14:04:58.126" v="523" actId="404"/>
          <ac:spMkLst>
            <pc:docMk/>
            <pc:sldMk cId="2142514777" sldId="396"/>
            <ac:spMk id="4" creationId="{4A8113A1-1C4D-73BF-6F74-5C58425D48C3}"/>
          </ac:spMkLst>
        </pc:spChg>
      </pc:sldChg>
      <pc:sldChg chg="modSp add mod">
        <pc:chgData name="Mariana Rocha" userId="0a3173bd-d0ed-4c32-8e4c-b90c820606c5" providerId="ADAL" clId="{DCC3A51D-31E8-5BC6-970B-354B54D5302A}" dt="2025-11-20T14:08:29.251" v="531" actId="20577"/>
        <pc:sldMkLst>
          <pc:docMk/>
          <pc:sldMk cId="292095488" sldId="397"/>
        </pc:sldMkLst>
        <pc:spChg chg="mod">
          <ac:chgData name="Mariana Rocha" userId="0a3173bd-d0ed-4c32-8e4c-b90c820606c5" providerId="ADAL" clId="{DCC3A51D-31E8-5BC6-970B-354B54D5302A}" dt="2025-11-20T14:08:29.251" v="531" actId="20577"/>
          <ac:spMkLst>
            <pc:docMk/>
            <pc:sldMk cId="292095488" sldId="397"/>
            <ac:spMk id="4" creationId="{C6B3AB5A-626E-90F8-26A6-3D6BF6217B1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1B4BA2A0-2F2D-8843-B982-4C6BB98B5873}" type="datetimeFigureOut">
              <a:rPr lang="en-IE" smtClean="0"/>
              <a:t>20/11/2025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3D58DAF2-9F22-C44D-88C5-A659E7A62E03}" type="slidenum">
              <a:rPr lang="en-IE" smtClean="0"/>
              <a:t>‹#›</a:t>
            </a:fld>
            <a:endParaRPr lang="en-IE"/>
          </a:p>
        </p:txBody>
      </p:sp>
    </p:spTree>
    <p:extLst>
      <p:ext uri="{BB962C8B-B14F-4D97-AF65-F5344CB8AC3E}">
        <p14:creationId xmlns:p14="http://schemas.microsoft.com/office/powerpoint/2010/main" val="651391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B4BA2A0-2F2D-8843-B982-4C6BB98B5873}" type="datetimeFigureOut">
              <a:rPr lang="en-IE" smtClean="0"/>
              <a:t>20/11/2025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3D58DAF2-9F22-C44D-88C5-A659E7A62E03}" type="slidenum">
              <a:rPr lang="en-IE" smtClean="0"/>
              <a:t>‹#›</a:t>
            </a:fld>
            <a:endParaRPr lang="en-IE"/>
          </a:p>
        </p:txBody>
      </p:sp>
    </p:spTree>
    <p:extLst>
      <p:ext uri="{BB962C8B-B14F-4D97-AF65-F5344CB8AC3E}">
        <p14:creationId xmlns:p14="http://schemas.microsoft.com/office/powerpoint/2010/main" val="3554507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B4BA2A0-2F2D-8843-B982-4C6BB98B5873}" type="datetimeFigureOut">
              <a:rPr lang="en-IE" smtClean="0"/>
              <a:t>20/11/2025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3D58DAF2-9F22-C44D-88C5-A659E7A62E03}" type="slidenum">
              <a:rPr lang="en-IE" smtClean="0"/>
              <a:t>‹#›</a:t>
            </a:fld>
            <a:endParaRPr lang="en-IE"/>
          </a:p>
        </p:txBody>
      </p:sp>
    </p:spTree>
    <p:extLst>
      <p:ext uri="{BB962C8B-B14F-4D97-AF65-F5344CB8AC3E}">
        <p14:creationId xmlns:p14="http://schemas.microsoft.com/office/powerpoint/2010/main" val="170575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B4BA2A0-2F2D-8843-B982-4C6BB98B5873}" type="datetimeFigureOut">
              <a:rPr lang="en-IE" smtClean="0"/>
              <a:t>20/11/2025</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3D58DAF2-9F22-C44D-88C5-A659E7A62E03}" type="slidenum">
              <a:rPr lang="en-IE" smtClean="0"/>
              <a:t>‹#›</a:t>
            </a:fld>
            <a:endParaRPr lang="en-IE"/>
          </a:p>
        </p:txBody>
      </p:sp>
    </p:spTree>
    <p:extLst>
      <p:ext uri="{BB962C8B-B14F-4D97-AF65-F5344CB8AC3E}">
        <p14:creationId xmlns:p14="http://schemas.microsoft.com/office/powerpoint/2010/main" val="1662674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1B4BA2A0-2F2D-8843-B982-4C6BB98B5873}" type="datetimeFigureOut">
              <a:rPr lang="en-IE" smtClean="0"/>
              <a:t>20/11/2025</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3D58DAF2-9F22-C44D-88C5-A659E7A62E03}" type="slidenum">
              <a:rPr lang="en-IE" smtClean="0"/>
              <a:t>‹#›</a:t>
            </a:fld>
            <a:endParaRPr lang="en-IE"/>
          </a:p>
        </p:txBody>
      </p:sp>
    </p:spTree>
    <p:extLst>
      <p:ext uri="{BB962C8B-B14F-4D97-AF65-F5344CB8AC3E}">
        <p14:creationId xmlns:p14="http://schemas.microsoft.com/office/powerpoint/2010/main" val="283249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B4BA2A0-2F2D-8843-B982-4C6BB98B5873}" type="datetimeFigureOut">
              <a:rPr lang="en-IE" smtClean="0"/>
              <a:t>20/11/2025</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3D58DAF2-9F22-C44D-88C5-A659E7A62E03}" type="slidenum">
              <a:rPr lang="en-IE" smtClean="0"/>
              <a:t>‹#›</a:t>
            </a:fld>
            <a:endParaRPr lang="en-IE"/>
          </a:p>
        </p:txBody>
      </p:sp>
    </p:spTree>
    <p:extLst>
      <p:ext uri="{BB962C8B-B14F-4D97-AF65-F5344CB8AC3E}">
        <p14:creationId xmlns:p14="http://schemas.microsoft.com/office/powerpoint/2010/main" val="1867694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4BA2A0-2F2D-8843-B982-4C6BB98B5873}" type="datetimeFigureOut">
              <a:rPr lang="en-IE" smtClean="0"/>
              <a:t>20/11/2025</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3D58DAF2-9F22-C44D-88C5-A659E7A62E03}" type="slidenum">
              <a:rPr lang="en-IE" smtClean="0"/>
              <a:t>‹#›</a:t>
            </a:fld>
            <a:endParaRPr lang="en-IE"/>
          </a:p>
        </p:txBody>
      </p:sp>
    </p:spTree>
    <p:extLst>
      <p:ext uri="{BB962C8B-B14F-4D97-AF65-F5344CB8AC3E}">
        <p14:creationId xmlns:p14="http://schemas.microsoft.com/office/powerpoint/2010/main" val="2933342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B4BA2A0-2F2D-8843-B982-4C6BB98B5873}" type="datetimeFigureOut">
              <a:rPr lang="en-IE" smtClean="0"/>
              <a:t>20/11/2025</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3D58DAF2-9F22-C44D-88C5-A659E7A62E03}" type="slidenum">
              <a:rPr lang="en-IE" smtClean="0"/>
              <a:t>‹#›</a:t>
            </a:fld>
            <a:endParaRPr lang="en-IE"/>
          </a:p>
        </p:txBody>
      </p:sp>
    </p:spTree>
    <p:extLst>
      <p:ext uri="{BB962C8B-B14F-4D97-AF65-F5344CB8AC3E}">
        <p14:creationId xmlns:p14="http://schemas.microsoft.com/office/powerpoint/2010/main" val="3618898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B4BA2A0-2F2D-8843-B982-4C6BB98B5873}" type="datetimeFigureOut">
              <a:rPr lang="en-IE" smtClean="0"/>
              <a:t>20/11/2025</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3D58DAF2-9F22-C44D-88C5-A659E7A62E03}" type="slidenum">
              <a:rPr lang="en-IE" smtClean="0"/>
              <a:t>‹#›</a:t>
            </a:fld>
            <a:endParaRPr lang="en-IE"/>
          </a:p>
        </p:txBody>
      </p:sp>
    </p:spTree>
    <p:extLst>
      <p:ext uri="{BB962C8B-B14F-4D97-AF65-F5344CB8AC3E}">
        <p14:creationId xmlns:p14="http://schemas.microsoft.com/office/powerpoint/2010/main" val="2883425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B4BA2A0-2F2D-8843-B982-4C6BB98B5873}" type="datetimeFigureOut">
              <a:rPr lang="en-IE" smtClean="0"/>
              <a:t>20/11/2025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3D58DAF2-9F22-C44D-88C5-A659E7A62E03}" type="slidenum">
              <a:rPr lang="en-IE" smtClean="0"/>
              <a:t>‹#›</a:t>
            </a:fld>
            <a:endParaRPr lang="en-IE"/>
          </a:p>
        </p:txBody>
      </p:sp>
    </p:spTree>
    <p:extLst>
      <p:ext uri="{BB962C8B-B14F-4D97-AF65-F5344CB8AC3E}">
        <p14:creationId xmlns:p14="http://schemas.microsoft.com/office/powerpoint/2010/main" val="2901412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B4BA2A0-2F2D-8843-B982-4C6BB98B5873}" type="datetimeFigureOut">
              <a:rPr lang="en-IE" smtClean="0"/>
              <a:t>20/11/2025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3D58DAF2-9F22-C44D-88C5-A659E7A62E03}" type="slidenum">
              <a:rPr lang="en-IE" smtClean="0"/>
              <a:t>‹#›</a:t>
            </a:fld>
            <a:endParaRPr lang="en-IE"/>
          </a:p>
        </p:txBody>
      </p:sp>
    </p:spTree>
    <p:extLst>
      <p:ext uri="{BB962C8B-B14F-4D97-AF65-F5344CB8AC3E}">
        <p14:creationId xmlns:p14="http://schemas.microsoft.com/office/powerpoint/2010/main" val="2228885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a:xfrm>
            <a:off x="857929" y="286769"/>
            <a:ext cx="7189877" cy="474855"/>
          </a:xfrm>
        </p:spPr>
        <p:txBody>
          <a:bodyPr/>
          <a:lstStyle/>
          <a:p>
            <a:r>
              <a:rPr lang="en-GB"/>
              <a:t>Click to edit Master title style</a:t>
            </a:r>
            <a:endParaRPr lang="en-US"/>
          </a:p>
        </p:txBody>
      </p:sp>
    </p:spTree>
    <p:extLst>
      <p:ext uri="{BB962C8B-B14F-4D97-AF65-F5344CB8AC3E}">
        <p14:creationId xmlns:p14="http://schemas.microsoft.com/office/powerpoint/2010/main" val="1760590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4BA2A0-2F2D-8843-B982-4C6BB98B5873}" type="datetimeFigureOut">
              <a:rPr lang="en-IE" smtClean="0"/>
              <a:t>20/11/2025</a:t>
            </a:fld>
            <a:endParaRPr lang="en-IE"/>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58DAF2-9F22-C44D-88C5-A659E7A62E03}" type="slidenum">
              <a:rPr lang="en-IE" smtClean="0"/>
              <a:t>‹#›</a:t>
            </a:fld>
            <a:endParaRPr lang="en-IE"/>
          </a:p>
        </p:txBody>
      </p:sp>
    </p:spTree>
    <p:extLst>
      <p:ext uri="{BB962C8B-B14F-4D97-AF65-F5344CB8AC3E}">
        <p14:creationId xmlns:p14="http://schemas.microsoft.com/office/powerpoint/2010/main" val="6396660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2ABE34C9-C9F3-88B9-7DC7-48B60D3134CC}"/>
              </a:ext>
            </a:extLst>
          </p:cNvPr>
          <p:cNvSpPr>
            <a:spLocks noGrp="1"/>
          </p:cNvSpPr>
          <p:nvPr>
            <p:ph type="title"/>
          </p:nvPr>
        </p:nvSpPr>
        <p:spPr>
          <a:xfrm>
            <a:off x="621111" y="2582643"/>
            <a:ext cx="7880078" cy="1248448"/>
          </a:xfrm>
        </p:spPr>
        <p:txBody>
          <a:bodyPr vert="horz" wrap="square" lIns="78125" tIns="39063" rIns="78125" bIns="39063" rtlCol="0" anchor="ctr">
            <a:normAutofit fontScale="90000"/>
          </a:bodyPr>
          <a:lstStyle/>
          <a:p>
            <a:r>
              <a:rPr lang="en-IE" sz="3759" dirty="0">
                <a:latin typeface="Helvetica" pitchFamily="2" charset="0"/>
              </a:rPr>
              <a:t>Query optimisation, common table expressions, transactions, and triggers</a:t>
            </a:r>
            <a:br>
              <a:rPr lang="en-IE" sz="3759" dirty="0">
                <a:latin typeface="Helvetica" pitchFamily="2" charset="0"/>
              </a:rPr>
            </a:br>
            <a:br>
              <a:rPr lang="en-IE" sz="3418" dirty="0">
                <a:latin typeface="Helvetica" pitchFamily="2" charset="0"/>
              </a:rPr>
            </a:br>
            <a:r>
              <a:rPr lang="en-IE" sz="3076" dirty="0">
                <a:latin typeface="Helvetica" pitchFamily="2" charset="0"/>
              </a:rPr>
              <a:t>Dr Mariana Rocha</a:t>
            </a:r>
            <a:br>
              <a:rPr lang="en-IE" sz="3076" dirty="0">
                <a:latin typeface="Helvetica" pitchFamily="2" charset="0"/>
              </a:rPr>
            </a:br>
            <a:r>
              <a:rPr lang="en-IE" sz="3076" dirty="0">
                <a:latin typeface="Helvetica" pitchFamily="2" charset="0"/>
              </a:rPr>
              <a:t>School of Computer Science</a:t>
            </a:r>
            <a:endParaRPr lang="en-IE" sz="3418" dirty="0">
              <a:latin typeface="Helvetica" pitchFamily="2" charset="0"/>
            </a:endParaRPr>
          </a:p>
        </p:txBody>
      </p:sp>
      <p:sp>
        <p:nvSpPr>
          <p:cNvPr id="28" name="TextBox 27">
            <a:extLst>
              <a:ext uri="{FF2B5EF4-FFF2-40B4-BE49-F238E27FC236}">
                <a16:creationId xmlns:a16="http://schemas.microsoft.com/office/drawing/2014/main" id="{F8E066B0-7223-D5C8-AC47-4AE5F2157F6E}"/>
              </a:ext>
            </a:extLst>
          </p:cNvPr>
          <p:cNvSpPr txBox="1"/>
          <p:nvPr/>
        </p:nvSpPr>
        <p:spPr>
          <a:xfrm>
            <a:off x="631962" y="5251926"/>
            <a:ext cx="4891444" cy="420842"/>
          </a:xfrm>
          <a:prstGeom prst="rect">
            <a:avLst/>
          </a:prstGeom>
          <a:noFill/>
        </p:spPr>
        <p:txBody>
          <a:bodyPr wrap="none" lIns="78125" tIns="39063" rIns="78125" bIns="39063" rtlCol="0" anchor="t">
            <a:spAutoFit/>
          </a:bodyPr>
          <a:lstStyle/>
          <a:p>
            <a:r>
              <a:rPr lang="en-US" sz="2222" dirty="0">
                <a:latin typeface="Helvetica" pitchFamily="2" charset="0"/>
                <a:cs typeface="Open sans"/>
              </a:rPr>
              <a:t>CPMU 2007 Databases 1, Lecture 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2850E-428E-0BAF-FFAC-0F43466859F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2A2FDCD-A8F3-564A-6CD4-51DC1DBA1645}"/>
              </a:ext>
            </a:extLst>
          </p:cNvPr>
          <p:cNvSpPr txBox="1">
            <a:spLocks noGrp="1"/>
          </p:cNvSpPr>
          <p:nvPr>
            <p:ph type="title"/>
          </p:nvPr>
        </p:nvSpPr>
        <p:spPr>
          <a:xfrm>
            <a:off x="315690" y="509151"/>
            <a:ext cx="7880078" cy="743395"/>
          </a:xfrm>
          <a:prstGeom prst="rect">
            <a:avLst/>
          </a:prstGeom>
        </p:spPr>
        <p:txBody>
          <a:bodyPr vert="horz" wrap="square" lIns="0" tIns="65645" rIns="0" bIns="0" rtlCol="0" anchor="ctr">
            <a:spAutoFit/>
          </a:bodyPr>
          <a:lstStyle/>
          <a:p>
            <a:pPr marL="132383">
              <a:lnSpc>
                <a:spcPct val="100000"/>
              </a:lnSpc>
              <a:spcBef>
                <a:spcPts val="81"/>
              </a:spcBef>
            </a:pPr>
            <a:r>
              <a:rPr lang="pt-BR" b="1" dirty="0"/>
              <a:t>Query </a:t>
            </a:r>
            <a:r>
              <a:rPr lang="pt-BR" b="1" dirty="0" err="1"/>
              <a:t>optimisation</a:t>
            </a:r>
            <a:endParaRPr b="1" spc="-9" dirty="0"/>
          </a:p>
        </p:txBody>
      </p:sp>
      <p:sp>
        <p:nvSpPr>
          <p:cNvPr id="4" name="Content Placeholder 3">
            <a:extLst>
              <a:ext uri="{FF2B5EF4-FFF2-40B4-BE49-F238E27FC236}">
                <a16:creationId xmlns:a16="http://schemas.microsoft.com/office/drawing/2014/main" id="{EB3C07FE-7C98-A547-876E-CE78A4B2C1A9}"/>
              </a:ext>
            </a:extLst>
          </p:cNvPr>
          <p:cNvSpPr>
            <a:spLocks noGrp="1"/>
          </p:cNvSpPr>
          <p:nvPr>
            <p:ph idx="1"/>
          </p:nvPr>
        </p:nvSpPr>
        <p:spPr>
          <a:xfrm>
            <a:off x="654756" y="1828800"/>
            <a:ext cx="8152587" cy="4131733"/>
          </a:xfrm>
        </p:spPr>
        <p:txBody>
          <a:bodyPr>
            <a:normAutofit/>
          </a:bodyPr>
          <a:lstStyle/>
          <a:p>
            <a:r>
              <a:rPr lang="en-IE" dirty="0"/>
              <a:t>Improve performance and reduce execution time</a:t>
            </a:r>
          </a:p>
          <a:p>
            <a:r>
              <a:rPr lang="en-IE" dirty="0"/>
              <a:t>Reduce load on the database server</a:t>
            </a:r>
          </a:p>
          <a:p>
            <a:r>
              <a:rPr lang="en-IE" dirty="0"/>
              <a:t>Improve scalability for large datasets</a:t>
            </a:r>
          </a:p>
          <a:p>
            <a:r>
              <a:rPr lang="en-IE" dirty="0"/>
              <a:t>Make application code more efficient and stable</a:t>
            </a:r>
          </a:p>
          <a:p>
            <a:r>
              <a:rPr lang="en-IE" dirty="0"/>
              <a:t>We can use a number of strategies to optimise our queries</a:t>
            </a:r>
          </a:p>
        </p:txBody>
      </p:sp>
    </p:spTree>
    <p:extLst>
      <p:ext uri="{BB962C8B-B14F-4D97-AF65-F5344CB8AC3E}">
        <p14:creationId xmlns:p14="http://schemas.microsoft.com/office/powerpoint/2010/main" val="571182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screen&#10;&#10;AI-generated content may be incorrect.">
            <a:extLst>
              <a:ext uri="{FF2B5EF4-FFF2-40B4-BE49-F238E27FC236}">
                <a16:creationId xmlns:a16="http://schemas.microsoft.com/office/drawing/2014/main" id="{9ADF4536-4AE2-02D0-53D8-869408D7F449}"/>
              </a:ext>
            </a:extLst>
          </p:cNvPr>
          <p:cNvPicPr>
            <a:picLocks noChangeAspect="1"/>
          </p:cNvPicPr>
          <p:nvPr/>
        </p:nvPicPr>
        <p:blipFill>
          <a:blip r:embed="rId2"/>
          <a:stretch>
            <a:fillRect/>
          </a:stretch>
        </p:blipFill>
        <p:spPr>
          <a:xfrm>
            <a:off x="279737" y="0"/>
            <a:ext cx="4768880" cy="6858000"/>
          </a:xfrm>
          <a:prstGeom prst="rect">
            <a:avLst/>
          </a:prstGeom>
        </p:spPr>
      </p:pic>
      <p:pic>
        <p:nvPicPr>
          <p:cNvPr id="11" name="Picture 10" descr="A screenshot of a data&#10;&#10;AI-generated content may be incorrect.">
            <a:extLst>
              <a:ext uri="{FF2B5EF4-FFF2-40B4-BE49-F238E27FC236}">
                <a16:creationId xmlns:a16="http://schemas.microsoft.com/office/drawing/2014/main" id="{D3B8BB53-7B61-47E3-F681-A7E77B564FD0}"/>
              </a:ext>
            </a:extLst>
          </p:cNvPr>
          <p:cNvPicPr>
            <a:picLocks noChangeAspect="1"/>
          </p:cNvPicPr>
          <p:nvPr/>
        </p:nvPicPr>
        <p:blipFill>
          <a:blip r:embed="rId3"/>
          <a:stretch>
            <a:fillRect/>
          </a:stretch>
        </p:blipFill>
        <p:spPr>
          <a:xfrm>
            <a:off x="2094089" y="5470344"/>
            <a:ext cx="7049911" cy="1037269"/>
          </a:xfrm>
          <a:prstGeom prst="rect">
            <a:avLst/>
          </a:prstGeom>
        </p:spPr>
      </p:pic>
    </p:spTree>
    <p:extLst>
      <p:ext uri="{BB962C8B-B14F-4D97-AF65-F5344CB8AC3E}">
        <p14:creationId xmlns:p14="http://schemas.microsoft.com/office/powerpoint/2010/main" val="2462846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42A56-001E-47DD-D426-A582FCA0C1C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472A594-F467-8F41-4A2E-E634E0529821}"/>
              </a:ext>
            </a:extLst>
          </p:cNvPr>
          <p:cNvSpPr txBox="1">
            <a:spLocks noGrp="1"/>
          </p:cNvSpPr>
          <p:nvPr>
            <p:ph type="title"/>
          </p:nvPr>
        </p:nvSpPr>
        <p:spPr>
          <a:xfrm>
            <a:off x="236668" y="238218"/>
            <a:ext cx="7880078" cy="743395"/>
          </a:xfrm>
          <a:prstGeom prst="rect">
            <a:avLst/>
          </a:prstGeom>
        </p:spPr>
        <p:txBody>
          <a:bodyPr vert="horz" wrap="square" lIns="0" tIns="65645" rIns="0" bIns="0" rtlCol="0" anchor="ctr">
            <a:spAutoFit/>
          </a:bodyPr>
          <a:lstStyle/>
          <a:p>
            <a:pPr marL="132383">
              <a:lnSpc>
                <a:spcPct val="100000"/>
              </a:lnSpc>
              <a:spcBef>
                <a:spcPts val="81"/>
              </a:spcBef>
            </a:pPr>
            <a:r>
              <a:rPr lang="pt-BR" b="1" dirty="0"/>
              <a:t>LIMIT </a:t>
            </a:r>
            <a:r>
              <a:rPr lang="pt-BR" b="1" dirty="0" err="1"/>
              <a:t>number</a:t>
            </a:r>
            <a:r>
              <a:rPr lang="pt-BR" b="1" dirty="0"/>
              <a:t> </a:t>
            </a:r>
            <a:r>
              <a:rPr lang="pt-BR" b="1" dirty="0" err="1"/>
              <a:t>of</a:t>
            </a:r>
            <a:r>
              <a:rPr lang="pt-BR" b="1" dirty="0"/>
              <a:t> </a:t>
            </a:r>
            <a:r>
              <a:rPr lang="pt-BR" b="1" dirty="0" err="1"/>
              <a:t>results</a:t>
            </a:r>
            <a:endParaRPr b="1" spc="-9" dirty="0"/>
          </a:p>
        </p:txBody>
      </p:sp>
      <p:sp>
        <p:nvSpPr>
          <p:cNvPr id="4" name="Content Placeholder 3">
            <a:extLst>
              <a:ext uri="{FF2B5EF4-FFF2-40B4-BE49-F238E27FC236}">
                <a16:creationId xmlns:a16="http://schemas.microsoft.com/office/drawing/2014/main" id="{748E815C-954B-BE4B-8FE7-8BC196E40611}"/>
              </a:ext>
            </a:extLst>
          </p:cNvPr>
          <p:cNvSpPr>
            <a:spLocks noGrp="1"/>
          </p:cNvSpPr>
          <p:nvPr>
            <p:ph idx="1"/>
          </p:nvPr>
        </p:nvSpPr>
        <p:spPr>
          <a:xfrm>
            <a:off x="236668" y="1101870"/>
            <a:ext cx="8570675" cy="2747641"/>
          </a:xfrm>
        </p:spPr>
        <p:txBody>
          <a:bodyPr>
            <a:normAutofit lnSpcReduction="10000"/>
          </a:bodyPr>
          <a:lstStyle/>
          <a:p>
            <a:r>
              <a:rPr lang="en-IE" sz="2400" dirty="0"/>
              <a:t>In large tables like </a:t>
            </a:r>
            <a:r>
              <a:rPr lang="en-IE" sz="2400" dirty="0" err="1"/>
              <a:t>player_statistics</a:t>
            </a:r>
            <a:r>
              <a:rPr lang="en-IE" sz="2400" dirty="0"/>
              <a:t>, a plain SELECT * can be slow and unnecessary.</a:t>
            </a:r>
          </a:p>
          <a:p>
            <a:r>
              <a:rPr lang="en-IE" sz="2400" dirty="0"/>
              <a:t>When we just want to peek at the data, we can use LIMIT to restrict the number of rows.</a:t>
            </a:r>
          </a:p>
          <a:p>
            <a:r>
              <a:rPr lang="en-IE" sz="2400" dirty="0"/>
              <a:t>This is useful when exploring a new table or debugging queries.</a:t>
            </a:r>
          </a:p>
          <a:p>
            <a:r>
              <a:rPr lang="en-IE" sz="2400" dirty="0"/>
              <a:t>Using LIMIT also makes EXPLAIN ANALYZE faster and easier to read.</a:t>
            </a:r>
          </a:p>
        </p:txBody>
      </p:sp>
      <p:sp>
        <p:nvSpPr>
          <p:cNvPr id="5" name="TextBox 4">
            <a:extLst>
              <a:ext uri="{FF2B5EF4-FFF2-40B4-BE49-F238E27FC236}">
                <a16:creationId xmlns:a16="http://schemas.microsoft.com/office/drawing/2014/main" id="{CDEF75F6-5E21-0CA0-0C31-193B0FF1EBBC}"/>
              </a:ext>
            </a:extLst>
          </p:cNvPr>
          <p:cNvSpPr txBox="1"/>
          <p:nvPr/>
        </p:nvSpPr>
        <p:spPr>
          <a:xfrm>
            <a:off x="443894" y="3819015"/>
            <a:ext cx="7772400" cy="2800767"/>
          </a:xfrm>
          <a:prstGeom prst="rect">
            <a:avLst/>
          </a:prstGeom>
          <a:noFill/>
        </p:spPr>
        <p:txBody>
          <a:bodyPr wrap="square">
            <a:spAutoFit/>
          </a:bodyPr>
          <a:lstStyle/>
          <a:p>
            <a:pPr marL="0" marR="0">
              <a:buNone/>
            </a:pPr>
            <a:r>
              <a:rPr lang="en-IE" sz="1600" dirty="0">
                <a:solidFill>
                  <a:srgbClr val="808080"/>
                </a:solidFill>
                <a:effectLst/>
                <a:latin typeface="Menlo" panose="020B0609030804020204" pitchFamily="49" charset="0"/>
              </a:rPr>
              <a:t>-- Without LIMIT: reads the whole table</a:t>
            </a:r>
            <a:endParaRPr lang="en-IE" sz="1600" dirty="0">
              <a:solidFill>
                <a:srgbClr val="000000"/>
              </a:solidFill>
              <a:effectLst/>
              <a:latin typeface="Menlo" panose="020B0609030804020204" pitchFamily="49" charset="0"/>
            </a:endParaRPr>
          </a:p>
          <a:p>
            <a:pPr marL="0" marR="0">
              <a:buNone/>
            </a:pPr>
            <a:r>
              <a:rPr lang="en-IE" sz="1600" b="1" dirty="0">
                <a:solidFill>
                  <a:srgbClr val="800000"/>
                </a:solidFill>
                <a:effectLst/>
                <a:latin typeface="Menlo" panose="020B0609030804020204" pitchFamily="49" charset="0"/>
              </a:rPr>
              <a:t>EXPLAIN</a:t>
            </a:r>
            <a:r>
              <a:rPr lang="en-IE" sz="1600" dirty="0">
                <a:solidFill>
                  <a:srgbClr val="000000"/>
                </a:solidFill>
                <a:effectLst/>
                <a:latin typeface="Menlo" panose="020B0609030804020204" pitchFamily="49" charset="0"/>
              </a:rPr>
              <a:t> </a:t>
            </a:r>
            <a:r>
              <a:rPr lang="en-IE" sz="1600" b="1" dirty="0">
                <a:solidFill>
                  <a:srgbClr val="800000"/>
                </a:solidFill>
                <a:effectLst/>
                <a:latin typeface="Menlo" panose="020B0609030804020204" pitchFamily="49" charset="0"/>
              </a:rPr>
              <a:t>ANALYZE</a:t>
            </a:r>
            <a:endParaRPr lang="en-IE" sz="1600" dirty="0">
              <a:solidFill>
                <a:srgbClr val="000000"/>
              </a:solidFill>
              <a:effectLst/>
              <a:latin typeface="Menlo" panose="020B0609030804020204" pitchFamily="49" charset="0"/>
            </a:endParaRPr>
          </a:p>
          <a:p>
            <a:pPr marL="0" marR="0">
              <a:buNone/>
            </a:pPr>
            <a:r>
              <a:rPr lang="en-IE" sz="1600" b="1" dirty="0">
                <a:solidFill>
                  <a:srgbClr val="800000"/>
                </a:solidFill>
                <a:effectLst/>
                <a:latin typeface="Menlo" panose="020B0609030804020204" pitchFamily="49" charset="0"/>
              </a:rPr>
              <a:t>SELECT</a:t>
            </a:r>
            <a:r>
              <a:rPr lang="en-IE" sz="1600" dirty="0">
                <a:solidFill>
                  <a:srgbClr val="000000"/>
                </a:solidFill>
                <a:effectLst/>
                <a:latin typeface="Menlo" panose="020B0609030804020204" pitchFamily="49" charset="0"/>
              </a:rPr>
              <a:t> * </a:t>
            </a:r>
          </a:p>
          <a:p>
            <a:pPr marL="0" marR="0">
              <a:buNone/>
            </a:pPr>
            <a:r>
              <a:rPr lang="en-IE" sz="1600" b="1" dirty="0">
                <a:solidFill>
                  <a:srgbClr val="800000"/>
                </a:solidFill>
                <a:effectLst/>
                <a:latin typeface="Menlo" panose="020B0609030804020204" pitchFamily="49" charset="0"/>
              </a:rPr>
              <a:t>FROM</a:t>
            </a:r>
            <a:r>
              <a:rPr lang="en-IE" sz="1600" dirty="0">
                <a:solidFill>
                  <a:srgbClr val="000000"/>
                </a:solidFill>
                <a:effectLst/>
                <a:latin typeface="Menlo" panose="020B0609030804020204" pitchFamily="49" charset="0"/>
              </a:rPr>
              <a:t> </a:t>
            </a:r>
            <a:r>
              <a:rPr lang="en-IE" sz="1600" u="sng" dirty="0" err="1">
                <a:solidFill>
                  <a:srgbClr val="0066CC"/>
                </a:solidFill>
                <a:effectLst/>
                <a:latin typeface="Menlo" panose="020B0609030804020204" pitchFamily="49" charset="0"/>
              </a:rPr>
              <a:t>nba.player_statistics</a:t>
            </a:r>
            <a:r>
              <a:rPr lang="en-IE" sz="1600" dirty="0">
                <a:solidFill>
                  <a:srgbClr val="FF0000"/>
                </a:solidFill>
                <a:effectLst/>
                <a:latin typeface="Menlo" panose="020B0609030804020204" pitchFamily="49" charset="0"/>
              </a:rPr>
              <a:t>;</a:t>
            </a:r>
            <a:endParaRPr lang="en-IE" sz="1600" dirty="0">
              <a:solidFill>
                <a:srgbClr val="000000"/>
              </a:solidFill>
              <a:effectLst/>
              <a:latin typeface="Menlo" panose="020B0609030804020204" pitchFamily="49" charset="0"/>
            </a:endParaRPr>
          </a:p>
          <a:p>
            <a:pPr marL="0" marR="0">
              <a:buNone/>
            </a:pPr>
            <a:br>
              <a:rPr lang="en-IE" sz="1600" dirty="0">
                <a:solidFill>
                  <a:srgbClr val="000000"/>
                </a:solidFill>
                <a:effectLst/>
                <a:latin typeface="Menlo" panose="020B0609030804020204" pitchFamily="49" charset="0"/>
              </a:rPr>
            </a:br>
            <a:endParaRPr lang="en-IE" sz="1600" dirty="0">
              <a:solidFill>
                <a:srgbClr val="000000"/>
              </a:solidFill>
              <a:effectLst/>
              <a:latin typeface="Menlo" panose="020B0609030804020204" pitchFamily="49" charset="0"/>
            </a:endParaRPr>
          </a:p>
          <a:p>
            <a:pPr marL="0" marR="0">
              <a:buNone/>
            </a:pPr>
            <a:r>
              <a:rPr lang="en-IE" sz="1600" dirty="0">
                <a:solidFill>
                  <a:srgbClr val="808080"/>
                </a:solidFill>
                <a:effectLst/>
                <a:latin typeface="Menlo" panose="020B0609030804020204" pitchFamily="49" charset="0"/>
              </a:rPr>
              <a:t>-- With LIMIT: just sample 10 rows</a:t>
            </a:r>
            <a:endParaRPr lang="en-IE" sz="1600" dirty="0">
              <a:solidFill>
                <a:srgbClr val="000000"/>
              </a:solidFill>
              <a:effectLst/>
              <a:latin typeface="Menlo" panose="020B0609030804020204" pitchFamily="49" charset="0"/>
            </a:endParaRPr>
          </a:p>
          <a:p>
            <a:pPr marL="0" marR="0">
              <a:buNone/>
            </a:pPr>
            <a:r>
              <a:rPr lang="en-IE" sz="1600" b="1" dirty="0">
                <a:solidFill>
                  <a:srgbClr val="800000"/>
                </a:solidFill>
                <a:effectLst/>
                <a:latin typeface="Menlo" panose="020B0609030804020204" pitchFamily="49" charset="0"/>
              </a:rPr>
              <a:t>EXPLAIN</a:t>
            </a:r>
            <a:r>
              <a:rPr lang="en-IE" sz="1600" dirty="0">
                <a:solidFill>
                  <a:srgbClr val="000000"/>
                </a:solidFill>
                <a:effectLst/>
                <a:latin typeface="Menlo" panose="020B0609030804020204" pitchFamily="49" charset="0"/>
              </a:rPr>
              <a:t> </a:t>
            </a:r>
            <a:r>
              <a:rPr lang="en-IE" sz="1600" b="1" dirty="0">
                <a:solidFill>
                  <a:srgbClr val="800000"/>
                </a:solidFill>
                <a:effectLst/>
                <a:latin typeface="Menlo" panose="020B0609030804020204" pitchFamily="49" charset="0"/>
              </a:rPr>
              <a:t>ANALYZE</a:t>
            </a:r>
            <a:endParaRPr lang="en-IE" sz="1600" dirty="0">
              <a:solidFill>
                <a:srgbClr val="000000"/>
              </a:solidFill>
              <a:effectLst/>
              <a:latin typeface="Menlo" panose="020B0609030804020204" pitchFamily="49" charset="0"/>
            </a:endParaRPr>
          </a:p>
          <a:p>
            <a:pPr marL="0" marR="0">
              <a:buNone/>
            </a:pPr>
            <a:r>
              <a:rPr lang="en-IE" sz="1600" b="1" dirty="0">
                <a:solidFill>
                  <a:srgbClr val="800000"/>
                </a:solidFill>
                <a:effectLst/>
                <a:latin typeface="Menlo" panose="020B0609030804020204" pitchFamily="49" charset="0"/>
              </a:rPr>
              <a:t>SELECT</a:t>
            </a:r>
            <a:r>
              <a:rPr lang="en-IE" sz="1600" dirty="0">
                <a:solidFill>
                  <a:srgbClr val="000000"/>
                </a:solidFill>
                <a:effectLst/>
                <a:latin typeface="Menlo" panose="020B0609030804020204" pitchFamily="49" charset="0"/>
              </a:rPr>
              <a:t> * </a:t>
            </a:r>
          </a:p>
          <a:p>
            <a:pPr marL="0" marR="0">
              <a:buNone/>
            </a:pPr>
            <a:r>
              <a:rPr lang="en-IE" sz="1600" b="1" dirty="0">
                <a:solidFill>
                  <a:srgbClr val="800000"/>
                </a:solidFill>
                <a:effectLst/>
                <a:latin typeface="Menlo" panose="020B0609030804020204" pitchFamily="49" charset="0"/>
              </a:rPr>
              <a:t>FROM</a:t>
            </a:r>
            <a:r>
              <a:rPr lang="en-IE" sz="1600" dirty="0">
                <a:solidFill>
                  <a:srgbClr val="000000"/>
                </a:solidFill>
                <a:effectLst/>
                <a:latin typeface="Menlo" panose="020B0609030804020204" pitchFamily="49" charset="0"/>
              </a:rPr>
              <a:t> </a:t>
            </a:r>
            <a:r>
              <a:rPr lang="en-IE" sz="1600" dirty="0" err="1">
                <a:solidFill>
                  <a:srgbClr val="000000"/>
                </a:solidFill>
                <a:effectLst/>
                <a:latin typeface="Menlo" panose="020B0609030804020204" pitchFamily="49" charset="0"/>
              </a:rPr>
              <a:t>nba.player_statistics</a:t>
            </a:r>
            <a:endParaRPr lang="en-IE" sz="1600" dirty="0">
              <a:solidFill>
                <a:srgbClr val="000000"/>
              </a:solidFill>
              <a:effectLst/>
              <a:latin typeface="Menlo" panose="020B0609030804020204" pitchFamily="49" charset="0"/>
            </a:endParaRPr>
          </a:p>
          <a:p>
            <a:pPr marL="0" marR="0">
              <a:buNone/>
            </a:pPr>
            <a:r>
              <a:rPr lang="en-IE" sz="1600" b="1" dirty="0">
                <a:solidFill>
                  <a:srgbClr val="800000"/>
                </a:solidFill>
                <a:effectLst/>
                <a:latin typeface="Menlo" panose="020B0609030804020204" pitchFamily="49" charset="0"/>
              </a:rPr>
              <a:t>LIMIT</a:t>
            </a:r>
            <a:r>
              <a:rPr lang="en-IE" sz="1600" dirty="0">
                <a:solidFill>
                  <a:srgbClr val="000000"/>
                </a:solidFill>
                <a:effectLst/>
                <a:latin typeface="Menlo" panose="020B0609030804020204" pitchFamily="49" charset="0"/>
              </a:rPr>
              <a:t> </a:t>
            </a:r>
            <a:r>
              <a:rPr lang="en-IE" sz="1600" dirty="0">
                <a:solidFill>
                  <a:srgbClr val="0000FF"/>
                </a:solidFill>
                <a:effectLst/>
                <a:latin typeface="Menlo" panose="020B0609030804020204" pitchFamily="49" charset="0"/>
              </a:rPr>
              <a:t>10</a:t>
            </a:r>
            <a:r>
              <a:rPr lang="en-IE" sz="1600" dirty="0">
                <a:solidFill>
                  <a:srgbClr val="FF0000"/>
                </a:solidFill>
                <a:effectLst/>
                <a:latin typeface="Menlo" panose="020B0609030804020204" pitchFamily="49" charset="0"/>
              </a:rPr>
              <a:t>;</a:t>
            </a:r>
            <a:endParaRPr lang="en-IE" sz="16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856279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B9CF2-5A2D-B0C5-2F8A-29DD848083C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7B2D1C5-54E5-3C07-6D9A-D895E3DE91EB}"/>
              </a:ext>
            </a:extLst>
          </p:cNvPr>
          <p:cNvSpPr txBox="1">
            <a:spLocks noGrp="1"/>
          </p:cNvSpPr>
          <p:nvPr>
            <p:ph type="title"/>
          </p:nvPr>
        </p:nvSpPr>
        <p:spPr>
          <a:xfrm>
            <a:off x="236668" y="238218"/>
            <a:ext cx="7880078" cy="743395"/>
          </a:xfrm>
          <a:prstGeom prst="rect">
            <a:avLst/>
          </a:prstGeom>
        </p:spPr>
        <p:txBody>
          <a:bodyPr vert="horz" wrap="square" lIns="0" tIns="65645" rIns="0" bIns="0" rtlCol="0" anchor="ctr">
            <a:spAutoFit/>
          </a:bodyPr>
          <a:lstStyle/>
          <a:p>
            <a:pPr marL="132383">
              <a:lnSpc>
                <a:spcPct val="100000"/>
              </a:lnSpc>
              <a:spcBef>
                <a:spcPts val="81"/>
              </a:spcBef>
            </a:pPr>
            <a:r>
              <a:rPr lang="pt-BR" b="1" spc="-9" dirty="0"/>
              <a:t>Use JOINS </a:t>
            </a:r>
            <a:r>
              <a:rPr lang="pt-BR" b="1" spc="-9" dirty="0" err="1"/>
              <a:t>instead</a:t>
            </a:r>
            <a:r>
              <a:rPr lang="pt-BR" b="1" spc="-9" dirty="0"/>
              <a:t> </a:t>
            </a:r>
            <a:r>
              <a:rPr lang="pt-BR" b="1" spc="-9" dirty="0" err="1"/>
              <a:t>of</a:t>
            </a:r>
            <a:r>
              <a:rPr lang="pt-BR" b="1" spc="-9" dirty="0"/>
              <a:t> </a:t>
            </a:r>
            <a:r>
              <a:rPr lang="pt-BR" b="1" spc="-9" dirty="0" err="1"/>
              <a:t>subqueries</a:t>
            </a:r>
            <a:endParaRPr b="1" spc="-9" dirty="0"/>
          </a:p>
        </p:txBody>
      </p:sp>
      <p:sp>
        <p:nvSpPr>
          <p:cNvPr id="4" name="Content Placeholder 3">
            <a:extLst>
              <a:ext uri="{FF2B5EF4-FFF2-40B4-BE49-F238E27FC236}">
                <a16:creationId xmlns:a16="http://schemas.microsoft.com/office/drawing/2014/main" id="{7280963F-7ED7-F3E4-CABB-68EE48982E8D}"/>
              </a:ext>
            </a:extLst>
          </p:cNvPr>
          <p:cNvSpPr>
            <a:spLocks noGrp="1"/>
          </p:cNvSpPr>
          <p:nvPr>
            <p:ph idx="1"/>
          </p:nvPr>
        </p:nvSpPr>
        <p:spPr>
          <a:xfrm>
            <a:off x="236668" y="1101870"/>
            <a:ext cx="8570675" cy="2679908"/>
          </a:xfrm>
        </p:spPr>
        <p:txBody>
          <a:bodyPr>
            <a:normAutofit/>
          </a:bodyPr>
          <a:lstStyle/>
          <a:p>
            <a:r>
              <a:rPr lang="en-IE" sz="2400" dirty="0"/>
              <a:t>We have learned subqueries can be very useful to retrieve data from tables that are not connected</a:t>
            </a:r>
          </a:p>
          <a:p>
            <a:r>
              <a:rPr lang="en-IE" sz="2400" dirty="0"/>
              <a:t>However, they are not very efficient as the system needs to access each table individually and work on them as sets</a:t>
            </a:r>
          </a:p>
          <a:p>
            <a:r>
              <a:rPr lang="en-IE" sz="2400" dirty="0"/>
              <a:t>If the tables are connected, give preference to JOINs, as they access one table and, through the connected attribute, access the second table.</a:t>
            </a:r>
          </a:p>
        </p:txBody>
      </p:sp>
    </p:spTree>
    <p:extLst>
      <p:ext uri="{BB962C8B-B14F-4D97-AF65-F5344CB8AC3E}">
        <p14:creationId xmlns:p14="http://schemas.microsoft.com/office/powerpoint/2010/main" val="155714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4FFE6-443D-473B-A13A-8FC4FA86ECE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C87A6E2-2208-EE75-783A-EE66429B0A72}"/>
              </a:ext>
            </a:extLst>
          </p:cNvPr>
          <p:cNvSpPr txBox="1">
            <a:spLocks noGrp="1"/>
          </p:cNvSpPr>
          <p:nvPr>
            <p:ph type="title"/>
          </p:nvPr>
        </p:nvSpPr>
        <p:spPr>
          <a:xfrm>
            <a:off x="236668" y="238218"/>
            <a:ext cx="7880078" cy="743395"/>
          </a:xfrm>
          <a:prstGeom prst="rect">
            <a:avLst/>
          </a:prstGeom>
        </p:spPr>
        <p:txBody>
          <a:bodyPr vert="horz" wrap="square" lIns="0" tIns="65645" rIns="0" bIns="0" rtlCol="0" anchor="ctr">
            <a:spAutoFit/>
          </a:bodyPr>
          <a:lstStyle/>
          <a:p>
            <a:pPr marL="132383">
              <a:lnSpc>
                <a:spcPct val="100000"/>
              </a:lnSpc>
              <a:spcBef>
                <a:spcPts val="81"/>
              </a:spcBef>
            </a:pPr>
            <a:r>
              <a:rPr lang="pt-BR" b="1" spc="-9" dirty="0"/>
              <a:t>Use JOINS </a:t>
            </a:r>
            <a:r>
              <a:rPr lang="pt-BR" b="1" spc="-9" dirty="0" err="1"/>
              <a:t>instead</a:t>
            </a:r>
            <a:r>
              <a:rPr lang="pt-BR" b="1" spc="-9" dirty="0"/>
              <a:t> </a:t>
            </a:r>
            <a:r>
              <a:rPr lang="pt-BR" b="1" spc="-9" dirty="0" err="1"/>
              <a:t>of</a:t>
            </a:r>
            <a:r>
              <a:rPr lang="pt-BR" b="1" spc="-9" dirty="0"/>
              <a:t> </a:t>
            </a:r>
            <a:r>
              <a:rPr lang="pt-BR" b="1" spc="-9" dirty="0" err="1"/>
              <a:t>subqueries</a:t>
            </a:r>
            <a:endParaRPr b="1" spc="-9" dirty="0"/>
          </a:p>
        </p:txBody>
      </p:sp>
      <p:sp>
        <p:nvSpPr>
          <p:cNvPr id="6" name="TextBox 5">
            <a:extLst>
              <a:ext uri="{FF2B5EF4-FFF2-40B4-BE49-F238E27FC236}">
                <a16:creationId xmlns:a16="http://schemas.microsoft.com/office/drawing/2014/main" id="{B40823D4-3AE5-AB62-42FE-043BFFA4A2F0}"/>
              </a:ext>
            </a:extLst>
          </p:cNvPr>
          <p:cNvSpPr txBox="1"/>
          <p:nvPr/>
        </p:nvSpPr>
        <p:spPr>
          <a:xfrm>
            <a:off x="483405" y="1501378"/>
            <a:ext cx="8077200" cy="4801314"/>
          </a:xfrm>
          <a:prstGeom prst="rect">
            <a:avLst/>
          </a:prstGeom>
          <a:noFill/>
        </p:spPr>
        <p:txBody>
          <a:bodyPr wrap="square">
            <a:spAutoFit/>
          </a:bodyPr>
          <a:lstStyle/>
          <a:p>
            <a:pPr marL="0" marR="0">
              <a:buNone/>
            </a:pPr>
            <a:r>
              <a:rPr lang="en-IE" sz="1800" dirty="0">
                <a:solidFill>
                  <a:srgbClr val="808080"/>
                </a:solidFill>
                <a:effectLst/>
                <a:latin typeface="Menlo" panose="020B0609030804020204" pitchFamily="49" charset="0"/>
              </a:rPr>
              <a:t>--JOIN X SUBQUERY</a:t>
            </a:r>
            <a:endParaRPr lang="en-IE" sz="1800" dirty="0">
              <a:solidFill>
                <a:srgbClr val="000000"/>
              </a:solidFill>
              <a:effectLst/>
              <a:latin typeface="Menlo" panose="020B0609030804020204" pitchFamily="49" charset="0"/>
            </a:endParaRPr>
          </a:p>
          <a:p>
            <a:pPr marL="0" marR="0">
              <a:buNone/>
            </a:pPr>
            <a:r>
              <a:rPr lang="en-IE" sz="1800" dirty="0">
                <a:solidFill>
                  <a:srgbClr val="808080"/>
                </a:solidFill>
                <a:effectLst/>
                <a:latin typeface="Menlo" panose="020B0609030804020204" pitchFamily="49" charset="0"/>
              </a:rPr>
              <a:t>-- Get the city of the home team for each game</a:t>
            </a:r>
            <a:endParaRPr lang="en-IE" sz="1800" dirty="0">
              <a:solidFill>
                <a:srgbClr val="000000"/>
              </a:solidFill>
              <a:effectLst/>
              <a:latin typeface="Menlo" panose="020B0609030804020204" pitchFamily="49" charset="0"/>
            </a:endParaRPr>
          </a:p>
          <a:p>
            <a:pPr marL="0" marR="0">
              <a:buNone/>
            </a:pPr>
            <a:r>
              <a:rPr lang="en-IE" sz="1800" dirty="0">
                <a:solidFill>
                  <a:srgbClr val="808080"/>
                </a:solidFill>
                <a:effectLst/>
                <a:latin typeface="Menlo" panose="020B0609030804020204" pitchFamily="49" charset="0"/>
              </a:rPr>
              <a:t>--Using a SUBQUERY</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EXPLAIN</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ANALYZE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game_id</a:t>
            </a:r>
            <a:r>
              <a:rPr lang="en-IE" sz="1800" dirty="0">
                <a:solidFill>
                  <a:srgbClr val="000000"/>
                </a:solidFill>
                <a:effectLst/>
                <a:latin typeface="Menlo" panose="020B0609030804020204" pitchFamily="49" charset="0"/>
              </a:rPr>
              <a:t>,</a:t>
            </a:r>
          </a:p>
          <a:p>
            <a:pPr marL="0" marR="0">
              <a:buNone/>
            </a:pPr>
            <a:r>
              <a:rPr lang="en-IE" sz="1800" dirty="0">
                <a:solidFill>
                  <a:srgbClr val="000000"/>
                </a:solidFill>
                <a:effectLst/>
                <a:latin typeface="Menlo" panose="020B0609030804020204" pitchFamily="49" charset="0"/>
              </a:rPr>
              <a:t>(</a:t>
            </a: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team_city</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nba.teams</a:t>
            </a:r>
            <a:r>
              <a:rPr lang="en-IE" sz="1800" dirty="0">
                <a:solidFill>
                  <a:srgbClr val="000000"/>
                </a:solidFill>
                <a:effectLst/>
                <a:latin typeface="Menlo" panose="020B0609030804020204" pitchFamily="49" charset="0"/>
              </a:rPr>
              <a:t> t</a:t>
            </a:r>
          </a:p>
          <a:p>
            <a:pPr marL="0" marR="0">
              <a:buNone/>
            </a:pPr>
            <a:r>
              <a:rPr lang="en-IE" sz="1800" b="1" dirty="0">
                <a:solidFill>
                  <a:srgbClr val="800000"/>
                </a:solidFill>
                <a:effectLst/>
                <a:latin typeface="Menlo" panose="020B0609030804020204" pitchFamily="49" charset="0"/>
              </a:rPr>
              <a:t>WHERE</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t.team_id</a:t>
            </a:r>
            <a:r>
              <a:rPr lang="en-IE" sz="1800" dirty="0">
                <a:solidFill>
                  <a:srgbClr val="000000"/>
                </a:solidFill>
                <a:effectLst/>
                <a:latin typeface="Menlo" panose="020B0609030804020204" pitchFamily="49" charset="0"/>
              </a:rPr>
              <a:t> = </a:t>
            </a:r>
            <a:r>
              <a:rPr lang="en-IE" sz="1800" dirty="0" err="1">
                <a:solidFill>
                  <a:srgbClr val="000000"/>
                </a:solidFill>
                <a:effectLst/>
                <a:latin typeface="Menlo" panose="020B0609030804020204" pitchFamily="49" charset="0"/>
              </a:rPr>
              <a:t>g.home_team_id</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AS</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home_city</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nba.games</a:t>
            </a:r>
            <a:r>
              <a:rPr lang="en-IE" sz="1800" dirty="0">
                <a:solidFill>
                  <a:srgbClr val="000000"/>
                </a:solidFill>
                <a:effectLst/>
                <a:latin typeface="Menlo" panose="020B0609030804020204" pitchFamily="49" charset="0"/>
              </a:rPr>
              <a:t> g</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a:p>
            <a:pPr marL="0" marR="0">
              <a:buNone/>
            </a:pPr>
            <a:br>
              <a:rPr lang="en-IE" sz="1800" dirty="0">
                <a:solidFill>
                  <a:srgbClr val="000000"/>
                </a:solidFill>
                <a:effectLst/>
                <a:latin typeface="Menlo" panose="020B0609030804020204" pitchFamily="49" charset="0"/>
              </a:rPr>
            </a:br>
            <a:endParaRPr lang="en-IE" sz="1800" dirty="0">
              <a:solidFill>
                <a:srgbClr val="000000"/>
              </a:solidFill>
              <a:effectLst/>
              <a:latin typeface="Menlo" panose="020B0609030804020204" pitchFamily="49" charset="0"/>
            </a:endParaRPr>
          </a:p>
          <a:p>
            <a:pPr marL="0" marR="0">
              <a:buNone/>
            </a:pPr>
            <a:r>
              <a:rPr lang="en-IE" sz="1800" dirty="0">
                <a:solidFill>
                  <a:srgbClr val="808080"/>
                </a:solidFill>
                <a:effectLst/>
                <a:latin typeface="Menlo" panose="020B0609030804020204" pitchFamily="49" charset="0"/>
              </a:rPr>
              <a:t>--Using a JOIN: notice how </a:t>
            </a:r>
            <a:r>
              <a:rPr lang="en-IE" sz="1800" dirty="0" err="1">
                <a:solidFill>
                  <a:srgbClr val="808080"/>
                </a:solidFill>
                <a:effectLst/>
                <a:latin typeface="Menlo" panose="020B0609030804020204" pitchFamily="49" charset="0"/>
              </a:rPr>
              <a:t>team_id</a:t>
            </a:r>
            <a:r>
              <a:rPr lang="en-IE" sz="1800" dirty="0">
                <a:solidFill>
                  <a:srgbClr val="808080"/>
                </a:solidFill>
                <a:effectLst/>
                <a:latin typeface="Menlo" panose="020B0609030804020204" pitchFamily="49" charset="0"/>
              </a:rPr>
              <a:t> is treated like an index that facilitates data identification</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EXPLAIN</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ANALYZE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game_id</a:t>
            </a:r>
            <a:r>
              <a:rPr lang="en-IE" sz="1800" dirty="0">
                <a:solidFill>
                  <a:srgbClr val="000000"/>
                </a:solidFill>
                <a:effectLst/>
                <a:latin typeface="Menlo" panose="020B0609030804020204" pitchFamily="49" charset="0"/>
              </a:rPr>
              <a:t>,</a:t>
            </a:r>
          </a:p>
          <a:p>
            <a:pPr marL="0" marR="0">
              <a:buNone/>
            </a:pPr>
            <a:r>
              <a:rPr lang="en-IE" sz="1800" dirty="0" err="1">
                <a:solidFill>
                  <a:srgbClr val="000000"/>
                </a:solidFill>
                <a:effectLst/>
                <a:latin typeface="Menlo" panose="020B0609030804020204" pitchFamily="49" charset="0"/>
              </a:rPr>
              <a:t>team_city</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"Home city"</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games g</a:t>
            </a:r>
          </a:p>
          <a:p>
            <a:pPr marL="0" marR="0">
              <a:buNone/>
            </a:pP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teams t</a:t>
            </a:r>
          </a:p>
          <a:p>
            <a:pPr marL="0" marR="0">
              <a:buNone/>
            </a:pPr>
            <a:r>
              <a:rPr lang="en-IE" sz="1800" b="1" dirty="0">
                <a:solidFill>
                  <a:srgbClr val="800000"/>
                </a:solidFill>
                <a:effectLst/>
                <a:latin typeface="Menlo" panose="020B0609030804020204" pitchFamily="49" charset="0"/>
              </a:rPr>
              <a:t>ON</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t.team_id</a:t>
            </a:r>
            <a:r>
              <a:rPr lang="en-IE" sz="1800" dirty="0">
                <a:solidFill>
                  <a:srgbClr val="000000"/>
                </a:solidFill>
                <a:effectLst/>
                <a:latin typeface="Menlo" panose="020B0609030804020204" pitchFamily="49" charset="0"/>
              </a:rPr>
              <a:t> = </a:t>
            </a:r>
            <a:r>
              <a:rPr lang="en-IE" sz="1800" dirty="0" err="1">
                <a:solidFill>
                  <a:srgbClr val="000000"/>
                </a:solidFill>
                <a:effectLst/>
                <a:latin typeface="Menlo" panose="020B0609030804020204" pitchFamily="49" charset="0"/>
              </a:rPr>
              <a:t>g.home_team_id</a:t>
            </a:r>
            <a:r>
              <a:rPr lang="en-IE" sz="1800" dirty="0">
                <a:solidFill>
                  <a:srgbClr val="000000"/>
                </a:solidFill>
                <a:effectLst/>
                <a:latin typeface="Menlo" panose="020B0609030804020204" pitchFamily="49" charset="0"/>
              </a:rPr>
              <a:t>)</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086816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F7FC4-6F82-519D-4B53-DEED998AC8D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CF390AC-9F24-51E1-3E88-70DEFD4A2890}"/>
              </a:ext>
            </a:extLst>
          </p:cNvPr>
          <p:cNvSpPr txBox="1">
            <a:spLocks noGrp="1"/>
          </p:cNvSpPr>
          <p:nvPr>
            <p:ph type="title"/>
          </p:nvPr>
        </p:nvSpPr>
        <p:spPr>
          <a:xfrm>
            <a:off x="236668" y="238218"/>
            <a:ext cx="7880078" cy="743395"/>
          </a:xfrm>
          <a:prstGeom prst="rect">
            <a:avLst/>
          </a:prstGeom>
        </p:spPr>
        <p:txBody>
          <a:bodyPr vert="horz" wrap="square" lIns="0" tIns="65645" rIns="0" bIns="0" rtlCol="0" anchor="ctr">
            <a:spAutoFit/>
          </a:bodyPr>
          <a:lstStyle/>
          <a:p>
            <a:pPr marL="132383">
              <a:lnSpc>
                <a:spcPct val="100000"/>
              </a:lnSpc>
              <a:spcBef>
                <a:spcPts val="81"/>
              </a:spcBef>
            </a:pPr>
            <a:r>
              <a:rPr lang="pt-BR" b="1" spc="-9" dirty="0"/>
              <a:t>PREPARE</a:t>
            </a:r>
            <a:endParaRPr b="1" spc="-9" dirty="0"/>
          </a:p>
        </p:txBody>
      </p:sp>
      <p:sp>
        <p:nvSpPr>
          <p:cNvPr id="4" name="Content Placeholder 3">
            <a:extLst>
              <a:ext uri="{FF2B5EF4-FFF2-40B4-BE49-F238E27FC236}">
                <a16:creationId xmlns:a16="http://schemas.microsoft.com/office/drawing/2014/main" id="{6D3C2520-F228-2BA8-E97D-E5FB954CCE12}"/>
              </a:ext>
            </a:extLst>
          </p:cNvPr>
          <p:cNvSpPr>
            <a:spLocks noGrp="1"/>
          </p:cNvSpPr>
          <p:nvPr>
            <p:ph idx="1"/>
          </p:nvPr>
        </p:nvSpPr>
        <p:spPr>
          <a:xfrm>
            <a:off x="236668" y="1101870"/>
            <a:ext cx="8570675" cy="5517912"/>
          </a:xfrm>
        </p:spPr>
        <p:txBody>
          <a:bodyPr>
            <a:normAutofit/>
          </a:bodyPr>
          <a:lstStyle/>
          <a:p>
            <a:r>
              <a:rPr lang="en-IE" sz="2400" dirty="0"/>
              <a:t>The PREPARE statement allows to define a query once and reuse it multiple times with different parameters</a:t>
            </a:r>
          </a:p>
          <a:p>
            <a:r>
              <a:rPr lang="en-IE" sz="2400" dirty="0"/>
              <a:t>The database server parses, plans, and optimizes the query once when the PREPARE statement is executed.</a:t>
            </a:r>
          </a:p>
          <a:p>
            <a:r>
              <a:rPr lang="en-IE" sz="2400" dirty="0"/>
              <a:t>A placeholder ($1, $2, etc.) is used for parameters in the query.</a:t>
            </a:r>
          </a:p>
          <a:p>
            <a:r>
              <a:rPr lang="en-IE" sz="2400" dirty="0"/>
              <a:t>For queries that are executed frequently or in loops, using PREPARE significantly reduces execution time.</a:t>
            </a:r>
          </a:p>
        </p:txBody>
      </p:sp>
    </p:spTree>
    <p:extLst>
      <p:ext uri="{BB962C8B-B14F-4D97-AF65-F5344CB8AC3E}">
        <p14:creationId xmlns:p14="http://schemas.microsoft.com/office/powerpoint/2010/main" val="1040964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CA845-EEA4-C307-CB91-7A65510FE3D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1898848-8DDA-ADF7-9BA2-A6E9ED6941A7}"/>
              </a:ext>
            </a:extLst>
          </p:cNvPr>
          <p:cNvSpPr txBox="1">
            <a:spLocks noGrp="1"/>
          </p:cNvSpPr>
          <p:nvPr>
            <p:ph type="title"/>
          </p:nvPr>
        </p:nvSpPr>
        <p:spPr>
          <a:xfrm>
            <a:off x="236668" y="238218"/>
            <a:ext cx="7880078" cy="743395"/>
          </a:xfrm>
          <a:prstGeom prst="rect">
            <a:avLst/>
          </a:prstGeom>
        </p:spPr>
        <p:txBody>
          <a:bodyPr vert="horz" wrap="square" lIns="0" tIns="65645" rIns="0" bIns="0" rtlCol="0" anchor="ctr">
            <a:spAutoFit/>
          </a:bodyPr>
          <a:lstStyle/>
          <a:p>
            <a:pPr marL="132383">
              <a:lnSpc>
                <a:spcPct val="100000"/>
              </a:lnSpc>
              <a:spcBef>
                <a:spcPts val="81"/>
              </a:spcBef>
            </a:pPr>
            <a:r>
              <a:rPr lang="pt-BR" b="1" spc="-9" dirty="0"/>
              <a:t>PREPARE</a:t>
            </a:r>
            <a:endParaRPr b="1" spc="-9" dirty="0"/>
          </a:p>
        </p:txBody>
      </p:sp>
      <p:sp>
        <p:nvSpPr>
          <p:cNvPr id="6" name="TextBox 5">
            <a:extLst>
              <a:ext uri="{FF2B5EF4-FFF2-40B4-BE49-F238E27FC236}">
                <a16:creationId xmlns:a16="http://schemas.microsoft.com/office/drawing/2014/main" id="{A090A212-21C5-40EE-671D-2C5306156B38}"/>
              </a:ext>
            </a:extLst>
          </p:cNvPr>
          <p:cNvSpPr txBox="1"/>
          <p:nvPr/>
        </p:nvSpPr>
        <p:spPr>
          <a:xfrm>
            <a:off x="236668" y="1329445"/>
            <a:ext cx="8590809" cy="4524315"/>
          </a:xfrm>
          <a:prstGeom prst="rect">
            <a:avLst/>
          </a:prstGeom>
          <a:noFill/>
        </p:spPr>
        <p:txBody>
          <a:bodyPr wrap="square">
            <a:spAutoFit/>
          </a:bodyPr>
          <a:lstStyle/>
          <a:p>
            <a:pPr marL="0" marR="0">
              <a:buNone/>
            </a:pPr>
            <a:r>
              <a:rPr lang="en-IE" sz="1800" dirty="0">
                <a:solidFill>
                  <a:srgbClr val="808080"/>
                </a:solidFill>
                <a:effectLst/>
                <a:latin typeface="Menlo" panose="020B0609030804020204" pitchFamily="49" charset="0"/>
              </a:rPr>
              <a:t>--PREPARE</a:t>
            </a:r>
            <a:endParaRPr lang="en-IE" sz="1800" dirty="0">
              <a:solidFill>
                <a:srgbClr val="000000"/>
              </a:solidFill>
              <a:effectLst/>
              <a:latin typeface="Menlo" panose="020B0609030804020204" pitchFamily="49" charset="0"/>
            </a:endParaRPr>
          </a:p>
          <a:p>
            <a:pPr marL="0" marR="0">
              <a:buNone/>
            </a:pPr>
            <a:r>
              <a:rPr lang="en-IE" sz="1800" dirty="0">
                <a:solidFill>
                  <a:srgbClr val="808080"/>
                </a:solidFill>
                <a:effectLst/>
                <a:latin typeface="Menlo" panose="020B0609030804020204" pitchFamily="49" charset="0"/>
              </a:rPr>
              <a:t>-- Prepare a parameterised query: (int, text)</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PREPARE</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get_player_stats</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int</a:t>
            </a:r>
            <a:r>
              <a:rPr lang="en-IE" sz="1800" dirty="0">
                <a:solidFill>
                  <a:srgbClr val="000000"/>
                </a:solidFill>
                <a:effectLst/>
                <a:latin typeface="Menlo" panose="020B0609030804020204" pitchFamily="49" charset="0"/>
              </a:rPr>
              <a:t>, </a:t>
            </a:r>
            <a:r>
              <a:rPr lang="en-IE" sz="1800" b="1" dirty="0">
                <a:solidFill>
                  <a:srgbClr val="000080"/>
                </a:solidFill>
                <a:effectLst/>
                <a:latin typeface="Menlo" panose="020B0609030804020204" pitchFamily="49" charset="0"/>
              </a:rPr>
              <a:t>text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AS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ps.game_id</a:t>
            </a:r>
            <a:r>
              <a:rPr lang="en-IE" sz="1800" dirty="0">
                <a:solidFill>
                  <a:srgbClr val="000000"/>
                </a:solidFill>
                <a:effectLst/>
                <a:latin typeface="Menlo" panose="020B0609030804020204" pitchFamily="49" charset="0"/>
              </a:rPr>
              <a:t>,</a:t>
            </a:r>
          </a:p>
          <a:p>
            <a:pPr marL="0" marR="0">
              <a:buNone/>
            </a:pPr>
            <a:r>
              <a:rPr lang="en-IE" sz="1800" dirty="0" err="1">
                <a:solidFill>
                  <a:srgbClr val="000000"/>
                </a:solidFill>
                <a:effectLst/>
                <a:latin typeface="Menlo" panose="020B0609030804020204" pitchFamily="49" charset="0"/>
              </a:rPr>
              <a:t>ps.points</a:t>
            </a:r>
            <a:r>
              <a:rPr lang="en-IE" sz="1800" dirty="0">
                <a:solidFill>
                  <a:srgbClr val="000000"/>
                </a:solidFill>
                <a:effectLst/>
                <a:latin typeface="Menlo" panose="020B0609030804020204" pitchFamily="49" charset="0"/>
              </a:rPr>
              <a:t>,</a:t>
            </a:r>
          </a:p>
          <a:p>
            <a:pPr marL="0" marR="0">
              <a:buNone/>
            </a:pPr>
            <a:r>
              <a:rPr lang="en-IE" sz="1800" dirty="0" err="1">
                <a:solidFill>
                  <a:srgbClr val="000000"/>
                </a:solidFill>
                <a:effectLst/>
                <a:latin typeface="Menlo" panose="020B0609030804020204" pitchFamily="49" charset="0"/>
              </a:rPr>
              <a:t>ps.assists</a:t>
            </a:r>
            <a:r>
              <a:rPr lang="en-IE" sz="1800" dirty="0">
                <a:solidFill>
                  <a:srgbClr val="000000"/>
                </a:solidFill>
                <a:effectLst/>
                <a:latin typeface="Menlo" panose="020B0609030804020204" pitchFamily="49" charset="0"/>
              </a:rPr>
              <a:t>,</a:t>
            </a:r>
          </a:p>
          <a:p>
            <a:pPr marL="0" marR="0">
              <a:buNone/>
            </a:pPr>
            <a:r>
              <a:rPr lang="en-IE" sz="1800" dirty="0" err="1">
                <a:solidFill>
                  <a:srgbClr val="000000"/>
                </a:solidFill>
                <a:effectLst/>
                <a:latin typeface="Menlo" panose="020B0609030804020204" pitchFamily="49" charset="0"/>
              </a:rPr>
              <a:t>ps.rebounds_total</a:t>
            </a:r>
            <a:r>
              <a:rPr lang="en-IE" sz="1800" dirty="0">
                <a:solidFill>
                  <a:srgbClr val="000000"/>
                </a:solidFill>
                <a:effectLst/>
                <a:latin typeface="Menlo" panose="020B0609030804020204" pitchFamily="49" charset="0"/>
              </a:rPr>
              <a:t>,</a:t>
            </a:r>
          </a:p>
          <a:p>
            <a:pPr marL="0" marR="0">
              <a:buNone/>
            </a:pPr>
            <a:r>
              <a:rPr lang="en-IE" sz="1800" dirty="0" err="1">
                <a:solidFill>
                  <a:srgbClr val="000000"/>
                </a:solidFill>
                <a:effectLst/>
                <a:latin typeface="Menlo" panose="020B0609030804020204" pitchFamily="49" charset="0"/>
              </a:rPr>
              <a:t>g.game_date</a:t>
            </a:r>
            <a:r>
              <a:rPr lang="en-IE" sz="1800" dirty="0">
                <a:solidFill>
                  <a:srgbClr val="000000"/>
                </a:solidFill>
                <a:effectLst/>
                <a:latin typeface="Menlo" panose="020B0609030804020204" pitchFamily="49" charset="0"/>
              </a:rPr>
              <a:t>,</a:t>
            </a:r>
          </a:p>
          <a:p>
            <a:pPr marL="0" marR="0">
              <a:buNone/>
            </a:pPr>
            <a:r>
              <a:rPr lang="en-IE" sz="1800" dirty="0" err="1">
                <a:solidFill>
                  <a:srgbClr val="000000"/>
                </a:solidFill>
                <a:effectLst/>
                <a:latin typeface="Menlo" panose="020B0609030804020204" pitchFamily="49" charset="0"/>
              </a:rPr>
              <a:t>g.game_type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player_statistics</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JOIN</a:t>
            </a:r>
            <a:r>
              <a:rPr lang="en-IE" sz="1800" dirty="0">
                <a:solidFill>
                  <a:srgbClr val="000000"/>
                </a:solidFill>
                <a:effectLst/>
                <a:latin typeface="Menlo" panose="020B0609030804020204" pitchFamily="49" charset="0"/>
              </a:rPr>
              <a:t> games g </a:t>
            </a:r>
            <a:r>
              <a:rPr lang="en-IE" sz="1800" b="1" dirty="0">
                <a:solidFill>
                  <a:srgbClr val="800000"/>
                </a:solidFill>
                <a:effectLst/>
                <a:latin typeface="Menlo" panose="020B0609030804020204" pitchFamily="49" charset="0"/>
              </a:rPr>
              <a:t>USING</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game_id</a:t>
            </a: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WHERE</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ps.person_id</a:t>
            </a:r>
            <a:r>
              <a:rPr lang="en-IE" sz="1800" dirty="0">
                <a:solidFill>
                  <a:srgbClr val="000000"/>
                </a:solidFill>
                <a:effectLst/>
                <a:latin typeface="Menlo" panose="020B0609030804020204" pitchFamily="49" charset="0"/>
              </a:rPr>
              <a:t> = </a:t>
            </a:r>
            <a:r>
              <a:rPr lang="en-IE" sz="1800" b="1" dirty="0">
                <a:solidFill>
                  <a:srgbClr val="000080"/>
                </a:solidFill>
                <a:effectLst/>
                <a:latin typeface="Menlo" panose="020B0609030804020204" pitchFamily="49" charset="0"/>
              </a:rPr>
              <a:t>$1</a:t>
            </a:r>
            <a:r>
              <a:rPr lang="en-IE" sz="1800" dirty="0">
                <a:solidFill>
                  <a:srgbClr val="000000"/>
                </a:solidFill>
                <a:effectLst/>
                <a:latin typeface="Menlo" panose="020B0609030804020204" pitchFamily="49" charset="0"/>
              </a:rPr>
              <a:t> </a:t>
            </a:r>
            <a:r>
              <a:rPr lang="en-IE" sz="1800" dirty="0">
                <a:solidFill>
                  <a:srgbClr val="808080"/>
                </a:solidFill>
                <a:effectLst/>
                <a:latin typeface="Menlo" panose="020B0609030804020204" pitchFamily="49" charset="0"/>
              </a:rPr>
              <a:t>-- player id</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AND</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g.game_type</a:t>
            </a:r>
            <a:r>
              <a:rPr lang="en-IE" sz="1800" dirty="0">
                <a:solidFill>
                  <a:srgbClr val="000000"/>
                </a:solidFill>
                <a:effectLst/>
                <a:latin typeface="Menlo" panose="020B0609030804020204" pitchFamily="49" charset="0"/>
              </a:rPr>
              <a:t> = </a:t>
            </a:r>
            <a:r>
              <a:rPr lang="en-IE" sz="1800" b="1" dirty="0">
                <a:solidFill>
                  <a:srgbClr val="000080"/>
                </a:solidFill>
                <a:effectLst/>
                <a:latin typeface="Menlo" panose="020B0609030804020204" pitchFamily="49" charset="0"/>
              </a:rPr>
              <a:t>$2</a:t>
            </a:r>
            <a:r>
              <a:rPr lang="en-IE" sz="1800" dirty="0">
                <a:solidFill>
                  <a:srgbClr val="FF0000"/>
                </a:solidFill>
                <a:effectLst/>
                <a:latin typeface="Menlo" panose="020B0609030804020204" pitchFamily="49" charset="0"/>
              </a:rPr>
              <a:t>;</a:t>
            </a:r>
            <a:r>
              <a:rPr lang="en-IE" sz="1800" dirty="0">
                <a:solidFill>
                  <a:srgbClr val="000000"/>
                </a:solidFill>
                <a:effectLst/>
                <a:latin typeface="Menlo" panose="020B0609030804020204" pitchFamily="49" charset="0"/>
              </a:rPr>
              <a:t> </a:t>
            </a:r>
            <a:r>
              <a:rPr lang="en-IE" sz="1800" dirty="0">
                <a:solidFill>
                  <a:srgbClr val="808080"/>
                </a:solidFill>
                <a:effectLst/>
                <a:latin typeface="Menlo" panose="020B0609030804020204" pitchFamily="49" charset="0"/>
              </a:rPr>
              <a:t>-- for example, 'Regular Season', 'Playoffs'</a:t>
            </a:r>
            <a:endParaRPr lang="en-IE" sz="1800" dirty="0">
              <a:solidFill>
                <a:srgbClr val="000000"/>
              </a:solidFill>
              <a:effectLst/>
              <a:latin typeface="Menlo" panose="020B0609030804020204" pitchFamily="49" charset="0"/>
            </a:endParaRPr>
          </a:p>
          <a:p>
            <a:pPr marL="0" marR="0">
              <a:buNone/>
            </a:pPr>
            <a:br>
              <a:rPr lang="en-IE" sz="1800" dirty="0">
                <a:solidFill>
                  <a:srgbClr val="000000"/>
                </a:solidFill>
                <a:effectLst/>
                <a:latin typeface="Menlo" panose="020B0609030804020204" pitchFamily="49" charset="0"/>
              </a:rPr>
            </a:b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793791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FFF96-50D0-40EC-4783-F0684527A69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640A3ED-DD97-30E3-D3BE-01479C06F72D}"/>
              </a:ext>
            </a:extLst>
          </p:cNvPr>
          <p:cNvSpPr txBox="1">
            <a:spLocks noGrp="1"/>
          </p:cNvSpPr>
          <p:nvPr>
            <p:ph type="title"/>
          </p:nvPr>
        </p:nvSpPr>
        <p:spPr>
          <a:xfrm>
            <a:off x="236668" y="268996"/>
            <a:ext cx="7880078" cy="681839"/>
          </a:xfrm>
          <a:prstGeom prst="rect">
            <a:avLst/>
          </a:prstGeom>
        </p:spPr>
        <p:txBody>
          <a:bodyPr vert="horz" wrap="square" lIns="0" tIns="65645" rIns="0" bIns="0" rtlCol="0" anchor="ctr">
            <a:spAutoFit/>
          </a:bodyPr>
          <a:lstStyle/>
          <a:p>
            <a:pPr marL="132383">
              <a:lnSpc>
                <a:spcPct val="100000"/>
              </a:lnSpc>
              <a:spcBef>
                <a:spcPts val="81"/>
              </a:spcBef>
            </a:pPr>
            <a:r>
              <a:rPr lang="pt-BR" sz="4000" b="1" spc="-9" dirty="0"/>
              <a:t>SPECIFIC QUERIES</a:t>
            </a:r>
            <a:endParaRPr sz="4000" b="1" spc="-9" dirty="0"/>
          </a:p>
        </p:txBody>
      </p:sp>
      <p:sp>
        <p:nvSpPr>
          <p:cNvPr id="4" name="Content Placeholder 3">
            <a:extLst>
              <a:ext uri="{FF2B5EF4-FFF2-40B4-BE49-F238E27FC236}">
                <a16:creationId xmlns:a16="http://schemas.microsoft.com/office/drawing/2014/main" id="{B125A94B-266C-A83B-6040-5F1E62287AF9}"/>
              </a:ext>
            </a:extLst>
          </p:cNvPr>
          <p:cNvSpPr>
            <a:spLocks noGrp="1"/>
          </p:cNvSpPr>
          <p:nvPr>
            <p:ph idx="1"/>
          </p:nvPr>
        </p:nvSpPr>
        <p:spPr>
          <a:xfrm>
            <a:off x="236668" y="1013945"/>
            <a:ext cx="8907332" cy="1729253"/>
          </a:xfrm>
        </p:spPr>
        <p:txBody>
          <a:bodyPr>
            <a:normAutofit/>
          </a:bodyPr>
          <a:lstStyle/>
          <a:p>
            <a:r>
              <a:rPr lang="en-IE" dirty="0"/>
              <a:t>Avoid SELECT * in production queries:</a:t>
            </a:r>
          </a:p>
          <a:p>
            <a:pPr lvl="1"/>
            <a:r>
              <a:rPr lang="en-IE" dirty="0"/>
              <a:t>Unnecessary I/O (reads columns we do not use).</a:t>
            </a:r>
          </a:p>
          <a:p>
            <a:pPr lvl="1"/>
            <a:r>
              <a:rPr lang="en-IE" dirty="0"/>
              <a:t>Queries break if later columns are added or removed.</a:t>
            </a:r>
          </a:p>
          <a:p>
            <a:pPr lvl="1"/>
            <a:r>
              <a:rPr lang="en-IE" dirty="0"/>
              <a:t>Instead, select only the columns you need and filter rows early.</a:t>
            </a:r>
            <a:endParaRPr lang="en-IE" sz="2000" dirty="0"/>
          </a:p>
        </p:txBody>
      </p:sp>
      <p:sp>
        <p:nvSpPr>
          <p:cNvPr id="5" name="TextBox 4">
            <a:extLst>
              <a:ext uri="{FF2B5EF4-FFF2-40B4-BE49-F238E27FC236}">
                <a16:creationId xmlns:a16="http://schemas.microsoft.com/office/drawing/2014/main" id="{F75200A7-C845-C60C-2159-37B4946CB393}"/>
              </a:ext>
            </a:extLst>
          </p:cNvPr>
          <p:cNvSpPr txBox="1"/>
          <p:nvPr/>
        </p:nvSpPr>
        <p:spPr>
          <a:xfrm>
            <a:off x="677368" y="2848157"/>
            <a:ext cx="6998677" cy="3693319"/>
          </a:xfrm>
          <a:prstGeom prst="rect">
            <a:avLst/>
          </a:prstGeom>
          <a:noFill/>
        </p:spPr>
        <p:txBody>
          <a:bodyPr wrap="square">
            <a:spAutoFit/>
          </a:bodyPr>
          <a:lstStyle/>
          <a:p>
            <a:pPr marL="0" marR="0">
              <a:buNone/>
            </a:pPr>
            <a:r>
              <a:rPr lang="en-IE" sz="1800" dirty="0">
                <a:solidFill>
                  <a:srgbClr val="808080"/>
                </a:solidFill>
                <a:effectLst/>
                <a:latin typeface="Menlo" panose="020B0609030804020204" pitchFamily="49" charset="0"/>
              </a:rPr>
              <a:t>--Avoid SELECT *</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 </a:t>
            </a: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err="1">
                <a:solidFill>
                  <a:srgbClr val="956037"/>
                </a:solidFill>
                <a:effectLst/>
                <a:latin typeface="Menlo" panose="020B0609030804020204" pitchFamily="49" charset="0"/>
              </a:rPr>
              <a:t>nba</a:t>
            </a:r>
            <a:r>
              <a:rPr lang="en-IE" sz="1800" dirty="0" err="1">
                <a:solidFill>
                  <a:srgbClr val="000000"/>
                </a:solidFill>
                <a:effectLst/>
                <a:latin typeface="Menlo" panose="020B0609030804020204" pitchFamily="49" charset="0"/>
              </a:rPr>
              <a:t>.</a:t>
            </a:r>
            <a:r>
              <a:rPr lang="en-IE" sz="1800" dirty="0" err="1">
                <a:solidFill>
                  <a:srgbClr val="8E00C6"/>
                </a:solidFill>
                <a:effectLst/>
                <a:latin typeface="Menlo" panose="020B0609030804020204" pitchFamily="49" charset="0"/>
              </a:rPr>
              <a:t>player_statistics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WHERE</a:t>
            </a:r>
            <a:r>
              <a:rPr lang="en-IE" sz="1800" dirty="0">
                <a:solidFill>
                  <a:srgbClr val="000000"/>
                </a:solidFill>
                <a:effectLst/>
                <a:latin typeface="Menlo" panose="020B0609030804020204" pitchFamily="49" charset="0"/>
              </a:rPr>
              <a:t> </a:t>
            </a:r>
            <a:r>
              <a:rPr lang="en-IE" sz="1800" dirty="0">
                <a:solidFill>
                  <a:srgbClr val="006464"/>
                </a:solidFill>
                <a:effectLst/>
                <a:latin typeface="Menlo" panose="020B0609030804020204" pitchFamily="49" charset="0"/>
              </a:rPr>
              <a:t>points</a:t>
            </a:r>
            <a:r>
              <a:rPr lang="en-IE" sz="1800" dirty="0">
                <a:solidFill>
                  <a:srgbClr val="000000"/>
                </a:solidFill>
                <a:effectLst/>
                <a:latin typeface="Menlo" panose="020B0609030804020204" pitchFamily="49" charset="0"/>
              </a:rPr>
              <a:t> &gt; </a:t>
            </a:r>
            <a:r>
              <a:rPr lang="en-IE" sz="1800" dirty="0">
                <a:solidFill>
                  <a:srgbClr val="0000FF"/>
                </a:solidFill>
                <a:effectLst/>
                <a:latin typeface="Menlo" panose="020B0609030804020204" pitchFamily="49" charset="0"/>
              </a:rPr>
              <a:t>30</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a:p>
            <a:pPr marL="0" marR="0">
              <a:buNone/>
            </a:pPr>
            <a:endParaRPr lang="en-IE" sz="1800" dirty="0">
              <a:solidFill>
                <a:srgbClr val="000000"/>
              </a:solidFill>
              <a:effectLst/>
              <a:latin typeface="Menlo" panose="020B0609030804020204" pitchFamily="49" charset="0"/>
            </a:endParaRPr>
          </a:p>
          <a:p>
            <a:pPr marL="0" marR="0">
              <a:buNone/>
            </a:pPr>
            <a:r>
              <a:rPr lang="en-IE" sz="1800" dirty="0">
                <a:solidFill>
                  <a:srgbClr val="808080"/>
                </a:solidFill>
                <a:effectLst/>
                <a:latin typeface="Menlo" panose="020B0609030804020204" pitchFamily="49" charset="0"/>
              </a:rPr>
              <a:t>--Prefer specifying the columns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SELECT</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person_id</a:t>
            </a:r>
            <a:r>
              <a:rPr lang="en-IE" sz="1800" dirty="0">
                <a:solidFill>
                  <a:srgbClr val="000000"/>
                </a:solidFill>
                <a:effectLst/>
                <a:latin typeface="Menlo" panose="020B0609030804020204" pitchFamily="49" charset="0"/>
              </a:rPr>
              <a:t>,</a:t>
            </a:r>
          </a:p>
          <a:p>
            <a:pPr marL="0" marR="0">
              <a:buNone/>
            </a:pPr>
            <a:r>
              <a:rPr lang="en-IE" sz="1800" dirty="0" err="1">
                <a:solidFill>
                  <a:srgbClr val="006464"/>
                </a:solidFill>
                <a:effectLst/>
                <a:latin typeface="Menlo" panose="020B0609030804020204" pitchFamily="49" charset="0"/>
              </a:rPr>
              <a:t>game_id</a:t>
            </a:r>
            <a:r>
              <a:rPr lang="en-IE" sz="1800" dirty="0">
                <a:solidFill>
                  <a:srgbClr val="000000"/>
                </a:solidFill>
                <a:effectLst/>
                <a:latin typeface="Menlo" panose="020B0609030804020204" pitchFamily="49" charset="0"/>
              </a:rPr>
              <a:t>,</a:t>
            </a:r>
          </a:p>
          <a:p>
            <a:pPr marL="0" marR="0">
              <a:buNone/>
            </a:pPr>
            <a:r>
              <a:rPr lang="en-IE" sz="1800" dirty="0">
                <a:solidFill>
                  <a:srgbClr val="006464"/>
                </a:solidFill>
                <a:effectLst/>
                <a:latin typeface="Menlo" panose="020B0609030804020204" pitchFamily="49" charset="0"/>
              </a:rPr>
              <a:t>points</a:t>
            </a:r>
            <a:r>
              <a:rPr lang="en-IE" sz="1800" dirty="0">
                <a:solidFill>
                  <a:srgbClr val="000000"/>
                </a:solidFill>
                <a:effectLst/>
                <a:latin typeface="Menlo" panose="020B0609030804020204" pitchFamily="49" charset="0"/>
              </a:rPr>
              <a:t>,</a:t>
            </a:r>
          </a:p>
          <a:p>
            <a:pPr marL="0" marR="0">
              <a:buNone/>
            </a:pPr>
            <a:r>
              <a:rPr lang="en-IE" sz="1800" dirty="0">
                <a:solidFill>
                  <a:srgbClr val="006464"/>
                </a:solidFill>
                <a:effectLst/>
                <a:latin typeface="Menlo" panose="020B0609030804020204" pitchFamily="49" charset="0"/>
              </a:rPr>
              <a:t>assists</a:t>
            </a:r>
            <a:r>
              <a:rPr lang="en-IE" sz="1800" dirty="0">
                <a:solidFill>
                  <a:srgbClr val="000000"/>
                </a:solidFill>
                <a:effectLst/>
                <a:latin typeface="Menlo" panose="020B0609030804020204" pitchFamily="49" charset="0"/>
              </a:rPr>
              <a:t>,</a:t>
            </a:r>
          </a:p>
          <a:p>
            <a:pPr marL="0" marR="0">
              <a:buNone/>
            </a:pPr>
            <a:r>
              <a:rPr lang="en-IE" sz="1800" dirty="0" err="1">
                <a:solidFill>
                  <a:srgbClr val="006464"/>
                </a:solidFill>
                <a:effectLst/>
                <a:latin typeface="Menlo" panose="020B0609030804020204" pitchFamily="49" charset="0"/>
              </a:rPr>
              <a:t>rebounds_total</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err="1">
                <a:solidFill>
                  <a:srgbClr val="956037"/>
                </a:solidFill>
                <a:effectLst/>
                <a:latin typeface="Menlo" panose="020B0609030804020204" pitchFamily="49" charset="0"/>
              </a:rPr>
              <a:t>nba</a:t>
            </a:r>
            <a:r>
              <a:rPr lang="en-IE" sz="1800" dirty="0" err="1">
                <a:solidFill>
                  <a:srgbClr val="000000"/>
                </a:solidFill>
                <a:effectLst/>
                <a:latin typeface="Menlo" panose="020B0609030804020204" pitchFamily="49" charset="0"/>
              </a:rPr>
              <a:t>.</a:t>
            </a:r>
            <a:r>
              <a:rPr lang="en-IE" sz="1800" dirty="0" err="1">
                <a:solidFill>
                  <a:srgbClr val="8E00C6"/>
                </a:solidFill>
                <a:effectLst/>
                <a:latin typeface="Menlo" panose="020B0609030804020204" pitchFamily="49" charset="0"/>
              </a:rPr>
              <a:t>player_statistics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WHERE</a:t>
            </a:r>
            <a:r>
              <a:rPr lang="en-IE" sz="1800" dirty="0">
                <a:solidFill>
                  <a:srgbClr val="000000"/>
                </a:solidFill>
                <a:effectLst/>
                <a:latin typeface="Menlo" panose="020B0609030804020204" pitchFamily="49" charset="0"/>
              </a:rPr>
              <a:t> </a:t>
            </a:r>
            <a:r>
              <a:rPr lang="en-IE" sz="1800" dirty="0">
                <a:solidFill>
                  <a:srgbClr val="006464"/>
                </a:solidFill>
                <a:effectLst/>
                <a:latin typeface="Menlo" panose="020B0609030804020204" pitchFamily="49" charset="0"/>
              </a:rPr>
              <a:t>points</a:t>
            </a:r>
            <a:r>
              <a:rPr lang="en-IE" sz="1800" dirty="0">
                <a:solidFill>
                  <a:srgbClr val="000000"/>
                </a:solidFill>
                <a:effectLst/>
                <a:latin typeface="Menlo" panose="020B0609030804020204" pitchFamily="49" charset="0"/>
              </a:rPr>
              <a:t> &gt; </a:t>
            </a:r>
            <a:r>
              <a:rPr lang="en-IE" sz="1800" dirty="0">
                <a:solidFill>
                  <a:srgbClr val="0000FF"/>
                </a:solidFill>
                <a:effectLst/>
                <a:latin typeface="Menlo" panose="020B0609030804020204" pitchFamily="49" charset="0"/>
              </a:rPr>
              <a:t>30</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913987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37C35-65DE-86AA-B174-3F2346AA5A3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3D590C8-3FF3-94BB-81F4-6EDFDD2B480A}"/>
              </a:ext>
            </a:extLst>
          </p:cNvPr>
          <p:cNvSpPr txBox="1">
            <a:spLocks noGrp="1"/>
          </p:cNvSpPr>
          <p:nvPr>
            <p:ph type="title"/>
          </p:nvPr>
        </p:nvSpPr>
        <p:spPr>
          <a:xfrm>
            <a:off x="236668" y="238218"/>
            <a:ext cx="7880078" cy="743395"/>
          </a:xfrm>
          <a:prstGeom prst="rect">
            <a:avLst/>
          </a:prstGeom>
        </p:spPr>
        <p:txBody>
          <a:bodyPr vert="horz" wrap="square" lIns="0" tIns="65645" rIns="0" bIns="0" rtlCol="0" anchor="ctr">
            <a:spAutoFit/>
          </a:bodyPr>
          <a:lstStyle/>
          <a:p>
            <a:pPr marL="132383">
              <a:lnSpc>
                <a:spcPct val="100000"/>
              </a:lnSpc>
              <a:spcBef>
                <a:spcPts val="81"/>
              </a:spcBef>
            </a:pPr>
            <a:r>
              <a:rPr lang="pt-BR" b="1" spc="-9" dirty="0" err="1"/>
              <a:t>Transactions</a:t>
            </a:r>
            <a:endParaRPr b="1" spc="-9" dirty="0"/>
          </a:p>
        </p:txBody>
      </p:sp>
      <p:sp>
        <p:nvSpPr>
          <p:cNvPr id="4" name="Content Placeholder 3">
            <a:extLst>
              <a:ext uri="{FF2B5EF4-FFF2-40B4-BE49-F238E27FC236}">
                <a16:creationId xmlns:a16="http://schemas.microsoft.com/office/drawing/2014/main" id="{F2798611-2386-EEC6-A48E-9FD241DD7D94}"/>
              </a:ext>
            </a:extLst>
          </p:cNvPr>
          <p:cNvSpPr>
            <a:spLocks noGrp="1"/>
          </p:cNvSpPr>
          <p:nvPr>
            <p:ph idx="1"/>
          </p:nvPr>
        </p:nvSpPr>
        <p:spPr>
          <a:xfrm>
            <a:off x="236668" y="1512276"/>
            <a:ext cx="8570675" cy="5107505"/>
          </a:xfrm>
        </p:spPr>
        <p:txBody>
          <a:bodyPr>
            <a:normAutofit/>
          </a:bodyPr>
          <a:lstStyle/>
          <a:p>
            <a:r>
              <a:rPr lang="en-IE" sz="2500" dirty="0"/>
              <a:t>Transactions group SQL statements into atomic, consistent, isolated, and durable operations.</a:t>
            </a:r>
          </a:p>
          <a:p>
            <a:r>
              <a:rPr lang="en-IE" sz="2500" dirty="0"/>
              <a:t>Transactions encapsulate multiple steps into a single, all-or-nothing operation. </a:t>
            </a:r>
          </a:p>
          <a:p>
            <a:r>
              <a:rPr lang="en-IE" sz="2500" dirty="0"/>
              <a:t>The intermediate states between the steps are not visible to other concurrent transactions. </a:t>
            </a:r>
          </a:p>
          <a:p>
            <a:r>
              <a:rPr lang="en-IE" sz="2500" dirty="0"/>
              <a:t>Therefore, if anything goes wrong, it prevents the transaction from completing, then none of the steps affect the database at all.</a:t>
            </a:r>
          </a:p>
          <a:p>
            <a:endParaRPr lang="en-IE" sz="2500" dirty="0"/>
          </a:p>
          <a:p>
            <a:pPr marL="0" indent="0">
              <a:buNone/>
            </a:pPr>
            <a:endParaRPr lang="en-IE" sz="2500" dirty="0"/>
          </a:p>
        </p:txBody>
      </p:sp>
    </p:spTree>
    <p:extLst>
      <p:ext uri="{BB962C8B-B14F-4D97-AF65-F5344CB8AC3E}">
        <p14:creationId xmlns:p14="http://schemas.microsoft.com/office/powerpoint/2010/main" val="925230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CB36-B7A4-E503-5C94-6287091548A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C3C2E8A-D5DB-320D-21EE-67A4440D7B6E}"/>
              </a:ext>
            </a:extLst>
          </p:cNvPr>
          <p:cNvSpPr txBox="1">
            <a:spLocks noGrp="1"/>
          </p:cNvSpPr>
          <p:nvPr>
            <p:ph type="title"/>
          </p:nvPr>
        </p:nvSpPr>
        <p:spPr>
          <a:xfrm>
            <a:off x="236668" y="238218"/>
            <a:ext cx="7880078" cy="743395"/>
          </a:xfrm>
          <a:prstGeom prst="rect">
            <a:avLst/>
          </a:prstGeom>
        </p:spPr>
        <p:txBody>
          <a:bodyPr vert="horz" wrap="square" lIns="0" tIns="65645" rIns="0" bIns="0" rtlCol="0" anchor="ctr">
            <a:spAutoFit/>
          </a:bodyPr>
          <a:lstStyle/>
          <a:p>
            <a:pPr marL="132383">
              <a:lnSpc>
                <a:spcPct val="100000"/>
              </a:lnSpc>
              <a:spcBef>
                <a:spcPts val="81"/>
              </a:spcBef>
            </a:pPr>
            <a:r>
              <a:rPr lang="pt-BR" b="1" spc="-9" dirty="0" err="1"/>
              <a:t>Transactions</a:t>
            </a:r>
            <a:endParaRPr b="1" spc="-9" dirty="0"/>
          </a:p>
        </p:txBody>
      </p:sp>
      <p:sp>
        <p:nvSpPr>
          <p:cNvPr id="4" name="Content Placeholder 3">
            <a:extLst>
              <a:ext uri="{FF2B5EF4-FFF2-40B4-BE49-F238E27FC236}">
                <a16:creationId xmlns:a16="http://schemas.microsoft.com/office/drawing/2014/main" id="{012F3497-A833-A63A-26A1-D8736416BBCA}"/>
              </a:ext>
            </a:extLst>
          </p:cNvPr>
          <p:cNvSpPr>
            <a:spLocks noGrp="1"/>
          </p:cNvSpPr>
          <p:nvPr>
            <p:ph idx="1"/>
          </p:nvPr>
        </p:nvSpPr>
        <p:spPr>
          <a:xfrm>
            <a:off x="236668" y="1101870"/>
            <a:ext cx="8570675" cy="5517912"/>
          </a:xfrm>
        </p:spPr>
        <p:txBody>
          <a:bodyPr>
            <a:normAutofit/>
          </a:bodyPr>
          <a:lstStyle/>
          <a:p>
            <a:r>
              <a:rPr lang="en-IE" sz="2500" dirty="0"/>
              <a:t>BEGIN: A transaction always starts with the BEGIN keyword, indicating to the DB a transaction is starting, with multiple in it.</a:t>
            </a:r>
          </a:p>
          <a:p>
            <a:endParaRPr lang="en-IE" sz="2500" dirty="0"/>
          </a:p>
          <a:p>
            <a:r>
              <a:rPr lang="en-IE" sz="2500" dirty="0"/>
              <a:t>COMMIT: keyword used so the changes made by the transaction are effective. All the queries after the COMMIT persist in the database.</a:t>
            </a:r>
          </a:p>
          <a:p>
            <a:endParaRPr lang="en-IE" sz="2500" dirty="0"/>
          </a:p>
          <a:p>
            <a:r>
              <a:rPr lang="en-IE" sz="2500" dirty="0"/>
              <a:t>ROLLBACK: Allows us to undo changes promoted by the queries. If the system crashes during the transaction after writing thousands of queries, we are able to rollback.</a:t>
            </a:r>
          </a:p>
          <a:p>
            <a:endParaRPr lang="en-IE" sz="2400" dirty="0"/>
          </a:p>
          <a:p>
            <a:endParaRPr lang="en-IE" sz="2400" dirty="0"/>
          </a:p>
          <a:p>
            <a:pPr marL="0" indent="0">
              <a:buNone/>
            </a:pPr>
            <a:endParaRPr lang="en-IE" sz="2400" dirty="0"/>
          </a:p>
        </p:txBody>
      </p:sp>
    </p:spTree>
    <p:extLst>
      <p:ext uri="{BB962C8B-B14F-4D97-AF65-F5344CB8AC3E}">
        <p14:creationId xmlns:p14="http://schemas.microsoft.com/office/powerpoint/2010/main" val="585960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6DB61-03B2-9145-0CEF-F18A805F701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9D8A2E7-EBA0-44A9-5D8D-07BC05E168F7}"/>
              </a:ext>
            </a:extLst>
          </p:cNvPr>
          <p:cNvSpPr txBox="1">
            <a:spLocks noGrp="1"/>
          </p:cNvSpPr>
          <p:nvPr>
            <p:ph type="title"/>
          </p:nvPr>
        </p:nvSpPr>
        <p:spPr>
          <a:xfrm>
            <a:off x="628650" y="690064"/>
            <a:ext cx="7886700" cy="675684"/>
          </a:xfrm>
        </p:spPr>
        <p:txBody>
          <a:bodyPr vert="horz" wrap="square" lIns="0" tIns="65645" rIns="0" bIns="0" rtlCol="0" anchor="ctr">
            <a:spAutoFit/>
          </a:bodyPr>
          <a:lstStyle/>
          <a:p>
            <a:r>
              <a:rPr lang="pt-BR" b="1" dirty="0" err="1"/>
              <a:t>Transactions</a:t>
            </a:r>
            <a:endParaRPr lang="pt-BR" b="1" dirty="0"/>
          </a:p>
        </p:txBody>
      </p:sp>
      <p:sp>
        <p:nvSpPr>
          <p:cNvPr id="4" name="Content Placeholder 3">
            <a:extLst>
              <a:ext uri="{FF2B5EF4-FFF2-40B4-BE49-F238E27FC236}">
                <a16:creationId xmlns:a16="http://schemas.microsoft.com/office/drawing/2014/main" id="{5D168182-3F10-3557-A4BF-1C8AC4F0BEA1}"/>
              </a:ext>
            </a:extLst>
          </p:cNvPr>
          <p:cNvSpPr>
            <a:spLocks noGrp="1"/>
          </p:cNvSpPr>
          <p:nvPr>
            <p:ph idx="1"/>
          </p:nvPr>
        </p:nvSpPr>
        <p:spPr>
          <a:xfrm>
            <a:off x="628650" y="1825625"/>
            <a:ext cx="7886700" cy="4351338"/>
          </a:xfrm>
        </p:spPr>
        <p:txBody>
          <a:bodyPr>
            <a:normAutofit/>
          </a:bodyPr>
          <a:lstStyle/>
          <a:p>
            <a:r>
              <a:rPr lang="en-IE" sz="2700" dirty="0"/>
              <a:t>In an NBA context, imagine correcting stats for a game:</a:t>
            </a:r>
          </a:p>
          <a:p>
            <a:pPr lvl="1"/>
            <a:r>
              <a:rPr lang="en-IE" sz="2700" dirty="0"/>
              <a:t>Remove the old stats rows for a game.</a:t>
            </a:r>
          </a:p>
          <a:p>
            <a:pPr lvl="1"/>
            <a:r>
              <a:rPr lang="en-IE" sz="2700" dirty="0"/>
              <a:t>Insert corrected stats.</a:t>
            </a:r>
          </a:p>
          <a:p>
            <a:pPr lvl="1"/>
            <a:r>
              <a:rPr lang="en-IE" sz="2700" dirty="0"/>
              <a:t>Update the game’s final score.</a:t>
            </a:r>
          </a:p>
          <a:p>
            <a:r>
              <a:rPr lang="en-IE" sz="2700" dirty="0"/>
              <a:t>Either all of these changes should happen, or none.</a:t>
            </a:r>
          </a:p>
          <a:p>
            <a:endParaRPr lang="en-IE" dirty="0"/>
          </a:p>
        </p:txBody>
      </p:sp>
    </p:spTree>
    <p:extLst>
      <p:ext uri="{BB962C8B-B14F-4D97-AF65-F5344CB8AC3E}">
        <p14:creationId xmlns:p14="http://schemas.microsoft.com/office/powerpoint/2010/main" val="4149933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000B8-A36F-2278-4349-2E949FB58BB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1942D48-3B56-D778-433C-CF1B2FA247F7}"/>
              </a:ext>
            </a:extLst>
          </p:cNvPr>
          <p:cNvSpPr txBox="1">
            <a:spLocks noGrp="1"/>
          </p:cNvSpPr>
          <p:nvPr>
            <p:ph type="title"/>
          </p:nvPr>
        </p:nvSpPr>
        <p:spPr>
          <a:xfrm>
            <a:off x="628650" y="408710"/>
            <a:ext cx="7886700" cy="675684"/>
          </a:xfrm>
        </p:spPr>
        <p:txBody>
          <a:bodyPr vert="horz" wrap="square" lIns="0" tIns="65645" rIns="0" bIns="0" rtlCol="0" anchor="ctr">
            <a:spAutoFit/>
          </a:bodyPr>
          <a:lstStyle/>
          <a:p>
            <a:r>
              <a:rPr lang="pt-BR" b="1" dirty="0" err="1"/>
              <a:t>Transactions</a:t>
            </a:r>
            <a:endParaRPr lang="pt-BR" b="1" dirty="0"/>
          </a:p>
        </p:txBody>
      </p:sp>
      <p:sp>
        <p:nvSpPr>
          <p:cNvPr id="7" name="TextBox 6">
            <a:extLst>
              <a:ext uri="{FF2B5EF4-FFF2-40B4-BE49-F238E27FC236}">
                <a16:creationId xmlns:a16="http://schemas.microsoft.com/office/drawing/2014/main" id="{550FBEDF-1585-301D-FAF5-611ED6FBC192}"/>
              </a:ext>
            </a:extLst>
          </p:cNvPr>
          <p:cNvSpPr txBox="1"/>
          <p:nvPr/>
        </p:nvSpPr>
        <p:spPr>
          <a:xfrm>
            <a:off x="628650" y="1238535"/>
            <a:ext cx="7280032" cy="5355312"/>
          </a:xfrm>
          <a:prstGeom prst="rect">
            <a:avLst/>
          </a:prstGeom>
          <a:noFill/>
        </p:spPr>
        <p:txBody>
          <a:bodyPr wrap="square">
            <a:spAutoFit/>
          </a:bodyPr>
          <a:lstStyle/>
          <a:p>
            <a:pPr marL="0" marR="0">
              <a:buNone/>
            </a:pPr>
            <a:r>
              <a:rPr lang="en-IE" sz="1800" dirty="0">
                <a:solidFill>
                  <a:srgbClr val="808080"/>
                </a:solidFill>
                <a:effectLst/>
                <a:latin typeface="Menlo" panose="020B0609030804020204" pitchFamily="49" charset="0"/>
              </a:rPr>
              <a:t>-- 1. Start the transaction</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BEGIN</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a:p>
            <a:pPr marL="0" marR="0">
              <a:buNone/>
            </a:pPr>
            <a:r>
              <a:rPr lang="en-IE" sz="1800" dirty="0">
                <a:solidFill>
                  <a:srgbClr val="808080"/>
                </a:solidFill>
                <a:effectLst/>
                <a:latin typeface="Menlo" panose="020B0609030804020204" pitchFamily="49" charset="0"/>
              </a:rPr>
              <a:t>-- 2. Delete old statistics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DELETE</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FROM</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player_statistics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WHERE</a:t>
            </a:r>
            <a:r>
              <a:rPr lang="en-IE" sz="1800" dirty="0">
                <a:solidFill>
                  <a:srgbClr val="000000"/>
                </a:solidFill>
                <a:effectLst/>
                <a:latin typeface="Menlo" panose="020B0609030804020204" pitchFamily="49" charset="0"/>
              </a:rPr>
              <a:t> </a:t>
            </a:r>
            <a:r>
              <a:rPr lang="en-IE" sz="1800" dirty="0" err="1">
                <a:solidFill>
                  <a:srgbClr val="000000"/>
                </a:solidFill>
                <a:effectLst/>
                <a:latin typeface="Menlo" panose="020B0609030804020204" pitchFamily="49" charset="0"/>
              </a:rPr>
              <a:t>game_id</a:t>
            </a:r>
            <a:r>
              <a:rPr lang="en-IE" sz="1800" dirty="0">
                <a:solidFill>
                  <a:srgbClr val="000000"/>
                </a:solidFill>
                <a:effectLst/>
                <a:latin typeface="Menlo" panose="020B0609030804020204" pitchFamily="49" charset="0"/>
              </a:rPr>
              <a:t> = </a:t>
            </a:r>
            <a:r>
              <a:rPr lang="en-IE" sz="1800" dirty="0">
                <a:solidFill>
                  <a:srgbClr val="0000FF"/>
                </a:solidFill>
                <a:effectLst/>
                <a:latin typeface="Menlo" panose="020B0609030804020204" pitchFamily="49" charset="0"/>
              </a:rPr>
              <a:t>22400677</a:t>
            </a:r>
            <a:r>
              <a:rPr lang="en-IE" sz="1800" dirty="0">
                <a:solidFill>
                  <a:srgbClr val="FF0000"/>
                </a:solidFill>
                <a:effectLst/>
                <a:latin typeface="Menlo" panose="020B0609030804020204" pitchFamily="49" charset="0"/>
              </a:rPr>
              <a:t>;</a:t>
            </a:r>
            <a:br>
              <a:rPr lang="en-IE" sz="1800" dirty="0">
                <a:solidFill>
                  <a:srgbClr val="000000"/>
                </a:solidFill>
                <a:effectLst/>
                <a:latin typeface="Menlo" panose="020B0609030804020204" pitchFamily="49" charset="0"/>
              </a:rPr>
            </a:br>
            <a:endParaRPr lang="en-IE" sz="1800" dirty="0">
              <a:solidFill>
                <a:srgbClr val="000000"/>
              </a:solidFill>
              <a:effectLst/>
              <a:latin typeface="Menlo" panose="020B0609030804020204" pitchFamily="49" charset="0"/>
            </a:endParaRPr>
          </a:p>
          <a:p>
            <a:pPr marL="0" marR="0">
              <a:buNone/>
            </a:pPr>
            <a:r>
              <a:rPr lang="en-IE" sz="1800" dirty="0">
                <a:solidFill>
                  <a:srgbClr val="808080"/>
                </a:solidFill>
                <a:effectLst/>
                <a:latin typeface="Menlo" panose="020B0609030804020204" pitchFamily="49" charset="0"/>
              </a:rPr>
              <a:t>-- 3. Insert corrected statistics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INSERT</a:t>
            </a:r>
            <a:r>
              <a:rPr lang="en-IE" sz="1800" dirty="0">
                <a:solidFill>
                  <a:srgbClr val="000000"/>
                </a:solidFill>
                <a:effectLst/>
                <a:latin typeface="Menlo" panose="020B0609030804020204" pitchFamily="49" charset="0"/>
              </a:rPr>
              <a:t> </a:t>
            </a:r>
            <a:r>
              <a:rPr lang="en-IE" sz="1800" b="1" dirty="0">
                <a:solidFill>
                  <a:srgbClr val="800000"/>
                </a:solidFill>
                <a:effectLst/>
                <a:latin typeface="Menlo" panose="020B0609030804020204" pitchFamily="49" charset="0"/>
              </a:rPr>
              <a:t>INTO</a:t>
            </a:r>
            <a:r>
              <a:rPr lang="en-IE" sz="1800" dirty="0">
                <a:solidFill>
                  <a:srgbClr val="000000"/>
                </a:solidFill>
                <a:effectLst/>
                <a:latin typeface="Menlo" panose="020B0609030804020204" pitchFamily="49" charset="0"/>
              </a:rPr>
              <a:t> </a:t>
            </a:r>
            <a:r>
              <a:rPr lang="en-IE" sz="1800" dirty="0" err="1">
                <a:solidFill>
                  <a:srgbClr val="8E00C6"/>
                </a:solidFill>
                <a:effectLst/>
                <a:latin typeface="Menlo" panose="020B0609030804020204" pitchFamily="49" charset="0"/>
              </a:rPr>
              <a:t>player_statistics</a:t>
            </a:r>
            <a:r>
              <a:rPr lang="en-IE" sz="1800" dirty="0">
                <a:solidFill>
                  <a:srgbClr val="000000"/>
                </a:solidFill>
                <a:effectLst/>
                <a:latin typeface="Menlo" panose="020B0609030804020204" pitchFamily="49" charset="0"/>
              </a:rPr>
              <a:t> (</a:t>
            </a:r>
          </a:p>
          <a:p>
            <a:pPr marL="0" marR="0">
              <a:buNone/>
            </a:pPr>
            <a:r>
              <a:rPr lang="en-IE" sz="1800" dirty="0" err="1">
                <a:solidFill>
                  <a:srgbClr val="006464"/>
                </a:solidFill>
                <a:effectLst/>
                <a:latin typeface="Menlo" panose="020B0609030804020204" pitchFamily="49" charset="0"/>
              </a:rPr>
              <a:t>person_id</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game_id</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game_date</a:t>
            </a:r>
            <a:r>
              <a:rPr lang="en-IE" sz="1800" dirty="0">
                <a:solidFill>
                  <a:srgbClr val="000000"/>
                </a:solidFill>
                <a:effectLst/>
                <a:latin typeface="Menlo" panose="020B0609030804020204" pitchFamily="49" charset="0"/>
              </a:rPr>
              <a:t>,</a:t>
            </a:r>
          </a:p>
          <a:p>
            <a:pPr marL="0" marR="0">
              <a:buNone/>
            </a:pPr>
            <a:r>
              <a:rPr lang="en-IE" sz="1800" dirty="0">
                <a:solidFill>
                  <a:srgbClr val="006464"/>
                </a:solidFill>
                <a:effectLst/>
                <a:latin typeface="Menlo" panose="020B0609030804020204" pitchFamily="49" charset="0"/>
              </a:rPr>
              <a:t>points</a:t>
            </a:r>
            <a:r>
              <a:rPr lang="en-IE" sz="1800" dirty="0">
                <a:solidFill>
                  <a:srgbClr val="000000"/>
                </a:solidFill>
                <a:effectLst/>
                <a:latin typeface="Menlo" panose="020B0609030804020204" pitchFamily="49" charset="0"/>
              </a:rPr>
              <a:t>, </a:t>
            </a:r>
            <a:r>
              <a:rPr lang="en-IE" sz="1800" dirty="0">
                <a:solidFill>
                  <a:srgbClr val="006464"/>
                </a:solidFill>
                <a:effectLst/>
                <a:latin typeface="Menlo" panose="020B0609030804020204" pitchFamily="49" charset="0"/>
              </a:rPr>
              <a:t>assists</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rebounds_total</a:t>
            </a:r>
            <a:endParaRPr lang="en-IE" sz="1800" dirty="0">
              <a:solidFill>
                <a:srgbClr val="000000"/>
              </a:solidFill>
              <a:effectLst/>
              <a:latin typeface="Menlo" panose="020B0609030804020204" pitchFamily="49" charset="0"/>
            </a:endParaRPr>
          </a:p>
          <a:p>
            <a:pPr marL="0" marR="0">
              <a:buNone/>
            </a:pPr>
            <a:r>
              <a:rPr lang="en-IE" sz="1800" dirty="0">
                <a:solidFill>
                  <a:srgbClr val="000000"/>
                </a:solidFill>
                <a:effectLst/>
                <a:latin typeface="Menlo" panose="020B0609030804020204" pitchFamily="49" charset="0"/>
              </a:rPr>
              <a:t>)</a:t>
            </a:r>
          </a:p>
          <a:p>
            <a:pPr marL="0" marR="0">
              <a:buNone/>
            </a:pPr>
            <a:r>
              <a:rPr lang="en-IE" sz="1800" b="1" dirty="0">
                <a:solidFill>
                  <a:srgbClr val="800000"/>
                </a:solidFill>
                <a:effectLst/>
                <a:latin typeface="Menlo" panose="020B0609030804020204" pitchFamily="49" charset="0"/>
              </a:rPr>
              <a:t>VALUES</a:t>
            </a:r>
            <a:endParaRPr lang="en-IE" sz="1800" dirty="0">
              <a:solidFill>
                <a:srgbClr val="000000"/>
              </a:solidFill>
              <a:effectLst/>
              <a:latin typeface="Menlo" panose="020B0609030804020204" pitchFamily="49" charset="0"/>
            </a:endParaRPr>
          </a:p>
          <a:p>
            <a:pPr marL="0" marR="0">
              <a:buNone/>
            </a:pPr>
            <a:r>
              <a:rPr lang="en-IE" sz="1800" dirty="0">
                <a:solidFill>
                  <a:srgbClr val="000000"/>
                </a:solidFill>
                <a:effectLst/>
                <a:latin typeface="Menlo" panose="020B0609030804020204" pitchFamily="49" charset="0"/>
              </a:rPr>
              <a:t>(</a:t>
            </a:r>
            <a:r>
              <a:rPr lang="en-IE" sz="1800" dirty="0">
                <a:solidFill>
                  <a:srgbClr val="0000FF"/>
                </a:solidFill>
                <a:effectLst/>
                <a:latin typeface="Menlo" panose="020B0609030804020204" pitchFamily="49" charset="0"/>
              </a:rPr>
              <a:t>201939</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22400677</a:t>
            </a:r>
            <a:r>
              <a:rPr lang="en-IE" sz="1800" dirty="0">
                <a:solidFill>
                  <a:srgbClr val="000000"/>
                </a:solidFill>
                <a:effectLst/>
                <a:latin typeface="Menlo" panose="020B0609030804020204" pitchFamily="49" charset="0"/>
              </a:rPr>
              <a:t>, </a:t>
            </a:r>
            <a:r>
              <a:rPr lang="en-IE" sz="1800" dirty="0">
                <a:solidFill>
                  <a:srgbClr val="008000"/>
                </a:solidFill>
                <a:effectLst/>
                <a:latin typeface="Menlo" panose="020B0609030804020204" pitchFamily="49" charset="0"/>
              </a:rPr>
              <a:t>'2025-11-01'</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32</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8</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5</a:t>
            </a:r>
            <a:r>
              <a:rPr lang="en-IE" sz="1800" dirty="0">
                <a:solidFill>
                  <a:srgbClr val="000000"/>
                </a:solidFill>
                <a:effectLst/>
                <a:latin typeface="Menlo" panose="020B0609030804020204" pitchFamily="49" charset="0"/>
              </a:rPr>
              <a:t>),</a:t>
            </a:r>
          </a:p>
          <a:p>
            <a:pPr marL="0" marR="0">
              <a:buNone/>
            </a:pPr>
            <a:r>
              <a:rPr lang="en-IE" sz="1800" dirty="0">
                <a:solidFill>
                  <a:srgbClr val="000000"/>
                </a:solidFill>
                <a:effectLst/>
                <a:latin typeface="Menlo" panose="020B0609030804020204" pitchFamily="49" charset="0"/>
              </a:rPr>
              <a:t>(</a:t>
            </a:r>
            <a:r>
              <a:rPr lang="en-IE" sz="1800" dirty="0">
                <a:solidFill>
                  <a:srgbClr val="0000FF"/>
                </a:solidFill>
                <a:effectLst/>
                <a:latin typeface="Menlo" panose="020B0609030804020204" pitchFamily="49" charset="0"/>
              </a:rPr>
              <a:t>2544</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22400677</a:t>
            </a:r>
            <a:r>
              <a:rPr lang="en-IE" sz="1800" dirty="0">
                <a:solidFill>
                  <a:srgbClr val="000000"/>
                </a:solidFill>
                <a:effectLst/>
                <a:latin typeface="Menlo" panose="020B0609030804020204" pitchFamily="49" charset="0"/>
              </a:rPr>
              <a:t>, </a:t>
            </a:r>
            <a:r>
              <a:rPr lang="en-IE" sz="1800" dirty="0">
                <a:solidFill>
                  <a:srgbClr val="008000"/>
                </a:solidFill>
                <a:effectLst/>
                <a:latin typeface="Menlo" panose="020B0609030804020204" pitchFamily="49" charset="0"/>
              </a:rPr>
              <a:t>'2025-11-01'</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28</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7</a:t>
            </a:r>
            <a:r>
              <a:rPr lang="en-IE" sz="1800" dirty="0">
                <a:solidFill>
                  <a:srgbClr val="000000"/>
                </a:solidFill>
                <a:effectLst/>
                <a:latin typeface="Menlo" panose="020B0609030804020204" pitchFamily="49" charset="0"/>
              </a:rPr>
              <a:t>, </a:t>
            </a:r>
            <a:r>
              <a:rPr lang="en-IE" sz="1800" dirty="0">
                <a:solidFill>
                  <a:srgbClr val="0000FF"/>
                </a:solidFill>
                <a:effectLst/>
                <a:latin typeface="Menlo" panose="020B0609030804020204" pitchFamily="49" charset="0"/>
              </a:rPr>
              <a:t>9</a:t>
            </a:r>
            <a:r>
              <a:rPr lang="en-IE" sz="1800" dirty="0">
                <a:solidFill>
                  <a:srgbClr val="000000"/>
                </a:solidFill>
                <a:effectLst/>
                <a:latin typeface="Menlo" panose="020B0609030804020204" pitchFamily="49" charset="0"/>
              </a:rPr>
              <a:t>)</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a:p>
            <a:pPr marL="0" marR="0">
              <a:buNone/>
            </a:pPr>
            <a:r>
              <a:rPr lang="en-IE" sz="1800" dirty="0">
                <a:solidFill>
                  <a:srgbClr val="808080"/>
                </a:solidFill>
                <a:effectLst/>
                <a:latin typeface="Menlo" panose="020B0609030804020204" pitchFamily="49" charset="0"/>
              </a:rPr>
              <a:t>-- 4. Update the game final score</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UPDATE</a:t>
            </a:r>
            <a:r>
              <a:rPr lang="en-IE" sz="1800" dirty="0">
                <a:solidFill>
                  <a:srgbClr val="000000"/>
                </a:solidFill>
                <a:effectLst/>
                <a:latin typeface="Menlo" panose="020B0609030804020204" pitchFamily="49" charset="0"/>
              </a:rPr>
              <a:t> </a:t>
            </a:r>
            <a:r>
              <a:rPr lang="en-IE" sz="1800" dirty="0">
                <a:solidFill>
                  <a:srgbClr val="8E00C6"/>
                </a:solidFill>
                <a:effectLst/>
                <a:latin typeface="Menlo" panose="020B0609030804020204" pitchFamily="49" charset="0"/>
              </a:rPr>
              <a:t>games</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SET</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home_score</a:t>
            </a:r>
            <a:r>
              <a:rPr lang="en-IE" sz="1800" dirty="0">
                <a:solidFill>
                  <a:srgbClr val="000000"/>
                </a:solidFill>
                <a:effectLst/>
                <a:latin typeface="Menlo" panose="020B0609030804020204" pitchFamily="49" charset="0"/>
              </a:rPr>
              <a:t> = </a:t>
            </a:r>
            <a:r>
              <a:rPr lang="en-IE" sz="1800" dirty="0">
                <a:solidFill>
                  <a:srgbClr val="0000FF"/>
                </a:solidFill>
                <a:effectLst/>
                <a:latin typeface="Menlo" panose="020B0609030804020204" pitchFamily="49" charset="0"/>
              </a:rPr>
              <a:t>110</a:t>
            </a:r>
            <a:r>
              <a:rPr lang="en-IE" sz="1800" dirty="0">
                <a:solidFill>
                  <a:srgbClr val="000000"/>
                </a:solidFill>
                <a:effectLst/>
                <a:latin typeface="Menlo" panose="020B0609030804020204" pitchFamily="49" charset="0"/>
              </a:rPr>
              <a:t>,</a:t>
            </a:r>
          </a:p>
          <a:p>
            <a:pPr marL="0" marR="0">
              <a:buNone/>
            </a:pPr>
            <a:r>
              <a:rPr lang="en-IE" sz="1800" dirty="0" err="1">
                <a:solidFill>
                  <a:srgbClr val="006464"/>
                </a:solidFill>
                <a:effectLst/>
                <a:latin typeface="Menlo" panose="020B0609030804020204" pitchFamily="49" charset="0"/>
              </a:rPr>
              <a:t>away_score</a:t>
            </a:r>
            <a:r>
              <a:rPr lang="en-IE" sz="1800" dirty="0">
                <a:solidFill>
                  <a:srgbClr val="000000"/>
                </a:solidFill>
                <a:effectLst/>
                <a:latin typeface="Menlo" panose="020B0609030804020204" pitchFamily="49" charset="0"/>
              </a:rPr>
              <a:t> = </a:t>
            </a:r>
            <a:r>
              <a:rPr lang="en-IE" sz="1800" dirty="0">
                <a:solidFill>
                  <a:srgbClr val="0000FF"/>
                </a:solidFill>
                <a:effectLst/>
                <a:latin typeface="Menlo" panose="020B0609030804020204" pitchFamily="49" charset="0"/>
              </a:rPr>
              <a:t>105</a:t>
            </a:r>
            <a:endParaRPr lang="en-IE" sz="1800" dirty="0">
              <a:solidFill>
                <a:srgbClr val="000000"/>
              </a:solidFill>
              <a:effectLst/>
              <a:latin typeface="Menlo" panose="020B0609030804020204" pitchFamily="49" charset="0"/>
            </a:endParaRPr>
          </a:p>
          <a:p>
            <a:pPr marL="0" marR="0">
              <a:buNone/>
            </a:pPr>
            <a:r>
              <a:rPr lang="en-IE" sz="1800" b="1" dirty="0">
                <a:solidFill>
                  <a:srgbClr val="800000"/>
                </a:solidFill>
                <a:effectLst/>
                <a:latin typeface="Menlo" panose="020B0609030804020204" pitchFamily="49" charset="0"/>
              </a:rPr>
              <a:t>WHERE</a:t>
            </a:r>
            <a:r>
              <a:rPr lang="en-IE" sz="1800" dirty="0">
                <a:solidFill>
                  <a:srgbClr val="000000"/>
                </a:solidFill>
                <a:effectLst/>
                <a:latin typeface="Menlo" panose="020B0609030804020204" pitchFamily="49" charset="0"/>
              </a:rPr>
              <a:t> </a:t>
            </a:r>
            <a:r>
              <a:rPr lang="en-IE" sz="1800" dirty="0" err="1">
                <a:solidFill>
                  <a:srgbClr val="006464"/>
                </a:solidFill>
                <a:effectLst/>
                <a:latin typeface="Menlo" panose="020B0609030804020204" pitchFamily="49" charset="0"/>
              </a:rPr>
              <a:t>game_id</a:t>
            </a:r>
            <a:r>
              <a:rPr lang="en-IE" sz="1800" dirty="0">
                <a:solidFill>
                  <a:srgbClr val="000000"/>
                </a:solidFill>
                <a:effectLst/>
                <a:latin typeface="Menlo" panose="020B0609030804020204" pitchFamily="49" charset="0"/>
              </a:rPr>
              <a:t> = </a:t>
            </a:r>
            <a:r>
              <a:rPr lang="en-IE" sz="1800" dirty="0">
                <a:solidFill>
                  <a:srgbClr val="0000FF"/>
                </a:solidFill>
                <a:effectLst/>
                <a:latin typeface="Menlo" panose="020B0609030804020204" pitchFamily="49" charset="0"/>
              </a:rPr>
              <a:t>22400677</a:t>
            </a:r>
            <a:r>
              <a:rPr lang="en-IE" sz="1800" dirty="0">
                <a:solidFill>
                  <a:srgbClr val="FF0000"/>
                </a:solidFill>
                <a:effectLst/>
                <a:latin typeface="Menlo" panose="020B0609030804020204" pitchFamily="49" charset="0"/>
              </a:rPr>
              <a:t>;</a:t>
            </a:r>
            <a:endParaRPr lang="en-IE"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877187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ACID Properties</a:t>
            </a:r>
          </a:p>
        </p:txBody>
      </p:sp>
      <p:sp>
        <p:nvSpPr>
          <p:cNvPr id="3" name="Content Placeholder 2"/>
          <p:cNvSpPr>
            <a:spLocks noGrp="1"/>
          </p:cNvSpPr>
          <p:nvPr>
            <p:ph idx="1"/>
          </p:nvPr>
        </p:nvSpPr>
        <p:spPr>
          <a:xfrm>
            <a:off x="628649" y="1441938"/>
            <a:ext cx="8146073" cy="5050935"/>
          </a:xfrm>
        </p:spPr>
        <p:txBody>
          <a:bodyPr>
            <a:normAutofit fontScale="85000" lnSpcReduction="20000"/>
          </a:bodyPr>
          <a:lstStyle/>
          <a:p>
            <a:pPr marL="0" indent="0">
              <a:lnSpc>
                <a:spcPct val="120000"/>
              </a:lnSpc>
              <a:buNone/>
            </a:pPr>
            <a:r>
              <a:rPr lang="pt-BR" dirty="0" err="1"/>
              <a:t>Transactions</a:t>
            </a:r>
            <a:r>
              <a:rPr lang="pt-BR" dirty="0"/>
              <a:t> follow </a:t>
            </a:r>
            <a:r>
              <a:rPr lang="pt-BR" dirty="0" err="1"/>
              <a:t>the</a:t>
            </a:r>
            <a:r>
              <a:rPr lang="pt-BR" dirty="0"/>
              <a:t> </a:t>
            </a:r>
            <a:r>
              <a:rPr lang="pt-BR" dirty="0" err="1"/>
              <a:t>principals</a:t>
            </a:r>
            <a:r>
              <a:rPr lang="pt-BR" dirty="0"/>
              <a:t> </a:t>
            </a:r>
            <a:r>
              <a:rPr lang="pt-BR" dirty="0" err="1"/>
              <a:t>of</a:t>
            </a:r>
            <a:r>
              <a:rPr lang="pt-BR" dirty="0"/>
              <a:t> ACID </a:t>
            </a:r>
            <a:r>
              <a:rPr lang="pt-BR" dirty="0" err="1"/>
              <a:t>properties</a:t>
            </a:r>
            <a:r>
              <a:rPr lang="pt-BR" dirty="0"/>
              <a:t>:</a:t>
            </a:r>
          </a:p>
          <a:p>
            <a:pPr lvl="1">
              <a:lnSpc>
                <a:spcPct val="120000"/>
              </a:lnSpc>
            </a:pPr>
            <a:r>
              <a:rPr lang="en-IE" b="1" dirty="0"/>
              <a:t>Atomicity </a:t>
            </a:r>
            <a:r>
              <a:rPr lang="en-IE" dirty="0"/>
              <a:t>– all or nothing. Example: Adjusting stats for a game involves deleting old stats and inserting corrected ones. If the insertion fails, none of the deletions or updates should be kept.</a:t>
            </a:r>
          </a:p>
          <a:p>
            <a:pPr lvl="1">
              <a:lnSpc>
                <a:spcPct val="120000"/>
              </a:lnSpc>
            </a:pPr>
            <a:r>
              <a:rPr lang="en-IE" b="1" dirty="0"/>
              <a:t>Consistency</a:t>
            </a:r>
            <a:r>
              <a:rPr lang="en-IE" dirty="0"/>
              <a:t> – valid state. Example: After a game is updated, </a:t>
            </a:r>
            <a:r>
              <a:rPr lang="en-IE" dirty="0" err="1"/>
              <a:t>home_score</a:t>
            </a:r>
            <a:r>
              <a:rPr lang="en-IE" dirty="0"/>
              <a:t> and </a:t>
            </a:r>
            <a:r>
              <a:rPr lang="en-IE" dirty="0" err="1"/>
              <a:t>away_score</a:t>
            </a:r>
            <a:r>
              <a:rPr lang="en-IE" dirty="0"/>
              <a:t> must still equal the sum of individual players’ points, and foreign keys (</a:t>
            </a:r>
            <a:r>
              <a:rPr lang="en-IE" dirty="0" err="1"/>
              <a:t>home_team_id</a:t>
            </a:r>
            <a:r>
              <a:rPr lang="en-IE" dirty="0"/>
              <a:t>, </a:t>
            </a:r>
            <a:r>
              <a:rPr lang="en-IE" dirty="0" err="1"/>
              <a:t>away_team_id</a:t>
            </a:r>
            <a:r>
              <a:rPr lang="en-IE" dirty="0"/>
              <a:t>) must still reference valid teams.</a:t>
            </a:r>
          </a:p>
          <a:p>
            <a:pPr lvl="1">
              <a:lnSpc>
                <a:spcPct val="120000"/>
              </a:lnSpc>
            </a:pPr>
            <a:r>
              <a:rPr lang="en-IE" b="1" dirty="0"/>
              <a:t>Isolation</a:t>
            </a:r>
            <a:r>
              <a:rPr lang="en-IE" dirty="0"/>
              <a:t> – independent execution. Example: Two analysts might be editing stats for different games at the same time. Each transaction should not see the other’s intermediate, half-finished changes.</a:t>
            </a:r>
          </a:p>
          <a:p>
            <a:pPr lvl="1">
              <a:lnSpc>
                <a:spcPct val="120000"/>
              </a:lnSpc>
            </a:pPr>
            <a:r>
              <a:rPr lang="en-IE" b="1" dirty="0"/>
              <a:t>Durability</a:t>
            </a:r>
            <a:r>
              <a:rPr lang="en-IE" dirty="0"/>
              <a:t> – permanent changes. Example: Once corrected stats for the NBA finals are committed, the database guarantees that those changes will survive a server restart or power failure.</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36668" y="238218"/>
            <a:ext cx="7880078" cy="743395"/>
          </a:xfrm>
          <a:prstGeom prst="rect">
            <a:avLst/>
          </a:prstGeom>
        </p:spPr>
        <p:txBody>
          <a:bodyPr vert="horz" wrap="square" lIns="0" tIns="65645" rIns="0" bIns="0" rtlCol="0" anchor="ctr">
            <a:spAutoFit/>
          </a:bodyPr>
          <a:lstStyle/>
          <a:p>
            <a:pPr marL="132383">
              <a:lnSpc>
                <a:spcPct val="100000"/>
              </a:lnSpc>
              <a:spcBef>
                <a:spcPts val="81"/>
              </a:spcBef>
            </a:pPr>
            <a:r>
              <a:rPr lang="pt-BR" b="1" dirty="0"/>
              <a:t>Trigger</a:t>
            </a:r>
            <a:endParaRPr b="1" spc="-9" dirty="0"/>
          </a:p>
        </p:txBody>
      </p:sp>
      <p:sp>
        <p:nvSpPr>
          <p:cNvPr id="4" name="Content Placeholder 3">
            <a:extLst>
              <a:ext uri="{FF2B5EF4-FFF2-40B4-BE49-F238E27FC236}">
                <a16:creationId xmlns:a16="http://schemas.microsoft.com/office/drawing/2014/main" id="{26E6F690-7913-1B7D-73BD-60A1B635CC02}"/>
              </a:ext>
            </a:extLst>
          </p:cNvPr>
          <p:cNvSpPr>
            <a:spLocks noGrp="1"/>
          </p:cNvSpPr>
          <p:nvPr>
            <p:ph idx="1"/>
          </p:nvPr>
        </p:nvSpPr>
        <p:spPr>
          <a:xfrm>
            <a:off x="512956" y="1101870"/>
            <a:ext cx="8294387" cy="5517912"/>
          </a:xfrm>
        </p:spPr>
        <p:txBody>
          <a:bodyPr>
            <a:normAutofit/>
          </a:bodyPr>
          <a:lstStyle/>
          <a:p>
            <a:pPr>
              <a:lnSpc>
                <a:spcPct val="150000"/>
              </a:lnSpc>
            </a:pPr>
            <a:r>
              <a:rPr lang="en-IE" sz="2400" dirty="0"/>
              <a:t>A trigger specifies that the database should automatically execute a particular function whenever a certain type of operation is performed. </a:t>
            </a:r>
          </a:p>
          <a:p>
            <a:pPr>
              <a:lnSpc>
                <a:spcPct val="150000"/>
              </a:lnSpc>
            </a:pPr>
            <a:r>
              <a:rPr lang="en-IE" sz="2400" dirty="0"/>
              <a:t>Triggers can be performed on tables, being executed before or after an INSERT, UPDATE or DELETE statement.</a:t>
            </a:r>
          </a:p>
          <a:p>
            <a:pPr marL="457200" lvl="1" indent="0">
              <a:lnSpc>
                <a:spcPct val="150000"/>
              </a:lnSpc>
              <a:buNone/>
            </a:pPr>
            <a:endParaRPr lang="en-IE" sz="2200" dirty="0"/>
          </a:p>
          <a:p>
            <a:pPr marL="457200" lvl="1" indent="0">
              <a:lnSpc>
                <a:spcPct val="150000"/>
              </a:lnSpc>
              <a:buNone/>
            </a:pPr>
            <a:endParaRPr lang="en-IE" sz="2200" dirty="0"/>
          </a:p>
        </p:txBody>
      </p:sp>
    </p:spTree>
    <p:extLst>
      <p:ext uri="{BB962C8B-B14F-4D97-AF65-F5344CB8AC3E}">
        <p14:creationId xmlns:p14="http://schemas.microsoft.com/office/powerpoint/2010/main" val="1789256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1EE61-B642-96C5-F473-D551A00B34E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36B7B84-93A7-6B79-EEA1-9DC0057EB71D}"/>
              </a:ext>
            </a:extLst>
          </p:cNvPr>
          <p:cNvSpPr txBox="1">
            <a:spLocks noGrp="1"/>
          </p:cNvSpPr>
          <p:nvPr>
            <p:ph type="title"/>
          </p:nvPr>
        </p:nvSpPr>
        <p:spPr>
          <a:xfrm>
            <a:off x="236668" y="238218"/>
            <a:ext cx="7880078" cy="743395"/>
          </a:xfrm>
          <a:prstGeom prst="rect">
            <a:avLst/>
          </a:prstGeom>
        </p:spPr>
        <p:txBody>
          <a:bodyPr vert="horz" wrap="square" lIns="0" tIns="65645" rIns="0" bIns="0" rtlCol="0" anchor="ctr">
            <a:spAutoFit/>
          </a:bodyPr>
          <a:lstStyle/>
          <a:p>
            <a:pPr marL="132383">
              <a:lnSpc>
                <a:spcPct val="100000"/>
              </a:lnSpc>
              <a:spcBef>
                <a:spcPts val="81"/>
              </a:spcBef>
            </a:pPr>
            <a:r>
              <a:rPr lang="pt-BR" b="1" dirty="0"/>
              <a:t>Trigger</a:t>
            </a:r>
            <a:endParaRPr b="1" spc="-9" dirty="0"/>
          </a:p>
        </p:txBody>
      </p:sp>
      <p:sp>
        <p:nvSpPr>
          <p:cNvPr id="4" name="Content Placeholder 3">
            <a:extLst>
              <a:ext uri="{FF2B5EF4-FFF2-40B4-BE49-F238E27FC236}">
                <a16:creationId xmlns:a16="http://schemas.microsoft.com/office/drawing/2014/main" id="{ECA59179-929B-B2A2-0F91-CC6AD577DE6D}"/>
              </a:ext>
            </a:extLst>
          </p:cNvPr>
          <p:cNvSpPr>
            <a:spLocks noGrp="1"/>
          </p:cNvSpPr>
          <p:nvPr>
            <p:ph idx="1"/>
          </p:nvPr>
        </p:nvSpPr>
        <p:spPr>
          <a:xfrm>
            <a:off x="501805" y="1101870"/>
            <a:ext cx="7961972" cy="5517912"/>
          </a:xfrm>
        </p:spPr>
        <p:txBody>
          <a:bodyPr>
            <a:normAutofit/>
          </a:bodyPr>
          <a:lstStyle/>
          <a:p>
            <a:pPr>
              <a:lnSpc>
                <a:spcPct val="150000"/>
              </a:lnSpc>
            </a:pPr>
            <a:r>
              <a:rPr lang="en-IE" sz="2200" dirty="0"/>
              <a:t>A trigger in the NBA schema can automatically:</a:t>
            </a:r>
          </a:p>
          <a:p>
            <a:pPr lvl="1">
              <a:lnSpc>
                <a:spcPct val="150000"/>
              </a:lnSpc>
            </a:pPr>
            <a:r>
              <a:rPr lang="en-IE" sz="2200" dirty="0"/>
              <a:t>Update a team’s total wins/losses when a game is inserted.</a:t>
            </a:r>
          </a:p>
          <a:p>
            <a:pPr lvl="1">
              <a:lnSpc>
                <a:spcPct val="150000"/>
              </a:lnSpc>
            </a:pPr>
            <a:r>
              <a:rPr lang="en-IE" sz="2200" dirty="0"/>
              <a:t>Maintain a summary table with each player’s career totals whenever </a:t>
            </a:r>
            <a:r>
              <a:rPr lang="en-IE" sz="2200" dirty="0" err="1"/>
              <a:t>player_statistics</a:t>
            </a:r>
            <a:r>
              <a:rPr lang="en-IE" sz="2200" dirty="0"/>
              <a:t> changes.</a:t>
            </a:r>
          </a:p>
          <a:p>
            <a:pPr lvl="1">
              <a:lnSpc>
                <a:spcPct val="150000"/>
              </a:lnSpc>
            </a:pPr>
            <a:r>
              <a:rPr lang="en-IE" sz="2200" dirty="0"/>
              <a:t>We can define triggers as row-level (per row) or statement-level (per statement).</a:t>
            </a:r>
          </a:p>
          <a:p>
            <a:pPr marL="457200" lvl="1" indent="0">
              <a:lnSpc>
                <a:spcPct val="150000"/>
              </a:lnSpc>
              <a:buNone/>
            </a:pPr>
            <a:endParaRPr lang="en-IE" sz="2200" dirty="0"/>
          </a:p>
          <a:p>
            <a:pPr marL="457200" lvl="1" indent="0">
              <a:lnSpc>
                <a:spcPct val="150000"/>
              </a:lnSpc>
              <a:buNone/>
            </a:pPr>
            <a:endParaRPr lang="en-IE" sz="2200" dirty="0"/>
          </a:p>
        </p:txBody>
      </p:sp>
    </p:spTree>
    <p:extLst>
      <p:ext uri="{BB962C8B-B14F-4D97-AF65-F5344CB8AC3E}">
        <p14:creationId xmlns:p14="http://schemas.microsoft.com/office/powerpoint/2010/main" val="3254304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F1FDA-DBDF-1190-AEE5-7854673FD6B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DC66474-F19A-9E54-6AB6-E93B062CCC3D}"/>
              </a:ext>
            </a:extLst>
          </p:cNvPr>
          <p:cNvSpPr txBox="1">
            <a:spLocks noGrp="1"/>
          </p:cNvSpPr>
          <p:nvPr>
            <p:ph type="title"/>
          </p:nvPr>
        </p:nvSpPr>
        <p:spPr>
          <a:xfrm>
            <a:off x="236668" y="238218"/>
            <a:ext cx="7880078" cy="743395"/>
          </a:xfrm>
          <a:prstGeom prst="rect">
            <a:avLst/>
          </a:prstGeom>
        </p:spPr>
        <p:txBody>
          <a:bodyPr vert="horz" wrap="square" lIns="0" tIns="65645" rIns="0" bIns="0" rtlCol="0" anchor="ctr">
            <a:spAutoFit/>
          </a:bodyPr>
          <a:lstStyle/>
          <a:p>
            <a:pPr marL="132383">
              <a:lnSpc>
                <a:spcPct val="100000"/>
              </a:lnSpc>
              <a:spcBef>
                <a:spcPts val="81"/>
              </a:spcBef>
            </a:pPr>
            <a:r>
              <a:rPr lang="pt-BR" b="1" dirty="0"/>
              <a:t>Trigger</a:t>
            </a:r>
            <a:endParaRPr b="1" spc="-9" dirty="0"/>
          </a:p>
        </p:txBody>
      </p:sp>
      <p:sp>
        <p:nvSpPr>
          <p:cNvPr id="4" name="Content Placeholder 3">
            <a:extLst>
              <a:ext uri="{FF2B5EF4-FFF2-40B4-BE49-F238E27FC236}">
                <a16:creationId xmlns:a16="http://schemas.microsoft.com/office/drawing/2014/main" id="{42CAAA2B-0F98-39B3-AD28-6790E01FBA0C}"/>
              </a:ext>
            </a:extLst>
          </p:cNvPr>
          <p:cNvSpPr>
            <a:spLocks noGrp="1"/>
          </p:cNvSpPr>
          <p:nvPr>
            <p:ph idx="1"/>
          </p:nvPr>
        </p:nvSpPr>
        <p:spPr>
          <a:xfrm>
            <a:off x="236668" y="1101870"/>
            <a:ext cx="8570675" cy="5517912"/>
          </a:xfrm>
        </p:spPr>
        <p:txBody>
          <a:bodyPr>
            <a:normAutofit/>
          </a:bodyPr>
          <a:lstStyle/>
          <a:p>
            <a:pPr>
              <a:lnSpc>
                <a:spcPct val="150000"/>
              </a:lnSpc>
            </a:pPr>
            <a:r>
              <a:rPr lang="en-IE" sz="2200" dirty="0"/>
              <a:t>Triggers can be:</a:t>
            </a:r>
          </a:p>
          <a:p>
            <a:pPr lvl="1">
              <a:lnSpc>
                <a:spcPct val="150000"/>
              </a:lnSpc>
            </a:pPr>
            <a:r>
              <a:rPr lang="en-IE" sz="2200" dirty="0"/>
              <a:t>Row-Level Trigger ensures immediate updates for individual inserts.</a:t>
            </a:r>
          </a:p>
          <a:p>
            <a:pPr lvl="1">
              <a:lnSpc>
                <a:spcPct val="150000"/>
              </a:lnSpc>
            </a:pPr>
            <a:r>
              <a:rPr lang="en-IE" sz="2200" dirty="0"/>
              <a:t>Statement-Level Trigger ensures consistency after bulk operations, catching any discrepancies caused by operations like manual changes or bulk inserts.</a:t>
            </a:r>
          </a:p>
          <a:p>
            <a:pPr marL="450850" lvl="1" indent="-311150">
              <a:lnSpc>
                <a:spcPct val="150000"/>
              </a:lnSpc>
            </a:pPr>
            <a:r>
              <a:rPr lang="en-IE" sz="2200" dirty="0"/>
              <a:t>The differences between the two kinds are how many times the trigger is invoked and at what time. For example, if you issue an UPDATE statement that modifies 20 rows, the row-level trigger will be invoked 20 times, while the statement-level trigger will be invoked only once.</a:t>
            </a:r>
          </a:p>
          <a:p>
            <a:pPr>
              <a:lnSpc>
                <a:spcPct val="150000"/>
              </a:lnSpc>
            </a:pPr>
            <a:endParaRPr lang="en-IE" sz="2200" dirty="0"/>
          </a:p>
          <a:p>
            <a:pPr marL="457200" lvl="1" indent="0">
              <a:lnSpc>
                <a:spcPct val="150000"/>
              </a:lnSpc>
              <a:buNone/>
            </a:pPr>
            <a:endParaRPr lang="en-IE" sz="2200" dirty="0"/>
          </a:p>
          <a:p>
            <a:pPr marL="457200" lvl="1" indent="0">
              <a:lnSpc>
                <a:spcPct val="150000"/>
              </a:lnSpc>
              <a:buNone/>
            </a:pPr>
            <a:endParaRPr lang="en-IE" sz="2200" dirty="0"/>
          </a:p>
        </p:txBody>
      </p:sp>
    </p:spTree>
    <p:extLst>
      <p:ext uri="{BB962C8B-B14F-4D97-AF65-F5344CB8AC3E}">
        <p14:creationId xmlns:p14="http://schemas.microsoft.com/office/powerpoint/2010/main" val="544794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4BEA1-AD4A-7C62-1F7D-3869596B7B9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0035B94-15DF-ACD6-D386-9CDA48EC8A2E}"/>
              </a:ext>
            </a:extLst>
          </p:cNvPr>
          <p:cNvSpPr txBox="1">
            <a:spLocks noGrp="1"/>
          </p:cNvSpPr>
          <p:nvPr>
            <p:ph type="title"/>
          </p:nvPr>
        </p:nvSpPr>
        <p:spPr>
          <a:xfrm>
            <a:off x="236668" y="238218"/>
            <a:ext cx="7880078" cy="743395"/>
          </a:xfrm>
          <a:prstGeom prst="rect">
            <a:avLst/>
          </a:prstGeom>
        </p:spPr>
        <p:txBody>
          <a:bodyPr vert="horz" wrap="square" lIns="0" tIns="65645" rIns="0" bIns="0" rtlCol="0" anchor="ctr">
            <a:spAutoFit/>
          </a:bodyPr>
          <a:lstStyle/>
          <a:p>
            <a:pPr marL="132383">
              <a:lnSpc>
                <a:spcPct val="100000"/>
              </a:lnSpc>
              <a:spcBef>
                <a:spcPts val="81"/>
              </a:spcBef>
            </a:pPr>
            <a:r>
              <a:rPr lang="pt-BR" b="1" dirty="0"/>
              <a:t>Trigger</a:t>
            </a:r>
            <a:endParaRPr b="1" spc="-9" dirty="0"/>
          </a:p>
        </p:txBody>
      </p:sp>
      <p:sp>
        <p:nvSpPr>
          <p:cNvPr id="4" name="Content Placeholder 3">
            <a:extLst>
              <a:ext uri="{FF2B5EF4-FFF2-40B4-BE49-F238E27FC236}">
                <a16:creationId xmlns:a16="http://schemas.microsoft.com/office/drawing/2014/main" id="{87F64E13-40C6-430A-6D1D-57238E671D4B}"/>
              </a:ext>
            </a:extLst>
          </p:cNvPr>
          <p:cNvSpPr>
            <a:spLocks noGrp="1"/>
          </p:cNvSpPr>
          <p:nvPr>
            <p:ph idx="1"/>
          </p:nvPr>
        </p:nvSpPr>
        <p:spPr>
          <a:xfrm>
            <a:off x="236668" y="1101870"/>
            <a:ext cx="8570675" cy="5517912"/>
          </a:xfrm>
        </p:spPr>
        <p:txBody>
          <a:bodyPr>
            <a:normAutofit fontScale="92500" lnSpcReduction="20000"/>
          </a:bodyPr>
          <a:lstStyle/>
          <a:p>
            <a:pPr>
              <a:lnSpc>
                <a:spcPct val="150000"/>
              </a:lnSpc>
            </a:pPr>
            <a:r>
              <a:rPr lang="en-IE" sz="2300" dirty="0"/>
              <a:t>Use ROW-LEVEL trigger when:</a:t>
            </a:r>
          </a:p>
          <a:p>
            <a:pPr lvl="1">
              <a:lnSpc>
                <a:spcPct val="150000"/>
              </a:lnSpc>
            </a:pPr>
            <a:r>
              <a:rPr lang="en-IE" sz="2300" dirty="0"/>
              <a:t>Your logic depends on the individual values of each inserted/updated row</a:t>
            </a:r>
          </a:p>
          <a:p>
            <a:pPr lvl="1">
              <a:lnSpc>
                <a:spcPct val="150000"/>
              </a:lnSpc>
            </a:pPr>
            <a:r>
              <a:rPr lang="en-IE" sz="2300" dirty="0"/>
              <a:t>You need to modify the row before it is stored</a:t>
            </a:r>
          </a:p>
          <a:p>
            <a:pPr lvl="1">
              <a:lnSpc>
                <a:spcPct val="150000"/>
              </a:lnSpc>
            </a:pPr>
            <a:r>
              <a:rPr lang="en-IE" sz="2300" dirty="0"/>
              <a:t>You want consistent per-row behaviour</a:t>
            </a:r>
          </a:p>
          <a:p>
            <a:pPr>
              <a:lnSpc>
                <a:spcPct val="150000"/>
              </a:lnSpc>
            </a:pPr>
            <a:r>
              <a:rPr lang="en-IE" sz="2300" dirty="0"/>
              <a:t>Use STATEMENT-LEVEL trigger when:</a:t>
            </a:r>
          </a:p>
          <a:p>
            <a:pPr lvl="1">
              <a:lnSpc>
                <a:spcPct val="150000"/>
              </a:lnSpc>
            </a:pPr>
            <a:r>
              <a:rPr lang="en-IE" sz="2300" dirty="0"/>
              <a:t>Your logic applies to the whole table, not individual rows</a:t>
            </a:r>
          </a:p>
          <a:p>
            <a:pPr lvl="1">
              <a:lnSpc>
                <a:spcPct val="150000"/>
              </a:lnSpc>
            </a:pPr>
            <a:r>
              <a:rPr lang="en-IE" sz="2300" dirty="0"/>
              <a:t>You are working with bulk operations (INSERT…SELECT, UPDATE many rows)</a:t>
            </a:r>
          </a:p>
          <a:p>
            <a:pPr lvl="1">
              <a:lnSpc>
                <a:spcPct val="150000"/>
              </a:lnSpc>
            </a:pPr>
            <a:r>
              <a:rPr lang="en-IE" sz="2300" dirty="0"/>
              <a:t>You want to avoid running the same logic hundreds or thousands of times</a:t>
            </a:r>
          </a:p>
          <a:p>
            <a:pPr marL="457200" lvl="1" indent="0">
              <a:lnSpc>
                <a:spcPct val="150000"/>
              </a:lnSpc>
              <a:buNone/>
            </a:pPr>
            <a:endParaRPr lang="en-IE" sz="2300" dirty="0"/>
          </a:p>
          <a:p>
            <a:pPr marL="457200" lvl="1" indent="0">
              <a:lnSpc>
                <a:spcPct val="150000"/>
              </a:lnSpc>
              <a:buNone/>
            </a:pPr>
            <a:endParaRPr lang="en-IE" sz="2200" dirty="0"/>
          </a:p>
        </p:txBody>
      </p:sp>
    </p:spTree>
    <p:extLst>
      <p:ext uri="{BB962C8B-B14F-4D97-AF65-F5344CB8AC3E}">
        <p14:creationId xmlns:p14="http://schemas.microsoft.com/office/powerpoint/2010/main" val="3816376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4F39A-CF3A-D8FB-98F7-21A5475D813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D1C6B7C-A777-4B36-D518-5DE5871403D8}"/>
              </a:ext>
            </a:extLst>
          </p:cNvPr>
          <p:cNvSpPr txBox="1">
            <a:spLocks noGrp="1"/>
          </p:cNvSpPr>
          <p:nvPr>
            <p:ph type="title"/>
          </p:nvPr>
        </p:nvSpPr>
        <p:spPr>
          <a:xfrm>
            <a:off x="236668" y="238218"/>
            <a:ext cx="7880078" cy="743395"/>
          </a:xfrm>
          <a:prstGeom prst="rect">
            <a:avLst/>
          </a:prstGeom>
        </p:spPr>
        <p:txBody>
          <a:bodyPr vert="horz" wrap="square" lIns="0" tIns="65645" rIns="0" bIns="0" rtlCol="0" anchor="ctr">
            <a:spAutoFit/>
          </a:bodyPr>
          <a:lstStyle/>
          <a:p>
            <a:pPr marL="132383">
              <a:lnSpc>
                <a:spcPct val="100000"/>
              </a:lnSpc>
              <a:spcBef>
                <a:spcPts val="81"/>
              </a:spcBef>
            </a:pPr>
            <a:r>
              <a:rPr lang="pt-BR" b="1" dirty="0"/>
              <a:t>Common </a:t>
            </a:r>
            <a:r>
              <a:rPr lang="pt-BR" b="1" dirty="0" err="1"/>
              <a:t>Table</a:t>
            </a:r>
            <a:r>
              <a:rPr lang="pt-BR" b="1" dirty="0"/>
              <a:t> Expression (CTE)</a:t>
            </a:r>
            <a:endParaRPr b="1" spc="-9" dirty="0"/>
          </a:p>
        </p:txBody>
      </p:sp>
      <p:sp>
        <p:nvSpPr>
          <p:cNvPr id="4" name="Content Placeholder 3">
            <a:extLst>
              <a:ext uri="{FF2B5EF4-FFF2-40B4-BE49-F238E27FC236}">
                <a16:creationId xmlns:a16="http://schemas.microsoft.com/office/drawing/2014/main" id="{4A8113A1-1C4D-73BF-6F74-5C58425D48C3}"/>
              </a:ext>
            </a:extLst>
          </p:cNvPr>
          <p:cNvSpPr>
            <a:spLocks noGrp="1"/>
          </p:cNvSpPr>
          <p:nvPr>
            <p:ph idx="1"/>
          </p:nvPr>
        </p:nvSpPr>
        <p:spPr>
          <a:xfrm>
            <a:off x="236668" y="1101870"/>
            <a:ext cx="8570675" cy="5517912"/>
          </a:xfrm>
        </p:spPr>
        <p:txBody>
          <a:bodyPr>
            <a:normAutofit/>
          </a:bodyPr>
          <a:lstStyle/>
          <a:p>
            <a:pPr>
              <a:lnSpc>
                <a:spcPct val="150000"/>
              </a:lnSpc>
            </a:pPr>
            <a:r>
              <a:rPr lang="en-IE" sz="2400" dirty="0"/>
              <a:t>Temporary result set that can be referenced within a SELECT, INSERT, UPDATE, or DELETE statement. </a:t>
            </a:r>
          </a:p>
          <a:p>
            <a:pPr>
              <a:lnSpc>
                <a:spcPct val="150000"/>
              </a:lnSpc>
            </a:pPr>
            <a:r>
              <a:rPr lang="en-IE" sz="2400" dirty="0"/>
              <a:t>It provides a way to break down complex queries into more manageable and readable parts.</a:t>
            </a:r>
          </a:p>
          <a:p>
            <a:pPr>
              <a:lnSpc>
                <a:spcPct val="150000"/>
              </a:lnSpc>
            </a:pPr>
            <a:r>
              <a:rPr lang="en-IE" sz="2400" dirty="0"/>
              <a:t>Good for multi-step calculations. In our NBA example: finding top scorers per team, or average points per game.</a:t>
            </a:r>
          </a:p>
        </p:txBody>
      </p:sp>
    </p:spTree>
    <p:extLst>
      <p:ext uri="{BB962C8B-B14F-4D97-AF65-F5344CB8AC3E}">
        <p14:creationId xmlns:p14="http://schemas.microsoft.com/office/powerpoint/2010/main" val="21425147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A4F30-407B-377B-53A0-D56FE846AF8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A804C2B-864E-23FE-B4C2-947E348EC29E}"/>
              </a:ext>
            </a:extLst>
          </p:cNvPr>
          <p:cNvSpPr txBox="1">
            <a:spLocks noGrp="1"/>
          </p:cNvSpPr>
          <p:nvPr>
            <p:ph type="title"/>
          </p:nvPr>
        </p:nvSpPr>
        <p:spPr>
          <a:xfrm>
            <a:off x="236668" y="238218"/>
            <a:ext cx="7880078" cy="743395"/>
          </a:xfrm>
          <a:prstGeom prst="rect">
            <a:avLst/>
          </a:prstGeom>
        </p:spPr>
        <p:txBody>
          <a:bodyPr vert="horz" wrap="square" lIns="0" tIns="65645" rIns="0" bIns="0" rtlCol="0" anchor="ctr">
            <a:spAutoFit/>
          </a:bodyPr>
          <a:lstStyle/>
          <a:p>
            <a:pPr marL="132383">
              <a:lnSpc>
                <a:spcPct val="100000"/>
              </a:lnSpc>
              <a:spcBef>
                <a:spcPts val="81"/>
              </a:spcBef>
            </a:pPr>
            <a:r>
              <a:rPr lang="pt-BR" b="1" dirty="0"/>
              <a:t>Common </a:t>
            </a:r>
            <a:r>
              <a:rPr lang="pt-BR" b="1" dirty="0" err="1"/>
              <a:t>Table</a:t>
            </a:r>
            <a:r>
              <a:rPr lang="pt-BR" b="1" dirty="0"/>
              <a:t> Expression (CTE)</a:t>
            </a:r>
            <a:endParaRPr b="1" spc="-9" dirty="0"/>
          </a:p>
        </p:txBody>
      </p:sp>
      <p:sp>
        <p:nvSpPr>
          <p:cNvPr id="4" name="Content Placeholder 3">
            <a:extLst>
              <a:ext uri="{FF2B5EF4-FFF2-40B4-BE49-F238E27FC236}">
                <a16:creationId xmlns:a16="http://schemas.microsoft.com/office/drawing/2014/main" id="{C6B3AB5A-626E-90F8-26A6-3D6BF6217B1C}"/>
              </a:ext>
            </a:extLst>
          </p:cNvPr>
          <p:cNvSpPr>
            <a:spLocks noGrp="1"/>
          </p:cNvSpPr>
          <p:nvPr>
            <p:ph idx="1"/>
          </p:nvPr>
        </p:nvSpPr>
        <p:spPr>
          <a:xfrm>
            <a:off x="236668" y="1101870"/>
            <a:ext cx="8570675" cy="5517912"/>
          </a:xfrm>
        </p:spPr>
        <p:txBody>
          <a:bodyPr>
            <a:normAutofit/>
          </a:bodyPr>
          <a:lstStyle/>
          <a:p>
            <a:pPr>
              <a:lnSpc>
                <a:spcPct val="150000"/>
              </a:lnSpc>
            </a:pPr>
            <a:r>
              <a:rPr lang="en-IE" sz="2400" dirty="0"/>
              <a:t>Even though CTEs and Views are used to reorganise and reuse data, they have different purposes.</a:t>
            </a:r>
          </a:p>
          <a:p>
            <a:pPr>
              <a:lnSpc>
                <a:spcPct val="150000"/>
              </a:lnSpc>
            </a:pPr>
            <a:r>
              <a:rPr lang="en-IE" sz="2400" dirty="0"/>
              <a:t>A CTE is temporary and only exists for the duration of that query.</a:t>
            </a:r>
          </a:p>
          <a:p>
            <a:pPr>
              <a:lnSpc>
                <a:spcPct val="150000"/>
              </a:lnSpc>
            </a:pPr>
            <a:r>
              <a:rPr lang="en-IE" sz="2400" dirty="0"/>
              <a:t>Views are persistent and can be queried like regular tables. </a:t>
            </a:r>
          </a:p>
          <a:p>
            <a:pPr>
              <a:lnSpc>
                <a:spcPct val="150000"/>
              </a:lnSpc>
            </a:pPr>
            <a:endParaRPr lang="en-IE" sz="2400" dirty="0"/>
          </a:p>
        </p:txBody>
      </p:sp>
    </p:spTree>
    <p:extLst>
      <p:ext uri="{BB962C8B-B14F-4D97-AF65-F5344CB8AC3E}">
        <p14:creationId xmlns:p14="http://schemas.microsoft.com/office/powerpoint/2010/main" val="2920954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3244</TotalTime>
  <Words>1481</Words>
  <Application>Microsoft Macintosh PowerPoint</Application>
  <PresentationFormat>On-screen Show (4:3)</PresentationFormat>
  <Paragraphs>155</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Helvetica</vt:lpstr>
      <vt:lpstr>Menlo</vt:lpstr>
      <vt:lpstr>Office Theme</vt:lpstr>
      <vt:lpstr>Query optimisation, common table expressions, transactions, and triggers  Dr Mariana Rocha School of Computer Science</vt:lpstr>
      <vt:lpstr>Query optimisation</vt:lpstr>
      <vt:lpstr>PowerPoint Presentation</vt:lpstr>
      <vt:lpstr>LIMIT number of results</vt:lpstr>
      <vt:lpstr>Use JOINS instead of subqueries</vt:lpstr>
      <vt:lpstr>Use JOINS instead of subqueries</vt:lpstr>
      <vt:lpstr>PREPARE</vt:lpstr>
      <vt:lpstr>PREPARE</vt:lpstr>
      <vt:lpstr>SPECIFIC QUERIES</vt:lpstr>
      <vt:lpstr>Transactions</vt:lpstr>
      <vt:lpstr>Transactions</vt:lpstr>
      <vt:lpstr>Transactions</vt:lpstr>
      <vt:lpstr>Transactions</vt:lpstr>
      <vt:lpstr>ACID Properties</vt:lpstr>
      <vt:lpstr>Trigger</vt:lpstr>
      <vt:lpstr>Trigger</vt:lpstr>
      <vt:lpstr>Trigger</vt:lpstr>
      <vt:lpstr>Trigger</vt:lpstr>
      <vt:lpstr>Common Table Expression (CTE)</vt:lpstr>
      <vt:lpstr>Common Table Expression (CTE)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  Dr Mariana Rocha School of Computer Science</dc:title>
  <dc:creator>Mariana Rocha</dc:creator>
  <cp:lastModifiedBy>Mariana Rocha</cp:lastModifiedBy>
  <cp:revision>37</cp:revision>
  <dcterms:created xsi:type="dcterms:W3CDTF">2023-11-20T19:59:50Z</dcterms:created>
  <dcterms:modified xsi:type="dcterms:W3CDTF">2025-11-20T14:08:32Z</dcterms:modified>
</cp:coreProperties>
</file>