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sldIdLst>
    <p:sldId id="420" r:id="rId2"/>
    <p:sldId id="258" r:id="rId3"/>
    <p:sldId id="259" r:id="rId4"/>
    <p:sldId id="263" r:id="rId5"/>
    <p:sldId id="267" r:id="rId6"/>
    <p:sldId id="268" r:id="rId7"/>
    <p:sldId id="388" r:id="rId8"/>
    <p:sldId id="389" r:id="rId9"/>
    <p:sldId id="416" r:id="rId10"/>
    <p:sldId id="269" r:id="rId11"/>
    <p:sldId id="373" r:id="rId12"/>
    <p:sldId id="270" r:id="rId13"/>
    <p:sldId id="271" r:id="rId14"/>
    <p:sldId id="273" r:id="rId15"/>
    <p:sldId id="391" r:id="rId16"/>
    <p:sldId id="390" r:id="rId17"/>
    <p:sldId id="411" r:id="rId18"/>
    <p:sldId id="417" r:id="rId19"/>
    <p:sldId id="418" r:id="rId20"/>
    <p:sldId id="423" r:id="rId21"/>
    <p:sldId id="424" r:id="rId22"/>
    <p:sldId id="421" r:id="rId23"/>
    <p:sldId id="422" r:id="rId24"/>
    <p:sldId id="293" r:id="rId25"/>
    <p:sldId id="294" r:id="rId26"/>
    <p:sldId id="296" r:id="rId27"/>
    <p:sldId id="298" r:id="rId28"/>
    <p:sldId id="394" r:id="rId29"/>
    <p:sldId id="425" r:id="rId30"/>
    <p:sldId id="426" r:id="rId31"/>
    <p:sldId id="427" r:id="rId32"/>
    <p:sldId id="428" r:id="rId33"/>
    <p:sldId id="429" r:id="rId34"/>
    <p:sldId id="430" r:id="rId35"/>
    <p:sldId id="431" r:id="rId36"/>
    <p:sldId id="432" r:id="rId37"/>
    <p:sldId id="433" r:id="rId38"/>
    <p:sldId id="434" r:id="rId39"/>
    <p:sldId id="435" r:id="rId40"/>
  </p:sldIdLst>
  <p:sldSz cx="10693400" cy="7556500"/>
  <p:notesSz cx="10693400" cy="7556500"/>
  <p:defaultTextStyle>
    <a:defPPr>
      <a:defRPr lang="en-S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E73CDE-ED0D-B142-95FE-1A2488779C1C}" v="23" dt="2025-11-24T17:12:45.25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7"/>
    <p:restoredTop sz="96158"/>
  </p:normalViewPr>
  <p:slideViewPr>
    <p:cSldViewPr>
      <p:cViewPr varScale="1">
        <p:scale>
          <a:sx n="132" d="100"/>
          <a:sy n="132" d="100"/>
        </p:scale>
        <p:origin x="2224" y="168"/>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custSel addSld delSld modSld sldOrd">
      <pc:chgData name="Mariana Rocha" userId="0a3173bd-d0ed-4c32-8e4c-b90c820606c5" providerId="ADAL" clId="{DCC3A51D-31E8-5BC6-970B-354B54D5302A}" dt="2025-11-26T14:26:07.751" v="916" actId="478"/>
      <pc:docMkLst>
        <pc:docMk/>
      </pc:docMkLst>
      <pc:sldChg chg="delSp modSp mod">
        <pc:chgData name="Mariana Rocha" userId="0a3173bd-d0ed-4c32-8e4c-b90c820606c5" providerId="ADAL" clId="{DCC3A51D-31E8-5BC6-970B-354B54D5302A}" dt="2025-11-24T16:28:20.555" v="54" actId="108"/>
        <pc:sldMkLst>
          <pc:docMk/>
          <pc:sldMk cId="0" sldId="258"/>
        </pc:sldMkLst>
        <pc:spChg chg="mod">
          <ac:chgData name="Mariana Rocha" userId="0a3173bd-d0ed-4c32-8e4c-b90c820606c5" providerId="ADAL" clId="{DCC3A51D-31E8-5BC6-970B-354B54D5302A}" dt="2025-11-24T16:28:20.555" v="54" actId="108"/>
          <ac:spMkLst>
            <pc:docMk/>
            <pc:sldMk cId="0" sldId="258"/>
            <ac:spMk id="3" creationId="{00000000-0000-0000-0000-000000000000}"/>
          </ac:spMkLst>
        </pc:spChg>
        <pc:spChg chg="mod">
          <ac:chgData name="Mariana Rocha" userId="0a3173bd-d0ed-4c32-8e4c-b90c820606c5" providerId="ADAL" clId="{DCC3A51D-31E8-5BC6-970B-354B54D5302A}" dt="2025-11-24T16:27:26.992" v="46" actId="1076"/>
          <ac:spMkLst>
            <pc:docMk/>
            <pc:sldMk cId="0" sldId="258"/>
            <ac:spMk id="4" creationId="{00000000-0000-0000-0000-000000000000}"/>
          </ac:spMkLst>
        </pc:spChg>
      </pc:sldChg>
      <pc:sldChg chg="delSp modSp mod">
        <pc:chgData name="Mariana Rocha" userId="0a3173bd-d0ed-4c32-8e4c-b90c820606c5" providerId="ADAL" clId="{DCC3A51D-31E8-5BC6-970B-354B54D5302A}" dt="2025-11-26T14:26:07.751" v="916" actId="478"/>
        <pc:sldMkLst>
          <pc:docMk/>
          <pc:sldMk cId="0" sldId="259"/>
        </pc:sldMkLst>
        <pc:spChg chg="del">
          <ac:chgData name="Mariana Rocha" userId="0a3173bd-d0ed-4c32-8e4c-b90c820606c5" providerId="ADAL" clId="{DCC3A51D-31E8-5BC6-970B-354B54D5302A}" dt="2025-11-26T14:26:07.751" v="916" actId="478"/>
          <ac:spMkLst>
            <pc:docMk/>
            <pc:sldMk cId="0" sldId="259"/>
            <ac:spMk id="2" creationId="{00000000-0000-0000-0000-000000000000}"/>
          </ac:spMkLst>
        </pc:spChg>
        <pc:spChg chg="mod">
          <ac:chgData name="Mariana Rocha" userId="0a3173bd-d0ed-4c32-8e4c-b90c820606c5" providerId="ADAL" clId="{DCC3A51D-31E8-5BC6-970B-354B54D5302A}" dt="2025-11-24T16:28:17.044" v="53" actId="14100"/>
          <ac:spMkLst>
            <pc:docMk/>
            <pc:sldMk cId="0" sldId="259"/>
            <ac:spMk id="3" creationId="{00000000-0000-0000-0000-000000000000}"/>
          </ac:spMkLst>
        </pc:spChg>
        <pc:spChg chg="mod">
          <ac:chgData name="Mariana Rocha" userId="0a3173bd-d0ed-4c32-8e4c-b90c820606c5" providerId="ADAL" clId="{DCC3A51D-31E8-5BC6-970B-354B54D5302A}" dt="2025-11-24T16:28:26.930" v="55" actId="1076"/>
          <ac:spMkLst>
            <pc:docMk/>
            <pc:sldMk cId="0" sldId="259"/>
            <ac:spMk id="4" creationId="{00000000-0000-0000-0000-000000000000}"/>
          </ac:spMkLst>
        </pc:spChg>
      </pc:sldChg>
      <pc:sldChg chg="delSp modSp mod">
        <pc:chgData name="Mariana Rocha" userId="0a3173bd-d0ed-4c32-8e4c-b90c820606c5" providerId="ADAL" clId="{DCC3A51D-31E8-5BC6-970B-354B54D5302A}" dt="2025-11-24T16:32:10.601" v="164" actId="20577"/>
        <pc:sldMkLst>
          <pc:docMk/>
          <pc:sldMk cId="0" sldId="263"/>
        </pc:sldMkLst>
        <pc:spChg chg="mod">
          <ac:chgData name="Mariana Rocha" userId="0a3173bd-d0ed-4c32-8e4c-b90c820606c5" providerId="ADAL" clId="{DCC3A51D-31E8-5BC6-970B-354B54D5302A}" dt="2025-11-24T16:28:34.735" v="57" actId="14100"/>
          <ac:spMkLst>
            <pc:docMk/>
            <pc:sldMk cId="0" sldId="263"/>
            <ac:spMk id="3" creationId="{00000000-0000-0000-0000-000000000000}"/>
          </ac:spMkLst>
        </pc:spChg>
        <pc:spChg chg="mod">
          <ac:chgData name="Mariana Rocha" userId="0a3173bd-d0ed-4c32-8e4c-b90c820606c5" providerId="ADAL" clId="{DCC3A51D-31E8-5BC6-970B-354B54D5302A}" dt="2025-11-24T16:32:10.601" v="164" actId="20577"/>
          <ac:spMkLst>
            <pc:docMk/>
            <pc:sldMk cId="0" sldId="263"/>
            <ac:spMk id="4" creationId="{00000000-0000-0000-0000-000000000000}"/>
          </ac:spMkLst>
        </pc:spChg>
      </pc:sldChg>
      <pc:sldChg chg="delSp modSp mod">
        <pc:chgData name="Mariana Rocha" userId="0a3173bd-d0ed-4c32-8e4c-b90c820606c5" providerId="ADAL" clId="{DCC3A51D-31E8-5BC6-970B-354B54D5302A}" dt="2025-11-24T16:29:28.449" v="74" actId="14100"/>
        <pc:sldMkLst>
          <pc:docMk/>
          <pc:sldMk cId="0" sldId="267"/>
        </pc:sldMkLst>
        <pc:spChg chg="mod">
          <ac:chgData name="Mariana Rocha" userId="0a3173bd-d0ed-4c32-8e4c-b90c820606c5" providerId="ADAL" clId="{DCC3A51D-31E8-5BC6-970B-354B54D5302A}" dt="2025-11-24T16:29:28.449" v="74" actId="14100"/>
          <ac:spMkLst>
            <pc:docMk/>
            <pc:sldMk cId="0" sldId="267"/>
            <ac:spMk id="3" creationId="{00000000-0000-0000-0000-000000000000}"/>
          </ac:spMkLst>
        </pc:spChg>
        <pc:spChg chg="mod">
          <ac:chgData name="Mariana Rocha" userId="0a3173bd-d0ed-4c32-8e4c-b90c820606c5" providerId="ADAL" clId="{DCC3A51D-31E8-5BC6-970B-354B54D5302A}" dt="2025-11-24T16:29:20.866" v="72" actId="108"/>
          <ac:spMkLst>
            <pc:docMk/>
            <pc:sldMk cId="0" sldId="267"/>
            <ac:spMk id="4" creationId="{00000000-0000-0000-0000-000000000000}"/>
          </ac:spMkLst>
        </pc:spChg>
        <pc:picChg chg="mod">
          <ac:chgData name="Mariana Rocha" userId="0a3173bd-d0ed-4c32-8e4c-b90c820606c5" providerId="ADAL" clId="{DCC3A51D-31E8-5BC6-970B-354B54D5302A}" dt="2025-11-24T16:29:13.102" v="71" actId="1076"/>
          <ac:picMkLst>
            <pc:docMk/>
            <pc:sldMk cId="0" sldId="267"/>
            <ac:picMk id="5" creationId="{00000000-0000-0000-0000-000000000000}"/>
          </ac:picMkLst>
        </pc:picChg>
      </pc:sldChg>
      <pc:sldChg chg="addSp delSp modSp mod">
        <pc:chgData name="Mariana Rocha" userId="0a3173bd-d0ed-4c32-8e4c-b90c820606c5" providerId="ADAL" clId="{DCC3A51D-31E8-5BC6-970B-354B54D5302A}" dt="2025-11-24T16:30:50.312" v="123" actId="255"/>
        <pc:sldMkLst>
          <pc:docMk/>
          <pc:sldMk cId="0" sldId="268"/>
        </pc:sldMkLst>
        <pc:spChg chg="mod">
          <ac:chgData name="Mariana Rocha" userId="0a3173bd-d0ed-4c32-8e4c-b90c820606c5" providerId="ADAL" clId="{DCC3A51D-31E8-5BC6-970B-354B54D5302A}" dt="2025-11-24T16:29:39.412" v="76" actId="14100"/>
          <ac:spMkLst>
            <pc:docMk/>
            <pc:sldMk cId="0" sldId="268"/>
            <ac:spMk id="3" creationId="{00000000-0000-0000-0000-000000000000}"/>
          </ac:spMkLst>
        </pc:spChg>
        <pc:spChg chg="mod">
          <ac:chgData name="Mariana Rocha" userId="0a3173bd-d0ed-4c32-8e4c-b90c820606c5" providerId="ADAL" clId="{DCC3A51D-31E8-5BC6-970B-354B54D5302A}" dt="2025-11-24T16:30:50.312" v="123" actId="255"/>
          <ac:spMkLst>
            <pc:docMk/>
            <pc:sldMk cId="0" sldId="268"/>
            <ac:spMk id="4" creationId="{00000000-0000-0000-0000-000000000000}"/>
          </ac:spMkLst>
        </pc:spChg>
      </pc:sldChg>
      <pc:sldChg chg="delSp modSp mod">
        <pc:chgData name="Mariana Rocha" userId="0a3173bd-d0ed-4c32-8e4c-b90c820606c5" providerId="ADAL" clId="{DCC3A51D-31E8-5BC6-970B-354B54D5302A}" dt="2025-11-24T16:34:18.978" v="249" actId="1076"/>
        <pc:sldMkLst>
          <pc:docMk/>
          <pc:sldMk cId="0" sldId="269"/>
        </pc:sldMkLst>
        <pc:spChg chg="mod">
          <ac:chgData name="Mariana Rocha" userId="0a3173bd-d0ed-4c32-8e4c-b90c820606c5" providerId="ADAL" clId="{DCC3A51D-31E8-5BC6-970B-354B54D5302A}" dt="2025-11-24T16:33:37.863" v="237" actId="108"/>
          <ac:spMkLst>
            <pc:docMk/>
            <pc:sldMk cId="0" sldId="269"/>
            <ac:spMk id="3" creationId="{00000000-0000-0000-0000-000000000000}"/>
          </ac:spMkLst>
        </pc:spChg>
        <pc:spChg chg="mod">
          <ac:chgData name="Mariana Rocha" userId="0a3173bd-d0ed-4c32-8e4c-b90c820606c5" providerId="ADAL" clId="{DCC3A51D-31E8-5BC6-970B-354B54D5302A}" dt="2025-11-24T16:34:18.978" v="249" actId="1076"/>
          <ac:spMkLst>
            <pc:docMk/>
            <pc:sldMk cId="0" sldId="269"/>
            <ac:spMk id="4" creationId="{00000000-0000-0000-0000-000000000000}"/>
          </ac:spMkLst>
        </pc:spChg>
      </pc:sldChg>
      <pc:sldChg chg="delSp modSp mod">
        <pc:chgData name="Mariana Rocha" userId="0a3173bd-d0ed-4c32-8e4c-b90c820606c5" providerId="ADAL" clId="{DCC3A51D-31E8-5BC6-970B-354B54D5302A}" dt="2025-11-24T16:36:15.834" v="271" actId="478"/>
        <pc:sldMkLst>
          <pc:docMk/>
          <pc:sldMk cId="0" sldId="270"/>
        </pc:sldMkLst>
        <pc:spChg chg="mod">
          <ac:chgData name="Mariana Rocha" userId="0a3173bd-d0ed-4c32-8e4c-b90c820606c5" providerId="ADAL" clId="{DCC3A51D-31E8-5BC6-970B-354B54D5302A}" dt="2025-11-24T16:36:06" v="269" actId="108"/>
          <ac:spMkLst>
            <pc:docMk/>
            <pc:sldMk cId="0" sldId="270"/>
            <ac:spMk id="3" creationId="{00000000-0000-0000-0000-000000000000}"/>
          </ac:spMkLst>
        </pc:spChg>
        <pc:spChg chg="mod">
          <ac:chgData name="Mariana Rocha" userId="0a3173bd-d0ed-4c32-8e4c-b90c820606c5" providerId="ADAL" clId="{DCC3A51D-31E8-5BC6-970B-354B54D5302A}" dt="2025-11-24T16:36:11.411" v="270" actId="108"/>
          <ac:spMkLst>
            <pc:docMk/>
            <pc:sldMk cId="0" sldId="270"/>
            <ac:spMk id="4" creationId="{00000000-0000-0000-0000-000000000000}"/>
          </ac:spMkLst>
        </pc:spChg>
      </pc:sldChg>
      <pc:sldChg chg="delSp modSp mod">
        <pc:chgData name="Mariana Rocha" userId="0a3173bd-d0ed-4c32-8e4c-b90c820606c5" providerId="ADAL" clId="{DCC3A51D-31E8-5BC6-970B-354B54D5302A}" dt="2025-11-24T16:36:38.592" v="277" actId="478"/>
        <pc:sldMkLst>
          <pc:docMk/>
          <pc:sldMk cId="0" sldId="271"/>
        </pc:sldMkLst>
        <pc:spChg chg="mod">
          <ac:chgData name="Mariana Rocha" userId="0a3173bd-d0ed-4c32-8e4c-b90c820606c5" providerId="ADAL" clId="{DCC3A51D-31E8-5BC6-970B-354B54D5302A}" dt="2025-11-24T16:36:21.543" v="272" actId="108"/>
          <ac:spMkLst>
            <pc:docMk/>
            <pc:sldMk cId="0" sldId="271"/>
            <ac:spMk id="3" creationId="{00000000-0000-0000-0000-000000000000}"/>
          </ac:spMkLst>
        </pc:spChg>
        <pc:spChg chg="mod">
          <ac:chgData name="Mariana Rocha" userId="0a3173bd-d0ed-4c32-8e4c-b90c820606c5" providerId="ADAL" clId="{DCC3A51D-31E8-5BC6-970B-354B54D5302A}" dt="2025-11-24T16:36:36.741" v="276" actId="20577"/>
          <ac:spMkLst>
            <pc:docMk/>
            <pc:sldMk cId="0" sldId="271"/>
            <ac:spMk id="4" creationId="{00000000-0000-0000-0000-000000000000}"/>
          </ac:spMkLst>
        </pc:spChg>
      </pc:sldChg>
      <pc:sldChg chg="delSp modSp mod">
        <pc:chgData name="Mariana Rocha" userId="0a3173bd-d0ed-4c32-8e4c-b90c820606c5" providerId="ADAL" clId="{DCC3A51D-31E8-5BC6-970B-354B54D5302A}" dt="2025-11-24T16:37:45.106" v="302" actId="478"/>
        <pc:sldMkLst>
          <pc:docMk/>
          <pc:sldMk cId="0" sldId="273"/>
        </pc:sldMkLst>
        <pc:spChg chg="mod">
          <ac:chgData name="Mariana Rocha" userId="0a3173bd-d0ed-4c32-8e4c-b90c820606c5" providerId="ADAL" clId="{DCC3A51D-31E8-5BC6-970B-354B54D5302A}" dt="2025-11-24T16:36:58.421" v="280" actId="1076"/>
          <ac:spMkLst>
            <pc:docMk/>
            <pc:sldMk cId="0" sldId="273"/>
            <ac:spMk id="3" creationId="{00000000-0000-0000-0000-000000000000}"/>
          </ac:spMkLst>
        </pc:spChg>
        <pc:spChg chg="mod">
          <ac:chgData name="Mariana Rocha" userId="0a3173bd-d0ed-4c32-8e4c-b90c820606c5" providerId="ADAL" clId="{DCC3A51D-31E8-5BC6-970B-354B54D5302A}" dt="2025-11-24T16:37:42.486" v="301" actId="1076"/>
          <ac:spMkLst>
            <pc:docMk/>
            <pc:sldMk cId="0" sldId="273"/>
            <ac:spMk id="4" creationId="{00000000-0000-0000-0000-000000000000}"/>
          </ac:spMkLst>
        </pc:spChg>
      </pc:sldChg>
      <pc:sldChg chg="delSp modSp mod">
        <pc:chgData name="Mariana Rocha" userId="0a3173bd-d0ed-4c32-8e4c-b90c820606c5" providerId="ADAL" clId="{DCC3A51D-31E8-5BC6-970B-354B54D5302A}" dt="2025-11-24T16:55:24.177" v="510" actId="1076"/>
        <pc:sldMkLst>
          <pc:docMk/>
          <pc:sldMk cId="0" sldId="293"/>
        </pc:sldMkLst>
        <pc:spChg chg="mod">
          <ac:chgData name="Mariana Rocha" userId="0a3173bd-d0ed-4c32-8e4c-b90c820606c5" providerId="ADAL" clId="{DCC3A51D-31E8-5BC6-970B-354B54D5302A}" dt="2025-11-24T16:55:00.314" v="504" actId="108"/>
          <ac:spMkLst>
            <pc:docMk/>
            <pc:sldMk cId="0" sldId="293"/>
            <ac:spMk id="3" creationId="{00000000-0000-0000-0000-000000000000}"/>
          </ac:spMkLst>
        </pc:spChg>
        <pc:spChg chg="mod">
          <ac:chgData name="Mariana Rocha" userId="0a3173bd-d0ed-4c32-8e4c-b90c820606c5" providerId="ADAL" clId="{DCC3A51D-31E8-5BC6-970B-354B54D5302A}" dt="2025-11-24T16:55:24.177" v="510" actId="1076"/>
          <ac:spMkLst>
            <pc:docMk/>
            <pc:sldMk cId="0" sldId="293"/>
            <ac:spMk id="4" creationId="{00000000-0000-0000-0000-000000000000}"/>
          </ac:spMkLst>
        </pc:spChg>
      </pc:sldChg>
      <pc:sldChg chg="delSp modSp mod">
        <pc:chgData name="Mariana Rocha" userId="0a3173bd-d0ed-4c32-8e4c-b90c820606c5" providerId="ADAL" clId="{DCC3A51D-31E8-5BC6-970B-354B54D5302A}" dt="2025-11-24T16:56:11.215" v="519" actId="1076"/>
        <pc:sldMkLst>
          <pc:docMk/>
          <pc:sldMk cId="0" sldId="294"/>
        </pc:sldMkLst>
        <pc:spChg chg="mod">
          <ac:chgData name="Mariana Rocha" userId="0a3173bd-d0ed-4c32-8e4c-b90c820606c5" providerId="ADAL" clId="{DCC3A51D-31E8-5BC6-970B-354B54D5302A}" dt="2025-11-24T16:56:11.215" v="519" actId="1076"/>
          <ac:spMkLst>
            <pc:docMk/>
            <pc:sldMk cId="0" sldId="294"/>
            <ac:spMk id="3" creationId="{00000000-0000-0000-0000-000000000000}"/>
          </ac:spMkLst>
        </pc:spChg>
        <pc:spChg chg="mod">
          <ac:chgData name="Mariana Rocha" userId="0a3173bd-d0ed-4c32-8e4c-b90c820606c5" providerId="ADAL" clId="{DCC3A51D-31E8-5BC6-970B-354B54D5302A}" dt="2025-11-24T16:56:02.635" v="517" actId="20577"/>
          <ac:spMkLst>
            <pc:docMk/>
            <pc:sldMk cId="0" sldId="294"/>
            <ac:spMk id="4" creationId="{00000000-0000-0000-0000-000000000000}"/>
          </ac:spMkLst>
        </pc:spChg>
      </pc:sldChg>
      <pc:sldChg chg="delSp modSp mod">
        <pc:chgData name="Mariana Rocha" userId="0a3173bd-d0ed-4c32-8e4c-b90c820606c5" providerId="ADAL" clId="{DCC3A51D-31E8-5BC6-970B-354B54D5302A}" dt="2025-11-24T16:56:42.409" v="529" actId="478"/>
        <pc:sldMkLst>
          <pc:docMk/>
          <pc:sldMk cId="0" sldId="296"/>
        </pc:sldMkLst>
        <pc:spChg chg="mod">
          <ac:chgData name="Mariana Rocha" userId="0a3173bd-d0ed-4c32-8e4c-b90c820606c5" providerId="ADAL" clId="{DCC3A51D-31E8-5BC6-970B-354B54D5302A}" dt="2025-11-24T16:56:21.358" v="523" actId="404"/>
          <ac:spMkLst>
            <pc:docMk/>
            <pc:sldMk cId="0" sldId="296"/>
            <ac:spMk id="3" creationId="{00000000-0000-0000-0000-000000000000}"/>
          </ac:spMkLst>
        </pc:spChg>
        <pc:spChg chg="mod">
          <ac:chgData name="Mariana Rocha" userId="0a3173bd-d0ed-4c32-8e4c-b90c820606c5" providerId="ADAL" clId="{DCC3A51D-31E8-5BC6-970B-354B54D5302A}" dt="2025-11-24T16:56:40.469" v="528" actId="1076"/>
          <ac:spMkLst>
            <pc:docMk/>
            <pc:sldMk cId="0" sldId="296"/>
            <ac:spMk id="4" creationId="{00000000-0000-0000-0000-000000000000}"/>
          </ac:spMkLst>
        </pc:spChg>
      </pc:sldChg>
      <pc:sldChg chg="delSp modSp mod">
        <pc:chgData name="Mariana Rocha" userId="0a3173bd-d0ed-4c32-8e4c-b90c820606c5" providerId="ADAL" clId="{DCC3A51D-31E8-5BC6-970B-354B54D5302A}" dt="2025-11-24T16:56:57.884" v="531" actId="478"/>
        <pc:sldMkLst>
          <pc:docMk/>
          <pc:sldMk cId="0" sldId="298"/>
        </pc:sldMkLst>
        <pc:spChg chg="mod">
          <ac:chgData name="Mariana Rocha" userId="0a3173bd-d0ed-4c32-8e4c-b90c820606c5" providerId="ADAL" clId="{DCC3A51D-31E8-5BC6-970B-354B54D5302A}" dt="2025-11-24T16:56:53.930" v="530" actId="108"/>
          <ac:spMkLst>
            <pc:docMk/>
            <pc:sldMk cId="0" sldId="298"/>
            <ac:spMk id="3" creationId="{00000000-0000-0000-0000-000000000000}"/>
          </ac:spMkLst>
        </pc:spChg>
      </pc:sldChg>
      <pc:sldChg chg="modSp mod">
        <pc:chgData name="Mariana Rocha" userId="0a3173bd-d0ed-4c32-8e4c-b90c820606c5" providerId="ADAL" clId="{DCC3A51D-31E8-5BC6-970B-354B54D5302A}" dt="2025-11-24T16:35:53.935" v="268" actId="1076"/>
        <pc:sldMkLst>
          <pc:docMk/>
          <pc:sldMk cId="1830530691" sldId="373"/>
        </pc:sldMkLst>
        <pc:spChg chg="mod">
          <ac:chgData name="Mariana Rocha" userId="0a3173bd-d0ed-4c32-8e4c-b90c820606c5" providerId="ADAL" clId="{DCC3A51D-31E8-5BC6-970B-354B54D5302A}" dt="2025-11-24T16:35:31.005" v="258" actId="14100"/>
          <ac:spMkLst>
            <pc:docMk/>
            <pc:sldMk cId="1830530691" sldId="373"/>
            <ac:spMk id="3" creationId="{00000000-0000-0000-0000-000000000000}"/>
          </ac:spMkLst>
        </pc:spChg>
        <pc:spChg chg="mod">
          <ac:chgData name="Mariana Rocha" userId="0a3173bd-d0ed-4c32-8e4c-b90c820606c5" providerId="ADAL" clId="{DCC3A51D-31E8-5BC6-970B-354B54D5302A}" dt="2025-11-24T16:34:30.054" v="252" actId="1076"/>
          <ac:spMkLst>
            <pc:docMk/>
            <pc:sldMk cId="1830530691" sldId="373"/>
            <ac:spMk id="4" creationId="{FA8EF2AD-39B4-4AB9-3CFE-7ADDA1327239}"/>
          </ac:spMkLst>
        </pc:spChg>
        <pc:graphicFrameChg chg="mod">
          <ac:chgData name="Mariana Rocha" userId="0a3173bd-d0ed-4c32-8e4c-b90c820606c5" providerId="ADAL" clId="{DCC3A51D-31E8-5BC6-970B-354B54D5302A}" dt="2025-11-24T16:35:36.674" v="261" actId="1076"/>
          <ac:graphicFrameMkLst>
            <pc:docMk/>
            <pc:sldMk cId="1830530691" sldId="373"/>
            <ac:graphicFrameMk id="7" creationId="{66748B22-B7DB-0716-B4D0-B44443E52644}"/>
          </ac:graphicFrameMkLst>
        </pc:graphicFrameChg>
        <pc:graphicFrameChg chg="mod">
          <ac:chgData name="Mariana Rocha" userId="0a3173bd-d0ed-4c32-8e4c-b90c820606c5" providerId="ADAL" clId="{DCC3A51D-31E8-5BC6-970B-354B54D5302A}" dt="2025-11-24T16:35:46.274" v="263" actId="1076"/>
          <ac:graphicFrameMkLst>
            <pc:docMk/>
            <pc:sldMk cId="1830530691" sldId="373"/>
            <ac:graphicFrameMk id="8" creationId="{04299915-FDE7-CDD5-8E8D-558E1CC887BE}"/>
          </ac:graphicFrameMkLst>
        </pc:graphicFrameChg>
        <pc:picChg chg="mod">
          <ac:chgData name="Mariana Rocha" userId="0a3173bd-d0ed-4c32-8e4c-b90c820606c5" providerId="ADAL" clId="{DCC3A51D-31E8-5BC6-970B-354B54D5302A}" dt="2025-11-24T16:35:53.935" v="268" actId="1076"/>
          <ac:picMkLst>
            <pc:docMk/>
            <pc:sldMk cId="1830530691" sldId="373"/>
            <ac:picMk id="9218" creationId="{9E23340F-1E5E-A7E0-8636-61DC6FB6BBB6}"/>
          </ac:picMkLst>
        </pc:picChg>
      </pc:sldChg>
      <pc:sldChg chg="modSp mod">
        <pc:chgData name="Mariana Rocha" userId="0a3173bd-d0ed-4c32-8e4c-b90c820606c5" providerId="ADAL" clId="{DCC3A51D-31E8-5BC6-970B-354B54D5302A}" dt="2025-11-24T16:32:24.660" v="165" actId="1076"/>
        <pc:sldMkLst>
          <pc:docMk/>
          <pc:sldMk cId="3639859777" sldId="388"/>
        </pc:sldMkLst>
        <pc:spChg chg="mod">
          <ac:chgData name="Mariana Rocha" userId="0a3173bd-d0ed-4c32-8e4c-b90c820606c5" providerId="ADAL" clId="{DCC3A51D-31E8-5BC6-970B-354B54D5302A}" dt="2025-11-24T16:31:04.988" v="124" actId="108"/>
          <ac:spMkLst>
            <pc:docMk/>
            <pc:sldMk cId="3639859777" sldId="388"/>
            <ac:spMk id="3" creationId="{00000000-0000-0000-0000-000000000000}"/>
          </ac:spMkLst>
        </pc:spChg>
        <pc:picChg chg="mod">
          <ac:chgData name="Mariana Rocha" userId="0a3173bd-d0ed-4c32-8e4c-b90c820606c5" providerId="ADAL" clId="{DCC3A51D-31E8-5BC6-970B-354B54D5302A}" dt="2025-11-24T16:32:24.660" v="165" actId="1076"/>
          <ac:picMkLst>
            <pc:docMk/>
            <pc:sldMk cId="3639859777" sldId="388"/>
            <ac:picMk id="1026" creationId="{8725390A-D75B-019C-2327-54DADFF34968}"/>
          </ac:picMkLst>
        </pc:picChg>
      </pc:sldChg>
      <pc:sldChg chg="delSp modSp mod">
        <pc:chgData name="Mariana Rocha" userId="0a3173bd-d0ed-4c32-8e4c-b90c820606c5" providerId="ADAL" clId="{DCC3A51D-31E8-5BC6-970B-354B54D5302A}" dt="2025-11-24T16:31:31.710" v="130" actId="15"/>
        <pc:sldMkLst>
          <pc:docMk/>
          <pc:sldMk cId="2903694731" sldId="389"/>
        </pc:sldMkLst>
        <pc:spChg chg="mod">
          <ac:chgData name="Mariana Rocha" userId="0a3173bd-d0ed-4c32-8e4c-b90c820606c5" providerId="ADAL" clId="{DCC3A51D-31E8-5BC6-970B-354B54D5302A}" dt="2025-11-24T16:31:12.177" v="125" actId="108"/>
          <ac:spMkLst>
            <pc:docMk/>
            <pc:sldMk cId="2903694731" sldId="389"/>
            <ac:spMk id="3" creationId="{00000000-0000-0000-0000-000000000000}"/>
          </ac:spMkLst>
        </pc:spChg>
        <pc:spChg chg="mod">
          <ac:chgData name="Mariana Rocha" userId="0a3173bd-d0ed-4c32-8e4c-b90c820606c5" providerId="ADAL" clId="{DCC3A51D-31E8-5BC6-970B-354B54D5302A}" dt="2025-11-24T16:31:31.710" v="130" actId="15"/>
          <ac:spMkLst>
            <pc:docMk/>
            <pc:sldMk cId="2903694731" sldId="389"/>
            <ac:spMk id="10" creationId="{333787EC-278D-424F-B9E1-CC04D3885E98}"/>
          </ac:spMkLst>
        </pc:spChg>
      </pc:sldChg>
      <pc:sldChg chg="delSp modSp mod">
        <pc:chgData name="Mariana Rocha" userId="0a3173bd-d0ed-4c32-8e4c-b90c820606c5" providerId="ADAL" clId="{DCC3A51D-31E8-5BC6-970B-354B54D5302A}" dt="2025-11-24T16:38:29.625" v="318" actId="478"/>
        <pc:sldMkLst>
          <pc:docMk/>
          <pc:sldMk cId="663507811" sldId="390"/>
        </pc:sldMkLst>
        <pc:spChg chg="mod">
          <ac:chgData name="Mariana Rocha" userId="0a3173bd-d0ed-4c32-8e4c-b90c820606c5" providerId="ADAL" clId="{DCC3A51D-31E8-5BC6-970B-354B54D5302A}" dt="2025-11-24T16:38:01.512" v="304" actId="108"/>
          <ac:spMkLst>
            <pc:docMk/>
            <pc:sldMk cId="663507811" sldId="390"/>
            <ac:spMk id="3" creationId="{00000000-0000-0000-0000-000000000000}"/>
          </ac:spMkLst>
        </pc:spChg>
        <pc:spChg chg="mod">
          <ac:chgData name="Mariana Rocha" userId="0a3173bd-d0ed-4c32-8e4c-b90c820606c5" providerId="ADAL" clId="{DCC3A51D-31E8-5BC6-970B-354B54D5302A}" dt="2025-11-24T16:38:28.007" v="317" actId="20577"/>
          <ac:spMkLst>
            <pc:docMk/>
            <pc:sldMk cId="663507811" sldId="390"/>
            <ac:spMk id="10" creationId="{333787EC-278D-424F-B9E1-CC04D3885E98}"/>
          </ac:spMkLst>
        </pc:spChg>
      </pc:sldChg>
      <pc:sldChg chg="modSp mod">
        <pc:chgData name="Mariana Rocha" userId="0a3173bd-d0ed-4c32-8e4c-b90c820606c5" providerId="ADAL" clId="{DCC3A51D-31E8-5BC6-970B-354B54D5302A}" dt="2025-11-24T16:37:57.659" v="303" actId="108"/>
        <pc:sldMkLst>
          <pc:docMk/>
          <pc:sldMk cId="1470253054" sldId="391"/>
        </pc:sldMkLst>
        <pc:spChg chg="mod">
          <ac:chgData name="Mariana Rocha" userId="0a3173bd-d0ed-4c32-8e4c-b90c820606c5" providerId="ADAL" clId="{DCC3A51D-31E8-5BC6-970B-354B54D5302A}" dt="2025-11-24T16:37:57.659" v="303" actId="108"/>
          <ac:spMkLst>
            <pc:docMk/>
            <pc:sldMk cId="1470253054" sldId="391"/>
            <ac:spMk id="3" creationId="{00000000-0000-0000-0000-000000000000}"/>
          </ac:spMkLst>
        </pc:spChg>
      </pc:sldChg>
      <pc:sldChg chg="delSp modSp mod">
        <pc:chgData name="Mariana Rocha" userId="0a3173bd-d0ed-4c32-8e4c-b90c820606c5" providerId="ADAL" clId="{DCC3A51D-31E8-5BC6-970B-354B54D5302A}" dt="2025-11-24T16:59:11.097" v="564" actId="403"/>
        <pc:sldMkLst>
          <pc:docMk/>
          <pc:sldMk cId="1726440173" sldId="394"/>
        </pc:sldMkLst>
        <pc:spChg chg="mod">
          <ac:chgData name="Mariana Rocha" userId="0a3173bd-d0ed-4c32-8e4c-b90c820606c5" providerId="ADAL" clId="{DCC3A51D-31E8-5BC6-970B-354B54D5302A}" dt="2025-11-24T16:57:38.607" v="545" actId="113"/>
          <ac:spMkLst>
            <pc:docMk/>
            <pc:sldMk cId="1726440173" sldId="394"/>
            <ac:spMk id="3" creationId="{00000000-0000-0000-0000-000000000000}"/>
          </ac:spMkLst>
        </pc:spChg>
        <pc:spChg chg="mod">
          <ac:chgData name="Mariana Rocha" userId="0a3173bd-d0ed-4c32-8e4c-b90c820606c5" providerId="ADAL" clId="{DCC3A51D-31E8-5BC6-970B-354B54D5302A}" dt="2025-11-24T16:59:11.097" v="564" actId="403"/>
          <ac:spMkLst>
            <pc:docMk/>
            <pc:sldMk cId="1726440173" sldId="394"/>
            <ac:spMk id="5" creationId="{33E1B676-4A7B-5543-88CD-AC08ACD36645}"/>
          </ac:spMkLst>
        </pc:spChg>
      </pc:sldChg>
      <pc:sldChg chg="modSp mod">
        <pc:chgData name="Mariana Rocha" userId="0a3173bd-d0ed-4c32-8e4c-b90c820606c5" providerId="ADAL" clId="{DCC3A51D-31E8-5BC6-970B-354B54D5302A}" dt="2025-11-24T16:38:36.402" v="319" actId="108"/>
        <pc:sldMkLst>
          <pc:docMk/>
          <pc:sldMk cId="3696467714" sldId="411"/>
        </pc:sldMkLst>
        <pc:spChg chg="mod">
          <ac:chgData name="Mariana Rocha" userId="0a3173bd-d0ed-4c32-8e4c-b90c820606c5" providerId="ADAL" clId="{DCC3A51D-31E8-5BC6-970B-354B54D5302A}" dt="2025-11-24T16:38:36.402" v="319" actId="108"/>
          <ac:spMkLst>
            <pc:docMk/>
            <pc:sldMk cId="3696467714" sldId="411"/>
            <ac:spMk id="3" creationId="{00000000-0000-0000-0000-000000000000}"/>
          </ac:spMkLst>
        </pc:spChg>
      </pc:sldChg>
      <pc:sldChg chg="delSp modSp mod">
        <pc:chgData name="Mariana Rocha" userId="0a3173bd-d0ed-4c32-8e4c-b90c820606c5" providerId="ADAL" clId="{DCC3A51D-31E8-5BC6-970B-354B54D5302A}" dt="2025-11-24T16:33:15.576" v="236" actId="14100"/>
        <pc:sldMkLst>
          <pc:docMk/>
          <pc:sldMk cId="3606593900" sldId="416"/>
        </pc:sldMkLst>
        <pc:spChg chg="mod">
          <ac:chgData name="Mariana Rocha" userId="0a3173bd-d0ed-4c32-8e4c-b90c820606c5" providerId="ADAL" clId="{DCC3A51D-31E8-5BC6-970B-354B54D5302A}" dt="2025-11-24T16:33:15.576" v="236" actId="14100"/>
          <ac:spMkLst>
            <pc:docMk/>
            <pc:sldMk cId="3606593900" sldId="416"/>
            <ac:spMk id="10" creationId="{A5533110-13B0-E8C7-4F97-3A8A2CD21CF6}"/>
          </ac:spMkLst>
        </pc:spChg>
      </pc:sldChg>
      <pc:sldChg chg="delSp modSp mod">
        <pc:chgData name="Mariana Rocha" userId="0a3173bd-d0ed-4c32-8e4c-b90c820606c5" providerId="ADAL" clId="{DCC3A51D-31E8-5BC6-970B-354B54D5302A}" dt="2025-11-24T16:39:32.710" v="331" actId="1076"/>
        <pc:sldMkLst>
          <pc:docMk/>
          <pc:sldMk cId="1558962312" sldId="417"/>
        </pc:sldMkLst>
        <pc:spChg chg="mod">
          <ac:chgData name="Mariana Rocha" userId="0a3173bd-d0ed-4c32-8e4c-b90c820606c5" providerId="ADAL" clId="{DCC3A51D-31E8-5BC6-970B-354B54D5302A}" dt="2025-11-24T16:38:59.053" v="321" actId="108"/>
          <ac:spMkLst>
            <pc:docMk/>
            <pc:sldMk cId="1558962312" sldId="417"/>
            <ac:spMk id="3" creationId="{3A769044-D51A-AC85-2B6F-89401F18EB76}"/>
          </ac:spMkLst>
        </pc:spChg>
        <pc:spChg chg="mod">
          <ac:chgData name="Mariana Rocha" userId="0a3173bd-d0ed-4c32-8e4c-b90c820606c5" providerId="ADAL" clId="{DCC3A51D-31E8-5BC6-970B-354B54D5302A}" dt="2025-11-24T16:39:30.313" v="330" actId="404"/>
          <ac:spMkLst>
            <pc:docMk/>
            <pc:sldMk cId="1558962312" sldId="417"/>
            <ac:spMk id="6" creationId="{7AFC6A46-C7A0-D55B-C1B4-08CB15BCC3CB}"/>
          </ac:spMkLst>
        </pc:spChg>
        <pc:picChg chg="mod">
          <ac:chgData name="Mariana Rocha" userId="0a3173bd-d0ed-4c32-8e4c-b90c820606c5" providerId="ADAL" clId="{DCC3A51D-31E8-5BC6-970B-354B54D5302A}" dt="2025-11-24T16:39:32.710" v="331" actId="1076"/>
          <ac:picMkLst>
            <pc:docMk/>
            <pc:sldMk cId="1558962312" sldId="417"/>
            <ac:picMk id="1026" creationId="{9CF020F5-5C6D-3CEA-B352-7C33FA45C271}"/>
          </ac:picMkLst>
        </pc:picChg>
      </pc:sldChg>
      <pc:sldChg chg="delSp modSp mod">
        <pc:chgData name="Mariana Rocha" userId="0a3173bd-d0ed-4c32-8e4c-b90c820606c5" providerId="ADAL" clId="{DCC3A51D-31E8-5BC6-970B-354B54D5302A}" dt="2025-11-24T16:40:05.192" v="338" actId="12"/>
        <pc:sldMkLst>
          <pc:docMk/>
          <pc:sldMk cId="4011930579" sldId="418"/>
        </pc:sldMkLst>
        <pc:spChg chg="mod">
          <ac:chgData name="Mariana Rocha" userId="0a3173bd-d0ed-4c32-8e4c-b90c820606c5" providerId="ADAL" clId="{DCC3A51D-31E8-5BC6-970B-354B54D5302A}" dt="2025-11-24T16:39:39.486" v="332" actId="108"/>
          <ac:spMkLst>
            <pc:docMk/>
            <pc:sldMk cId="4011930579" sldId="418"/>
            <ac:spMk id="3" creationId="{16D0AFF8-5B8B-AA97-C0BF-B5D6E4C85D7F}"/>
          </ac:spMkLst>
        </pc:spChg>
        <pc:spChg chg="mod">
          <ac:chgData name="Mariana Rocha" userId="0a3173bd-d0ed-4c32-8e4c-b90c820606c5" providerId="ADAL" clId="{DCC3A51D-31E8-5BC6-970B-354B54D5302A}" dt="2025-11-24T16:40:05.192" v="338" actId="12"/>
          <ac:spMkLst>
            <pc:docMk/>
            <pc:sldMk cId="4011930579" sldId="418"/>
            <ac:spMk id="5" creationId="{8F2DFB59-FE51-B3BB-1246-A02E8B834764}"/>
          </ac:spMkLst>
        </pc:spChg>
      </pc:sldChg>
      <pc:sldChg chg="modSp add mod setBg">
        <pc:chgData name="Mariana Rocha" userId="0a3173bd-d0ed-4c32-8e4c-b90c820606c5" providerId="ADAL" clId="{DCC3A51D-31E8-5BC6-970B-354B54D5302A}" dt="2025-11-24T16:26:35.040" v="29" actId="20577"/>
        <pc:sldMkLst>
          <pc:docMk/>
          <pc:sldMk cId="0" sldId="420"/>
        </pc:sldMkLst>
        <pc:spChg chg="mod">
          <ac:chgData name="Mariana Rocha" userId="0a3173bd-d0ed-4c32-8e4c-b90c820606c5" providerId="ADAL" clId="{DCC3A51D-31E8-5BC6-970B-354B54D5302A}" dt="2025-11-24T16:26:31.683" v="26" actId="20577"/>
          <ac:spMkLst>
            <pc:docMk/>
            <pc:sldMk cId="0" sldId="420"/>
            <ac:spMk id="26" creationId="{2ABE34C9-C9F3-88B9-7DC7-48B60D3134CC}"/>
          </ac:spMkLst>
        </pc:spChg>
        <pc:spChg chg="mod">
          <ac:chgData name="Mariana Rocha" userId="0a3173bd-d0ed-4c32-8e4c-b90c820606c5" providerId="ADAL" clId="{DCC3A51D-31E8-5BC6-970B-354B54D5302A}" dt="2025-11-24T16:26:35.040" v="29" actId="20577"/>
          <ac:spMkLst>
            <pc:docMk/>
            <pc:sldMk cId="0" sldId="420"/>
            <ac:spMk id="28" creationId="{F8E066B0-7223-D5C8-AC47-4AE5F2157F6E}"/>
          </ac:spMkLst>
        </pc:spChg>
      </pc:sldChg>
      <pc:sldChg chg="modSp add mod">
        <pc:chgData name="Mariana Rocha" userId="0a3173bd-d0ed-4c32-8e4c-b90c820606c5" providerId="ADAL" clId="{DCC3A51D-31E8-5BC6-970B-354B54D5302A}" dt="2025-11-24T16:53:12.302" v="490" actId="1076"/>
        <pc:sldMkLst>
          <pc:docMk/>
          <pc:sldMk cId="0" sldId="421"/>
        </pc:sldMkLst>
        <pc:spChg chg="mod">
          <ac:chgData name="Mariana Rocha" userId="0a3173bd-d0ed-4c32-8e4c-b90c820606c5" providerId="ADAL" clId="{DCC3A51D-31E8-5BC6-970B-354B54D5302A}" dt="2025-11-24T16:53:12.302" v="490" actId="1076"/>
          <ac:spMkLst>
            <pc:docMk/>
            <pc:sldMk cId="0" sldId="421"/>
            <ac:spMk id="2" creationId="{EAC0490B-A98B-696C-0C29-6DDA81EE0B0E}"/>
          </ac:spMkLst>
        </pc:spChg>
      </pc:sldChg>
      <pc:sldChg chg="modSp add mod ord">
        <pc:chgData name="Mariana Rocha" userId="0a3173bd-d0ed-4c32-8e4c-b90c820606c5" providerId="ADAL" clId="{DCC3A51D-31E8-5BC6-970B-354B54D5302A}" dt="2025-11-24T16:50:07.658" v="403" actId="1076"/>
        <pc:sldMkLst>
          <pc:docMk/>
          <pc:sldMk cId="234513828" sldId="422"/>
        </pc:sldMkLst>
        <pc:spChg chg="mod">
          <ac:chgData name="Mariana Rocha" userId="0a3173bd-d0ed-4c32-8e4c-b90c820606c5" providerId="ADAL" clId="{DCC3A51D-31E8-5BC6-970B-354B54D5302A}" dt="2025-11-24T16:50:07.658" v="403" actId="1076"/>
          <ac:spMkLst>
            <pc:docMk/>
            <pc:sldMk cId="234513828" sldId="422"/>
            <ac:spMk id="3" creationId="{E7A0600C-7CAC-9DC0-6AD4-75284303BE0A}"/>
          </ac:spMkLst>
        </pc:spChg>
        <pc:spChg chg="mod">
          <ac:chgData name="Mariana Rocha" userId="0a3173bd-d0ed-4c32-8e4c-b90c820606c5" providerId="ADAL" clId="{DCC3A51D-31E8-5BC6-970B-354B54D5302A}" dt="2025-11-24T16:49:58.452" v="402" actId="207"/>
          <ac:spMkLst>
            <pc:docMk/>
            <pc:sldMk cId="234513828" sldId="422"/>
            <ac:spMk id="5" creationId="{FD43045D-3C1B-9145-8709-AE1A0B294C25}"/>
          </ac:spMkLst>
        </pc:spChg>
      </pc:sldChg>
      <pc:sldChg chg="delSp modSp add mod ord">
        <pc:chgData name="Mariana Rocha" userId="0a3173bd-d0ed-4c32-8e4c-b90c820606c5" providerId="ADAL" clId="{DCC3A51D-31E8-5BC6-970B-354B54D5302A}" dt="2025-11-24T16:50:53.940" v="451" actId="20578"/>
        <pc:sldMkLst>
          <pc:docMk/>
          <pc:sldMk cId="3037977595" sldId="423"/>
        </pc:sldMkLst>
        <pc:spChg chg="mod">
          <ac:chgData name="Mariana Rocha" userId="0a3173bd-d0ed-4c32-8e4c-b90c820606c5" providerId="ADAL" clId="{DCC3A51D-31E8-5BC6-970B-354B54D5302A}" dt="2025-11-24T16:50:48.355" v="449" actId="1076"/>
          <ac:spMkLst>
            <pc:docMk/>
            <pc:sldMk cId="3037977595" sldId="423"/>
            <ac:spMk id="3" creationId="{6CD458D9-6E84-E6F4-80A8-6F1A323C7F71}"/>
          </ac:spMkLst>
        </pc:spChg>
      </pc:sldChg>
      <pc:sldChg chg="addSp delSp modSp add mod">
        <pc:chgData name="Mariana Rocha" userId="0a3173bd-d0ed-4c32-8e4c-b90c820606c5" providerId="ADAL" clId="{DCC3A51D-31E8-5BC6-970B-354B54D5302A}" dt="2025-11-24T16:53:02.078" v="489" actId="1076"/>
        <pc:sldMkLst>
          <pc:docMk/>
          <pc:sldMk cId="144872699" sldId="424"/>
        </pc:sldMkLst>
        <pc:spChg chg="mod">
          <ac:chgData name="Mariana Rocha" userId="0a3173bd-d0ed-4c32-8e4c-b90c820606c5" providerId="ADAL" clId="{DCC3A51D-31E8-5BC6-970B-354B54D5302A}" dt="2025-11-24T16:52:49.049" v="484" actId="20577"/>
          <ac:spMkLst>
            <pc:docMk/>
            <pc:sldMk cId="144872699" sldId="424"/>
            <ac:spMk id="5" creationId="{665361C4-69B7-CA35-EEC1-B63FBDA612FA}"/>
          </ac:spMkLst>
        </pc:spChg>
        <pc:spChg chg="add mod">
          <ac:chgData name="Mariana Rocha" userId="0a3173bd-d0ed-4c32-8e4c-b90c820606c5" providerId="ADAL" clId="{DCC3A51D-31E8-5BC6-970B-354B54D5302A}" dt="2025-11-24T16:51:18.993" v="454"/>
          <ac:spMkLst>
            <pc:docMk/>
            <pc:sldMk cId="144872699" sldId="424"/>
            <ac:spMk id="6" creationId="{1B05C2E9-96D5-A26A-AD12-47A72CFC6F7B}"/>
          </ac:spMkLst>
        </pc:spChg>
        <pc:spChg chg="add mod">
          <ac:chgData name="Mariana Rocha" userId="0a3173bd-d0ed-4c32-8e4c-b90c820606c5" providerId="ADAL" clId="{DCC3A51D-31E8-5BC6-970B-354B54D5302A}" dt="2025-11-24T16:53:02.078" v="489" actId="1076"/>
          <ac:spMkLst>
            <pc:docMk/>
            <pc:sldMk cId="144872699" sldId="424"/>
            <ac:spMk id="10" creationId="{B2F5F4FD-753F-B7C2-2C16-D4FE9F2A7809}"/>
          </ac:spMkLst>
        </pc:spChg>
        <pc:picChg chg="add mod">
          <ac:chgData name="Mariana Rocha" userId="0a3173bd-d0ed-4c32-8e4c-b90c820606c5" providerId="ADAL" clId="{DCC3A51D-31E8-5BC6-970B-354B54D5302A}" dt="2025-11-24T16:52:17.711" v="463" actId="14100"/>
          <ac:picMkLst>
            <pc:docMk/>
            <pc:sldMk cId="144872699" sldId="424"/>
            <ac:picMk id="8" creationId="{91074C71-E316-0583-EB87-477A414948FD}"/>
          </ac:picMkLst>
        </pc:picChg>
      </pc:sldChg>
      <pc:sldChg chg="addSp delSp modSp add mod ord">
        <pc:chgData name="Mariana Rocha" userId="0a3173bd-d0ed-4c32-8e4c-b90c820606c5" providerId="ADAL" clId="{DCC3A51D-31E8-5BC6-970B-354B54D5302A}" dt="2025-11-24T16:59:16.327" v="566" actId="20578"/>
        <pc:sldMkLst>
          <pc:docMk/>
          <pc:sldMk cId="2558616772" sldId="425"/>
        </pc:sldMkLst>
        <pc:picChg chg="add mod">
          <ac:chgData name="Mariana Rocha" userId="0a3173bd-d0ed-4c32-8e4c-b90c820606c5" providerId="ADAL" clId="{DCC3A51D-31E8-5BC6-970B-354B54D5302A}" dt="2025-11-24T16:58:47.654" v="562" actId="14100"/>
          <ac:picMkLst>
            <pc:docMk/>
            <pc:sldMk cId="2558616772" sldId="425"/>
            <ac:picMk id="4" creationId="{198F7B33-5EA4-07F4-6905-23DEFE5EACC1}"/>
          </ac:picMkLst>
        </pc:picChg>
      </pc:sldChg>
      <pc:sldChg chg="addSp modSp add mod">
        <pc:chgData name="Mariana Rocha" userId="0a3173bd-d0ed-4c32-8e4c-b90c820606c5" providerId="ADAL" clId="{DCC3A51D-31E8-5BC6-970B-354B54D5302A}" dt="2025-11-24T16:59:50.886" v="595" actId="1076"/>
        <pc:sldMkLst>
          <pc:docMk/>
          <pc:sldMk cId="3395537813" sldId="426"/>
        </pc:sldMkLst>
        <pc:spChg chg="add mod">
          <ac:chgData name="Mariana Rocha" userId="0a3173bd-d0ed-4c32-8e4c-b90c820606c5" providerId="ADAL" clId="{DCC3A51D-31E8-5BC6-970B-354B54D5302A}" dt="2025-11-24T16:59:46.972" v="593" actId="1076"/>
          <ac:spMkLst>
            <pc:docMk/>
            <pc:sldMk cId="3395537813" sldId="426"/>
            <ac:spMk id="4" creationId="{673C9295-F553-DF54-FDB6-CBE695864C05}"/>
          </ac:spMkLst>
        </pc:spChg>
        <pc:spChg chg="mod">
          <ac:chgData name="Mariana Rocha" userId="0a3173bd-d0ed-4c32-8e4c-b90c820606c5" providerId="ADAL" clId="{DCC3A51D-31E8-5BC6-970B-354B54D5302A}" dt="2025-11-24T16:59:50.886" v="595" actId="1076"/>
          <ac:spMkLst>
            <pc:docMk/>
            <pc:sldMk cId="3395537813" sldId="426"/>
            <ac:spMk id="5" creationId="{98818CF0-F2CF-CD16-3EC4-7476C7769198}"/>
          </ac:spMkLst>
        </pc:spChg>
      </pc:sldChg>
      <pc:sldChg chg="modSp add mod ord">
        <pc:chgData name="Mariana Rocha" userId="0a3173bd-d0ed-4c32-8e4c-b90c820606c5" providerId="ADAL" clId="{DCC3A51D-31E8-5BC6-970B-354B54D5302A}" dt="2025-11-24T17:03:48.916" v="648" actId="20578"/>
        <pc:sldMkLst>
          <pc:docMk/>
          <pc:sldMk cId="527969319" sldId="427"/>
        </pc:sldMkLst>
        <pc:spChg chg="mod">
          <ac:chgData name="Mariana Rocha" userId="0a3173bd-d0ed-4c32-8e4c-b90c820606c5" providerId="ADAL" clId="{DCC3A51D-31E8-5BC6-970B-354B54D5302A}" dt="2025-11-24T17:03:42.406" v="646" actId="20577"/>
          <ac:spMkLst>
            <pc:docMk/>
            <pc:sldMk cId="527969319" sldId="427"/>
            <ac:spMk id="3" creationId="{831BCC23-165B-1384-F8BF-2C0C16ABE0B7}"/>
          </ac:spMkLst>
        </pc:spChg>
      </pc:sldChg>
      <pc:sldChg chg="addSp modSp add mod">
        <pc:chgData name="Mariana Rocha" userId="0a3173bd-d0ed-4c32-8e4c-b90c820606c5" providerId="ADAL" clId="{DCC3A51D-31E8-5BC6-970B-354B54D5302A}" dt="2025-11-24T17:05:43.084" v="678" actId="20577"/>
        <pc:sldMkLst>
          <pc:docMk/>
          <pc:sldMk cId="2048185639" sldId="428"/>
        </pc:sldMkLst>
        <pc:spChg chg="mod">
          <ac:chgData name="Mariana Rocha" userId="0a3173bd-d0ed-4c32-8e4c-b90c820606c5" providerId="ADAL" clId="{DCC3A51D-31E8-5BC6-970B-354B54D5302A}" dt="2025-11-24T17:05:43.084" v="678" actId="20577"/>
          <ac:spMkLst>
            <pc:docMk/>
            <pc:sldMk cId="2048185639" sldId="428"/>
            <ac:spMk id="3" creationId="{8A62A512-A0EF-9BEE-D729-22C2582877EC}"/>
          </ac:spMkLst>
        </pc:spChg>
        <pc:spChg chg="add mod">
          <ac:chgData name="Mariana Rocha" userId="0a3173bd-d0ed-4c32-8e4c-b90c820606c5" providerId="ADAL" clId="{DCC3A51D-31E8-5BC6-970B-354B54D5302A}" dt="2025-11-24T17:04:47.528" v="671" actId="1076"/>
          <ac:spMkLst>
            <pc:docMk/>
            <pc:sldMk cId="2048185639" sldId="428"/>
            <ac:spMk id="4" creationId="{AB74831F-8B08-4CEF-8EED-B365D68FB294}"/>
          </ac:spMkLst>
        </pc:spChg>
        <pc:spChg chg="mod">
          <ac:chgData name="Mariana Rocha" userId="0a3173bd-d0ed-4c32-8e4c-b90c820606c5" providerId="ADAL" clId="{DCC3A51D-31E8-5BC6-970B-354B54D5302A}" dt="2025-11-24T17:04:34.352" v="667" actId="14100"/>
          <ac:spMkLst>
            <pc:docMk/>
            <pc:sldMk cId="2048185639" sldId="428"/>
            <ac:spMk id="6" creationId="{FB7329D7-3732-7D1F-F168-948E26DF903A}"/>
          </ac:spMkLst>
        </pc:spChg>
      </pc:sldChg>
      <pc:sldChg chg="addSp delSp modSp add mod ord">
        <pc:chgData name="Mariana Rocha" userId="0a3173bd-d0ed-4c32-8e4c-b90c820606c5" providerId="ADAL" clId="{DCC3A51D-31E8-5BC6-970B-354B54D5302A}" dt="2025-11-24T17:07:06.478" v="684" actId="20578"/>
        <pc:sldMkLst>
          <pc:docMk/>
          <pc:sldMk cId="2623618215" sldId="429"/>
        </pc:sldMkLst>
        <pc:spChg chg="mod">
          <ac:chgData name="Mariana Rocha" userId="0a3173bd-d0ed-4c32-8e4c-b90c820606c5" providerId="ADAL" clId="{DCC3A51D-31E8-5BC6-970B-354B54D5302A}" dt="2025-11-24T17:05:45.916" v="679" actId="20577"/>
          <ac:spMkLst>
            <pc:docMk/>
            <pc:sldMk cId="2623618215" sldId="429"/>
            <ac:spMk id="3" creationId="{EABE1647-FC14-6264-B919-07A8E6EAA985}"/>
          </ac:spMkLst>
        </pc:spChg>
        <pc:picChg chg="add mod">
          <ac:chgData name="Mariana Rocha" userId="0a3173bd-d0ed-4c32-8e4c-b90c820606c5" providerId="ADAL" clId="{DCC3A51D-31E8-5BC6-970B-354B54D5302A}" dt="2025-11-24T17:05:10.079" v="675"/>
          <ac:picMkLst>
            <pc:docMk/>
            <pc:sldMk cId="2623618215" sldId="429"/>
            <ac:picMk id="2" creationId="{932CDE77-BF17-328B-FB3A-C99196F0C8DE}"/>
          </ac:picMkLst>
        </pc:picChg>
      </pc:sldChg>
      <pc:sldChg chg="delSp modSp add mod ord">
        <pc:chgData name="Mariana Rocha" userId="0a3173bd-d0ed-4c32-8e4c-b90c820606c5" providerId="ADAL" clId="{DCC3A51D-31E8-5BC6-970B-354B54D5302A}" dt="2025-11-24T17:07:08.395" v="685" actId="20578"/>
        <pc:sldMkLst>
          <pc:docMk/>
          <pc:sldMk cId="1385242227" sldId="430"/>
        </pc:sldMkLst>
        <pc:spChg chg="mod">
          <ac:chgData name="Mariana Rocha" userId="0a3173bd-d0ed-4c32-8e4c-b90c820606c5" providerId="ADAL" clId="{DCC3A51D-31E8-5BC6-970B-354B54D5302A}" dt="2025-11-24T17:05:57.672" v="682" actId="12"/>
          <ac:spMkLst>
            <pc:docMk/>
            <pc:sldMk cId="1385242227" sldId="430"/>
            <ac:spMk id="6" creationId="{94EF2986-83C7-118F-B764-53D8AE0D387B}"/>
          </ac:spMkLst>
        </pc:spChg>
      </pc:sldChg>
      <pc:sldChg chg="delSp modSp add mod">
        <pc:chgData name="Mariana Rocha" userId="0a3173bd-d0ed-4c32-8e4c-b90c820606c5" providerId="ADAL" clId="{DCC3A51D-31E8-5BC6-970B-354B54D5302A}" dt="2025-11-24T17:08:36.502" v="704" actId="403"/>
        <pc:sldMkLst>
          <pc:docMk/>
          <pc:sldMk cId="2135777973" sldId="431"/>
        </pc:sldMkLst>
        <pc:spChg chg="mod">
          <ac:chgData name="Mariana Rocha" userId="0a3173bd-d0ed-4c32-8e4c-b90c820606c5" providerId="ADAL" clId="{DCC3A51D-31E8-5BC6-970B-354B54D5302A}" dt="2025-11-24T17:07:16.054" v="698" actId="20577"/>
          <ac:spMkLst>
            <pc:docMk/>
            <pc:sldMk cId="2135777973" sldId="431"/>
            <ac:spMk id="3" creationId="{6C72340E-5147-1A71-5AD2-656B9D678047}"/>
          </ac:spMkLst>
        </pc:spChg>
        <pc:spChg chg="mod">
          <ac:chgData name="Mariana Rocha" userId="0a3173bd-d0ed-4c32-8e4c-b90c820606c5" providerId="ADAL" clId="{DCC3A51D-31E8-5BC6-970B-354B54D5302A}" dt="2025-11-24T17:08:36.502" v="704" actId="403"/>
          <ac:spMkLst>
            <pc:docMk/>
            <pc:sldMk cId="2135777973" sldId="431"/>
            <ac:spMk id="6" creationId="{654DCF2B-F62D-775A-936D-1FD2378599EA}"/>
          </ac:spMkLst>
        </pc:spChg>
      </pc:sldChg>
      <pc:sldChg chg="modSp add mod">
        <pc:chgData name="Mariana Rocha" userId="0a3173bd-d0ed-4c32-8e4c-b90c820606c5" providerId="ADAL" clId="{DCC3A51D-31E8-5BC6-970B-354B54D5302A}" dt="2025-11-24T17:09:45.365" v="755" actId="1076"/>
        <pc:sldMkLst>
          <pc:docMk/>
          <pc:sldMk cId="3275560335" sldId="432"/>
        </pc:sldMkLst>
        <pc:spChg chg="mod">
          <ac:chgData name="Mariana Rocha" userId="0a3173bd-d0ed-4c32-8e4c-b90c820606c5" providerId="ADAL" clId="{DCC3A51D-31E8-5BC6-970B-354B54D5302A}" dt="2025-11-24T17:08:46.101" v="725" actId="20577"/>
          <ac:spMkLst>
            <pc:docMk/>
            <pc:sldMk cId="3275560335" sldId="432"/>
            <ac:spMk id="3" creationId="{3740C91B-68ED-924E-8C12-8AD193C5C45E}"/>
          </ac:spMkLst>
        </pc:spChg>
        <pc:spChg chg="mod">
          <ac:chgData name="Mariana Rocha" userId="0a3173bd-d0ed-4c32-8e4c-b90c820606c5" providerId="ADAL" clId="{DCC3A51D-31E8-5BC6-970B-354B54D5302A}" dt="2025-11-24T17:09:45.365" v="755" actId="1076"/>
          <ac:spMkLst>
            <pc:docMk/>
            <pc:sldMk cId="3275560335" sldId="432"/>
            <ac:spMk id="6" creationId="{3157AE1D-A5E8-866E-6506-DBB822055076}"/>
          </ac:spMkLst>
        </pc:spChg>
      </pc:sldChg>
      <pc:sldChg chg="modSp add mod ord">
        <pc:chgData name="Mariana Rocha" userId="0a3173bd-d0ed-4c32-8e4c-b90c820606c5" providerId="ADAL" clId="{DCC3A51D-31E8-5BC6-970B-354B54D5302A}" dt="2025-11-24T17:11:09.458" v="859" actId="20578"/>
        <pc:sldMkLst>
          <pc:docMk/>
          <pc:sldMk cId="63032690" sldId="433"/>
        </pc:sldMkLst>
        <pc:spChg chg="mod">
          <ac:chgData name="Mariana Rocha" userId="0a3173bd-d0ed-4c32-8e4c-b90c820606c5" providerId="ADAL" clId="{DCC3A51D-31E8-5BC6-970B-354B54D5302A}" dt="2025-11-24T17:10:04.500" v="823" actId="20577"/>
          <ac:spMkLst>
            <pc:docMk/>
            <pc:sldMk cId="63032690" sldId="433"/>
            <ac:spMk id="3" creationId="{FE17DF6E-579B-274A-55B7-FD6CC0387B70}"/>
          </ac:spMkLst>
        </pc:spChg>
        <pc:spChg chg="mod">
          <ac:chgData name="Mariana Rocha" userId="0a3173bd-d0ed-4c32-8e4c-b90c820606c5" providerId="ADAL" clId="{DCC3A51D-31E8-5BC6-970B-354B54D5302A}" dt="2025-11-24T17:10:50.236" v="856" actId="2710"/>
          <ac:spMkLst>
            <pc:docMk/>
            <pc:sldMk cId="63032690" sldId="433"/>
            <ac:spMk id="6" creationId="{3823685F-0D89-FC7D-F3A4-02A8A774CCB9}"/>
          </ac:spMkLst>
        </pc:spChg>
      </pc:sldChg>
      <pc:sldChg chg="addSp modSp add mod ord">
        <pc:chgData name="Mariana Rocha" userId="0a3173bd-d0ed-4c32-8e4c-b90c820606c5" providerId="ADAL" clId="{DCC3A51D-31E8-5BC6-970B-354B54D5302A}" dt="2025-11-24T17:13:23.749" v="908" actId="20577"/>
        <pc:sldMkLst>
          <pc:docMk/>
          <pc:sldMk cId="1045315197" sldId="434"/>
        </pc:sldMkLst>
        <pc:spChg chg="mod">
          <ac:chgData name="Mariana Rocha" userId="0a3173bd-d0ed-4c32-8e4c-b90c820606c5" providerId="ADAL" clId="{DCC3A51D-31E8-5BC6-970B-354B54D5302A}" dt="2025-11-24T17:13:23.749" v="908" actId="20577"/>
          <ac:spMkLst>
            <pc:docMk/>
            <pc:sldMk cId="1045315197" sldId="434"/>
            <ac:spMk id="3" creationId="{8A0B73B6-853E-AD2D-3B35-62FE87F489AC}"/>
          </ac:spMkLst>
        </pc:spChg>
        <pc:spChg chg="add mod">
          <ac:chgData name="Mariana Rocha" userId="0a3173bd-d0ed-4c32-8e4c-b90c820606c5" providerId="ADAL" clId="{DCC3A51D-31E8-5BC6-970B-354B54D5302A}" dt="2025-11-24T17:13:08.013" v="896" actId="14100"/>
          <ac:spMkLst>
            <pc:docMk/>
            <pc:sldMk cId="1045315197" sldId="434"/>
            <ac:spMk id="4" creationId="{136DD50C-569B-08A1-CD97-41E23E4BC7D9}"/>
          </ac:spMkLst>
        </pc:spChg>
        <pc:spChg chg="mod">
          <ac:chgData name="Mariana Rocha" userId="0a3173bd-d0ed-4c32-8e4c-b90c820606c5" providerId="ADAL" clId="{DCC3A51D-31E8-5BC6-970B-354B54D5302A}" dt="2025-11-24T17:12:53.488" v="892" actId="404"/>
          <ac:spMkLst>
            <pc:docMk/>
            <pc:sldMk cId="1045315197" sldId="434"/>
            <ac:spMk id="6" creationId="{F7519C93-C51B-3B8D-25B9-79D162F6AAC6}"/>
          </ac:spMkLst>
        </pc:spChg>
        <pc:picChg chg="add mod">
          <ac:chgData name="Mariana Rocha" userId="0a3173bd-d0ed-4c32-8e4c-b90c820606c5" providerId="ADAL" clId="{DCC3A51D-31E8-5BC6-970B-354B54D5302A}" dt="2025-11-24T17:13:03.570" v="895" actId="14100"/>
          <ac:picMkLst>
            <pc:docMk/>
            <pc:sldMk cId="1045315197" sldId="434"/>
            <ac:picMk id="5" creationId="{8B2A57E8-3E75-E228-D45E-CA36202B7AC4}"/>
          </ac:picMkLst>
        </pc:picChg>
      </pc:sldChg>
      <pc:sldChg chg="addSp delSp modSp add mod">
        <pc:chgData name="Mariana Rocha" userId="0a3173bd-d0ed-4c32-8e4c-b90c820606c5" providerId="ADAL" clId="{DCC3A51D-31E8-5BC6-970B-354B54D5302A}" dt="2025-11-24T17:15:12.639" v="915" actId="2710"/>
        <pc:sldMkLst>
          <pc:docMk/>
          <pc:sldMk cId="3912166029" sldId="435"/>
        </pc:sldMkLst>
        <pc:spChg chg="mod">
          <ac:chgData name="Mariana Rocha" userId="0a3173bd-d0ed-4c32-8e4c-b90c820606c5" providerId="ADAL" clId="{DCC3A51D-31E8-5BC6-970B-354B54D5302A}" dt="2025-11-24T17:14:56.779" v="910"/>
          <ac:spMkLst>
            <pc:docMk/>
            <pc:sldMk cId="3912166029" sldId="435"/>
            <ac:spMk id="6" creationId="{AA8B7C3F-E3F6-67CB-C7E9-434CA4913AB0}"/>
          </ac:spMkLst>
        </pc:spChg>
        <pc:spChg chg="add mod">
          <ac:chgData name="Mariana Rocha" userId="0a3173bd-d0ed-4c32-8e4c-b90c820606c5" providerId="ADAL" clId="{DCC3A51D-31E8-5BC6-970B-354B54D5302A}" dt="2025-11-24T17:15:12.639" v="915" actId="2710"/>
          <ac:spMkLst>
            <pc:docMk/>
            <pc:sldMk cId="3912166029" sldId="435"/>
            <ac:spMk id="7" creationId="{A5D2EC21-5C2B-8E3D-7E2B-A4BAE285005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336675" y="1236678"/>
            <a:ext cx="8020050" cy="2630781"/>
          </a:xfrm>
        </p:spPr>
        <p:txBody>
          <a:bodyPr anchor="b"/>
          <a:lstStyle>
            <a:lvl1pPr algn="ctr">
              <a:defRPr sz="5259"/>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336675" y="3968912"/>
            <a:ext cx="8020050" cy="1824405"/>
          </a:xfrm>
        </p:spPr>
        <p:txBody>
          <a:bodyPr/>
          <a:lstStyle>
            <a:lvl1pPr marL="0" indent="0" algn="ctr">
              <a:buNone/>
              <a:defRPr sz="2103"/>
            </a:lvl1pPr>
            <a:lvl2pPr marL="400689" indent="0" algn="ctr">
              <a:buNone/>
              <a:defRPr sz="1753"/>
            </a:lvl2pPr>
            <a:lvl3pPr marL="801378" indent="0" algn="ctr">
              <a:buNone/>
              <a:defRPr sz="1578"/>
            </a:lvl3pPr>
            <a:lvl4pPr marL="1202068" indent="0" algn="ctr">
              <a:buNone/>
              <a:defRPr sz="1402"/>
            </a:lvl4pPr>
            <a:lvl5pPr marL="1602757" indent="0" algn="ctr">
              <a:buNone/>
              <a:defRPr sz="1402"/>
            </a:lvl5pPr>
            <a:lvl6pPr marL="2003447" indent="0" algn="ctr">
              <a:buNone/>
              <a:defRPr sz="1402"/>
            </a:lvl6pPr>
            <a:lvl7pPr marL="2404136" indent="0" algn="ctr">
              <a:buNone/>
              <a:defRPr sz="1402"/>
            </a:lvl7pPr>
            <a:lvl8pPr marL="2804825" indent="0" algn="ctr">
              <a:buNone/>
              <a:defRPr sz="1402"/>
            </a:lvl8pPr>
            <a:lvl9pPr marL="3205515" indent="0" algn="ctr">
              <a:buNone/>
              <a:defRPr sz="1402"/>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738980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1527457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6312" y="2011569"/>
            <a:ext cx="1828160" cy="229665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406015" y="2366655"/>
            <a:ext cx="7552214" cy="418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3557857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1883879"/>
            <a:ext cx="9223058" cy="3143294"/>
          </a:xfrm>
        </p:spPr>
        <p:txBody>
          <a:bodyPr anchor="b"/>
          <a:lstStyle>
            <a:lvl1pPr>
              <a:defRPr sz="5259">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729602" y="5056909"/>
            <a:ext cx="9223058" cy="1652984"/>
          </a:xfrm>
        </p:spPr>
        <p:txBody>
          <a:bodyPr/>
          <a:lstStyle>
            <a:lvl1pPr marL="0" indent="0">
              <a:buNone/>
              <a:defRPr sz="2103">
                <a:solidFill>
                  <a:schemeClr val="tx1">
                    <a:tint val="75000"/>
                  </a:schemeClr>
                </a:solidFill>
              </a:defRPr>
            </a:lvl1pPr>
            <a:lvl2pPr marL="400689" indent="0">
              <a:buNone/>
              <a:defRPr sz="1753">
                <a:solidFill>
                  <a:schemeClr val="tx1">
                    <a:tint val="75000"/>
                  </a:schemeClr>
                </a:solidFill>
              </a:defRPr>
            </a:lvl2pPr>
            <a:lvl3pPr marL="801378" indent="0">
              <a:buNone/>
              <a:defRPr sz="1578">
                <a:solidFill>
                  <a:schemeClr val="tx1">
                    <a:tint val="75000"/>
                  </a:schemeClr>
                </a:solidFill>
              </a:defRPr>
            </a:lvl3pPr>
            <a:lvl4pPr marL="1202068" indent="0">
              <a:buNone/>
              <a:defRPr sz="1402">
                <a:solidFill>
                  <a:schemeClr val="tx1">
                    <a:tint val="75000"/>
                  </a:schemeClr>
                </a:solidFill>
              </a:defRPr>
            </a:lvl4pPr>
            <a:lvl5pPr marL="1602757" indent="0">
              <a:buNone/>
              <a:defRPr sz="1402">
                <a:solidFill>
                  <a:schemeClr val="tx1">
                    <a:tint val="75000"/>
                  </a:schemeClr>
                </a:solidFill>
              </a:defRPr>
            </a:lvl5pPr>
            <a:lvl6pPr marL="2003447" indent="0">
              <a:buNone/>
              <a:defRPr sz="1402">
                <a:solidFill>
                  <a:schemeClr val="tx1">
                    <a:tint val="75000"/>
                  </a:schemeClr>
                </a:solidFill>
              </a:defRPr>
            </a:lvl6pPr>
            <a:lvl7pPr marL="2404136" indent="0">
              <a:buNone/>
              <a:defRPr sz="1402">
                <a:solidFill>
                  <a:schemeClr val="tx1">
                    <a:tint val="75000"/>
                  </a:schemeClr>
                </a:solidFill>
              </a:defRPr>
            </a:lvl7pPr>
            <a:lvl8pPr marL="2804825" indent="0">
              <a:buNone/>
              <a:defRPr sz="1402">
                <a:solidFill>
                  <a:schemeClr val="tx1">
                    <a:tint val="75000"/>
                  </a:schemeClr>
                </a:solidFill>
              </a:defRPr>
            </a:lvl8pPr>
            <a:lvl9pPr marL="3205515" indent="0">
              <a:buNone/>
              <a:defRPr sz="1402">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423972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5307122"/>
            <a:ext cx="9223058" cy="1348503"/>
          </a:xfrm>
        </p:spPr>
        <p:txBody>
          <a:bodyPr anchor="b">
            <a:normAutofit/>
          </a:bodyPr>
          <a:lstStyle>
            <a:lvl1pPr algn="ctr">
              <a:defRPr sz="4732">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415762" y="785388"/>
            <a:ext cx="5959343" cy="45217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1328886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735171"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413535"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75544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736564" y="402314"/>
            <a:ext cx="9223058" cy="1460574"/>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736566" y="1852392"/>
            <a:ext cx="4523809" cy="907829"/>
          </a:xfrm>
        </p:spPr>
        <p:txBody>
          <a:bodyPr anchor="b"/>
          <a:lstStyle>
            <a:lvl1pPr marL="0" indent="0">
              <a:buNone/>
              <a:defRPr sz="2103" b="1"/>
            </a:lvl1pPr>
            <a:lvl2pPr marL="400689" indent="0">
              <a:buNone/>
              <a:defRPr sz="1753" b="1"/>
            </a:lvl2pPr>
            <a:lvl3pPr marL="801378" indent="0">
              <a:buNone/>
              <a:defRPr sz="1578" b="1"/>
            </a:lvl3pPr>
            <a:lvl4pPr marL="1202068" indent="0">
              <a:buNone/>
              <a:defRPr sz="1402" b="1"/>
            </a:lvl4pPr>
            <a:lvl5pPr marL="1602757" indent="0">
              <a:buNone/>
              <a:defRPr sz="1402" b="1"/>
            </a:lvl5pPr>
            <a:lvl6pPr marL="2003447" indent="0">
              <a:buNone/>
              <a:defRPr sz="1402" b="1"/>
            </a:lvl6pPr>
            <a:lvl7pPr marL="2404136" indent="0">
              <a:buNone/>
              <a:defRPr sz="1402" b="1"/>
            </a:lvl7pPr>
            <a:lvl8pPr marL="2804825" indent="0">
              <a:buNone/>
              <a:defRPr sz="1402" b="1"/>
            </a:lvl8pPr>
            <a:lvl9pPr marL="3205515" indent="0">
              <a:buNone/>
              <a:defRPr sz="1402"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736566" y="2760222"/>
            <a:ext cx="4523809"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413534" y="1852392"/>
            <a:ext cx="4546088" cy="907829"/>
          </a:xfrm>
        </p:spPr>
        <p:txBody>
          <a:bodyPr anchor="b"/>
          <a:lstStyle>
            <a:lvl1pPr marL="0" indent="0">
              <a:buNone/>
              <a:defRPr sz="2103" b="1"/>
            </a:lvl1pPr>
            <a:lvl2pPr marL="400689" indent="0">
              <a:buNone/>
              <a:defRPr sz="1753" b="1"/>
            </a:lvl2pPr>
            <a:lvl3pPr marL="801378" indent="0">
              <a:buNone/>
              <a:defRPr sz="1578" b="1"/>
            </a:lvl3pPr>
            <a:lvl4pPr marL="1202068" indent="0">
              <a:buNone/>
              <a:defRPr sz="1402" b="1"/>
            </a:lvl4pPr>
            <a:lvl5pPr marL="1602757" indent="0">
              <a:buNone/>
              <a:defRPr sz="1402" b="1"/>
            </a:lvl5pPr>
            <a:lvl6pPr marL="2003447" indent="0">
              <a:buNone/>
              <a:defRPr sz="1402" b="1"/>
            </a:lvl6pPr>
            <a:lvl7pPr marL="2404136" indent="0">
              <a:buNone/>
              <a:defRPr sz="1402" b="1"/>
            </a:lvl7pPr>
            <a:lvl8pPr marL="2804825" indent="0">
              <a:buNone/>
              <a:defRPr sz="1402" b="1"/>
            </a:lvl8pPr>
            <a:lvl9pPr marL="3205515" indent="0">
              <a:buNone/>
              <a:defRPr sz="1402"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413534" y="2760222"/>
            <a:ext cx="4546088"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44657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605834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564896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88316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021502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838230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259208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2596377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3619825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723107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13934734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41354928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35192601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4000405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Tree>
    <p:extLst>
      <p:ext uri="{BB962C8B-B14F-4D97-AF65-F5344CB8AC3E}">
        <p14:creationId xmlns:p14="http://schemas.microsoft.com/office/powerpoint/2010/main" val="40199404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0775392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736564" y="503767"/>
            <a:ext cx="3448900" cy="1763183"/>
          </a:xfrm>
        </p:spPr>
        <p:txBody>
          <a:bodyPr anchor="b"/>
          <a:lstStyle>
            <a:lvl1pPr>
              <a:defRPr sz="2805"/>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546088" y="1087997"/>
            <a:ext cx="5413534" cy="5370012"/>
          </a:xfrm>
        </p:spPr>
        <p:txBody>
          <a:bodyPr/>
          <a:lstStyle>
            <a:lvl1pPr>
              <a:defRPr sz="2805"/>
            </a:lvl1pPr>
            <a:lvl2pPr>
              <a:defRPr sz="2454"/>
            </a:lvl2pPr>
            <a:lvl3pPr>
              <a:defRPr sz="2103"/>
            </a:lvl3pPr>
            <a:lvl4pPr>
              <a:defRPr sz="1753"/>
            </a:lvl4pPr>
            <a:lvl5pPr>
              <a:defRPr sz="1753"/>
            </a:lvl5pPr>
            <a:lvl6pPr>
              <a:defRPr sz="1753"/>
            </a:lvl6pPr>
            <a:lvl7pPr>
              <a:defRPr sz="1753"/>
            </a:lvl7pPr>
            <a:lvl8pPr>
              <a:defRPr sz="1753"/>
            </a:lvl8pPr>
            <a:lvl9pPr>
              <a:defRPr sz="17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736564" y="2266950"/>
            <a:ext cx="3448900" cy="4199806"/>
          </a:xfrm>
        </p:spPr>
        <p:txBody>
          <a:bodyPr/>
          <a:lstStyle>
            <a:lvl1pPr marL="0" indent="0">
              <a:buNone/>
              <a:defRPr sz="1402"/>
            </a:lvl1pPr>
            <a:lvl2pPr marL="400689" indent="0">
              <a:buNone/>
              <a:defRPr sz="1227"/>
            </a:lvl2pPr>
            <a:lvl3pPr marL="801378" indent="0">
              <a:buNone/>
              <a:defRPr sz="1052"/>
            </a:lvl3pPr>
            <a:lvl4pPr marL="1202068" indent="0">
              <a:buNone/>
              <a:defRPr sz="876"/>
            </a:lvl4pPr>
            <a:lvl5pPr marL="1602757" indent="0">
              <a:buNone/>
              <a:defRPr sz="876"/>
            </a:lvl5pPr>
            <a:lvl6pPr marL="2003447" indent="0">
              <a:buNone/>
              <a:defRPr sz="876"/>
            </a:lvl6pPr>
            <a:lvl7pPr marL="2404136" indent="0">
              <a:buNone/>
              <a:defRPr sz="876"/>
            </a:lvl7pPr>
            <a:lvl8pPr marL="2804825" indent="0">
              <a:buNone/>
              <a:defRPr sz="876"/>
            </a:lvl8pPr>
            <a:lvl9pPr marL="3205515" indent="0">
              <a:buNone/>
              <a:defRPr sz="876"/>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579677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736564" y="503767"/>
            <a:ext cx="3448900" cy="1763183"/>
          </a:xfrm>
        </p:spPr>
        <p:txBody>
          <a:bodyPr anchor="b"/>
          <a:lstStyle>
            <a:lvl1pPr>
              <a:defRPr sz="2805"/>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546088" y="1087997"/>
            <a:ext cx="5413534" cy="5370012"/>
          </a:xfrm>
        </p:spPr>
        <p:txBody>
          <a:bodyPr/>
          <a:lstStyle>
            <a:lvl1pPr marL="0" indent="0">
              <a:buNone/>
              <a:defRPr sz="2805"/>
            </a:lvl1pPr>
            <a:lvl2pPr marL="400689" indent="0">
              <a:buNone/>
              <a:defRPr sz="2454"/>
            </a:lvl2pPr>
            <a:lvl3pPr marL="801378" indent="0">
              <a:buNone/>
              <a:defRPr sz="2103"/>
            </a:lvl3pPr>
            <a:lvl4pPr marL="1202068" indent="0">
              <a:buNone/>
              <a:defRPr sz="1753"/>
            </a:lvl4pPr>
            <a:lvl5pPr marL="1602757" indent="0">
              <a:buNone/>
              <a:defRPr sz="1753"/>
            </a:lvl5pPr>
            <a:lvl6pPr marL="2003447" indent="0">
              <a:buNone/>
              <a:defRPr sz="1753"/>
            </a:lvl6pPr>
            <a:lvl7pPr marL="2404136" indent="0">
              <a:buNone/>
              <a:defRPr sz="1753"/>
            </a:lvl7pPr>
            <a:lvl8pPr marL="2804825" indent="0">
              <a:buNone/>
              <a:defRPr sz="1753"/>
            </a:lvl8pPr>
            <a:lvl9pPr marL="3205515" indent="0">
              <a:buNone/>
              <a:defRPr sz="1753"/>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736564" y="2266950"/>
            <a:ext cx="3448900" cy="4199806"/>
          </a:xfrm>
        </p:spPr>
        <p:txBody>
          <a:bodyPr/>
          <a:lstStyle>
            <a:lvl1pPr marL="0" indent="0">
              <a:buNone/>
              <a:defRPr sz="1402"/>
            </a:lvl1pPr>
            <a:lvl2pPr marL="400689" indent="0">
              <a:buNone/>
              <a:defRPr sz="1227"/>
            </a:lvl2pPr>
            <a:lvl3pPr marL="801378" indent="0">
              <a:buNone/>
              <a:defRPr sz="1052"/>
            </a:lvl3pPr>
            <a:lvl4pPr marL="1202068" indent="0">
              <a:buNone/>
              <a:defRPr sz="876"/>
            </a:lvl4pPr>
            <a:lvl5pPr marL="1602757" indent="0">
              <a:buNone/>
              <a:defRPr sz="876"/>
            </a:lvl5pPr>
            <a:lvl6pPr marL="2003447" indent="0">
              <a:buNone/>
              <a:defRPr sz="876"/>
            </a:lvl6pPr>
            <a:lvl7pPr marL="2404136" indent="0">
              <a:buNone/>
              <a:defRPr sz="876"/>
            </a:lvl7pPr>
            <a:lvl8pPr marL="2804825" indent="0">
              <a:buNone/>
              <a:defRPr sz="876"/>
            </a:lvl8pPr>
            <a:lvl9pPr marL="3205515" indent="0">
              <a:buNone/>
              <a:defRPr sz="876"/>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2880175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816123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799"/>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652465" y="402314"/>
            <a:ext cx="2305764" cy="6403785"/>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735171" y="402314"/>
            <a:ext cx="6783626" cy="640378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55657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5168060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Times New Roman"/>
                <a:cs typeface="Times New Roman"/>
              </a:defRPr>
            </a:lvl1pPr>
          </a:lstStyle>
          <a:p>
            <a:r>
              <a:rPr lang="en-GB"/>
              <a:t>Click to edit Master title style</a:t>
            </a:r>
            <a:endParaRPr/>
          </a:p>
        </p:txBody>
      </p:sp>
      <p:sp>
        <p:nvSpPr>
          <p:cNvPr id="3" name="Holder 3"/>
          <p:cNvSpPr>
            <a:spLocks noGrp="1"/>
          </p:cNvSpPr>
          <p:nvPr>
            <p:ph sz="half" idx="2"/>
          </p:nvPr>
        </p:nvSpPr>
        <p:spPr>
          <a:xfrm>
            <a:off x="1073911" y="1372841"/>
            <a:ext cx="4032885" cy="4068445"/>
          </a:xfrm>
          <a:prstGeom prst="rect">
            <a:avLst/>
          </a:prstGeom>
        </p:spPr>
        <p:txBody>
          <a:bodyPr wrap="square" lIns="0" tIns="0" rIns="0" bIns="0">
            <a:spAutoFit/>
          </a:bodyPr>
          <a:lstStyle>
            <a:lvl1pPr>
              <a:defRPr sz="2700" b="0" i="0">
                <a:solidFill>
                  <a:schemeClr val="tx1"/>
                </a:solidFill>
                <a:latin typeface="Arial"/>
                <a:cs typeface="Arial"/>
              </a:defRPr>
            </a:lvl1pPr>
          </a:lstStyle>
          <a:p>
            <a:pPr lvl="0"/>
            <a:r>
              <a:rPr lang="en-GB"/>
              <a:t>Click to edit Master text styles</a:t>
            </a:r>
          </a:p>
        </p:txBody>
      </p:sp>
      <p:sp>
        <p:nvSpPr>
          <p:cNvPr id="4" name="Holder 4"/>
          <p:cNvSpPr>
            <a:spLocks noGrp="1"/>
          </p:cNvSpPr>
          <p:nvPr>
            <p:ph sz="half" idx="3"/>
          </p:nvPr>
        </p:nvSpPr>
        <p:spPr>
          <a:xfrm>
            <a:off x="5486652" y="1369793"/>
            <a:ext cx="4093845" cy="5147945"/>
          </a:xfrm>
          <a:prstGeom prst="rect">
            <a:avLst/>
          </a:prstGeom>
        </p:spPr>
        <p:txBody>
          <a:bodyPr wrap="square" lIns="0" tIns="0" rIns="0" bIns="0">
            <a:spAutoFit/>
          </a:bodyPr>
          <a:lstStyle>
            <a:lvl1pPr>
              <a:defRPr sz="2700" b="0" i="0">
                <a:solidFill>
                  <a:schemeClr val="tx1"/>
                </a:solidFill>
                <a:latin typeface="Arial"/>
                <a:cs typeface="Arial"/>
              </a:defRPr>
            </a:lvl1pPr>
          </a:lstStyle>
          <a:p>
            <a:pPr lvl="0"/>
            <a:r>
              <a:rPr lang="en-GB"/>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4229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735171" y="402314"/>
            <a:ext cx="9223058" cy="1460574"/>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735171" y="2011569"/>
            <a:ext cx="9223058" cy="47945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735172" y="7038904"/>
            <a:ext cx="2406015" cy="402314"/>
          </a:xfrm>
          <a:prstGeom prst="rect">
            <a:avLst/>
          </a:prstGeom>
        </p:spPr>
        <p:txBody>
          <a:bodyPr vert="horz" lIns="91440" tIns="45720" rIns="91440" bIns="45720" rtlCol="0" anchor="ctr"/>
          <a:lstStyle>
            <a:lvl1pPr algn="l">
              <a:defRPr sz="1052">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542190" y="7038904"/>
            <a:ext cx="3609023" cy="402314"/>
          </a:xfrm>
          <a:prstGeom prst="rect">
            <a:avLst/>
          </a:prstGeom>
        </p:spPr>
        <p:txBody>
          <a:bodyPr vert="horz" lIns="91440" tIns="45720" rIns="91440" bIns="45720" rtlCol="0" anchor="ctr"/>
          <a:lstStyle>
            <a:lvl1pPr algn="ctr">
              <a:defRPr sz="1052">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552215" y="7038904"/>
            <a:ext cx="2406015" cy="402314"/>
          </a:xfrm>
          <a:prstGeom prst="rect">
            <a:avLst/>
          </a:prstGeom>
        </p:spPr>
        <p:txBody>
          <a:bodyPr vert="horz" lIns="91440" tIns="45720" rIns="91440" bIns="45720" rtlCol="0" anchor="ctr"/>
          <a:lstStyle>
            <a:lvl1pPr algn="r">
              <a:defRPr sz="1402"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3883685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 id="2147483705" r:id="rId26"/>
    <p:sldLayoutId id="2147483706" r:id="rId27"/>
    <p:sldLayoutId id="2147483707" r:id="rId28"/>
  </p:sldLayoutIdLst>
  <p:hf hdr="0" ftr="0" dt="0"/>
  <p:txStyles>
    <p:titleStyle>
      <a:lvl1pPr algn="l" defTabSz="801378" rtl="0" eaLnBrk="1" latinLnBrk="0" hangingPunct="1">
        <a:lnSpc>
          <a:spcPct val="90000"/>
        </a:lnSpc>
        <a:spcBef>
          <a:spcPct val="0"/>
        </a:spcBef>
        <a:buNone/>
        <a:defRPr sz="3856" b="1" kern="1200">
          <a:solidFill>
            <a:srgbClr val="004C6C"/>
          </a:solidFill>
          <a:latin typeface="+mj-lt"/>
          <a:ea typeface="+mj-ea"/>
          <a:cs typeface="+mj-cs"/>
        </a:defRPr>
      </a:lvl1pPr>
    </p:titleStyle>
    <p:bodyStyle>
      <a:lvl1pPr marL="200345" indent="-200345" algn="l" defTabSz="801378" rtl="0" eaLnBrk="1" latinLnBrk="0" hangingPunct="1">
        <a:lnSpc>
          <a:spcPct val="150000"/>
        </a:lnSpc>
        <a:spcBef>
          <a:spcPts val="876"/>
        </a:spcBef>
        <a:buFont typeface="Arial" panose="020B0604020202020204" pitchFamily="34" charset="0"/>
        <a:buChar char="•"/>
        <a:defRPr sz="2454" kern="1200">
          <a:solidFill>
            <a:schemeClr val="tx1"/>
          </a:solidFill>
          <a:latin typeface="+mn-lt"/>
          <a:ea typeface="+mn-ea"/>
          <a:cs typeface="+mn-cs"/>
        </a:defRPr>
      </a:lvl1pPr>
      <a:lvl2pPr marL="601034" indent="-200345" algn="l" defTabSz="801378" rtl="0" eaLnBrk="1" latinLnBrk="0" hangingPunct="1">
        <a:lnSpc>
          <a:spcPct val="150000"/>
        </a:lnSpc>
        <a:spcBef>
          <a:spcPts val="439"/>
        </a:spcBef>
        <a:buFont typeface="Arial" panose="020B0604020202020204" pitchFamily="34" charset="0"/>
        <a:buChar char="•"/>
        <a:defRPr sz="2454" kern="1200">
          <a:solidFill>
            <a:schemeClr val="tx1"/>
          </a:solidFill>
          <a:latin typeface="+mn-lt"/>
          <a:ea typeface="+mn-ea"/>
          <a:cs typeface="+mn-cs"/>
        </a:defRPr>
      </a:lvl2pPr>
      <a:lvl3pPr marL="1001723" indent="-200345" algn="l" defTabSz="801378" rtl="0" eaLnBrk="1" latinLnBrk="0" hangingPunct="1">
        <a:lnSpc>
          <a:spcPct val="150000"/>
        </a:lnSpc>
        <a:spcBef>
          <a:spcPts val="439"/>
        </a:spcBef>
        <a:buFont typeface="Arial" panose="020B0604020202020204" pitchFamily="34" charset="0"/>
        <a:buChar char="•"/>
        <a:defRPr sz="2103" kern="1200">
          <a:solidFill>
            <a:schemeClr val="tx1"/>
          </a:solidFill>
          <a:latin typeface="+mn-lt"/>
          <a:ea typeface="+mn-ea"/>
          <a:cs typeface="+mn-cs"/>
        </a:defRPr>
      </a:lvl3pPr>
      <a:lvl4pPr marL="1402412" indent="-200345" algn="l" defTabSz="801378" rtl="0" eaLnBrk="1" latinLnBrk="0" hangingPunct="1">
        <a:lnSpc>
          <a:spcPct val="150000"/>
        </a:lnSpc>
        <a:spcBef>
          <a:spcPts val="439"/>
        </a:spcBef>
        <a:buFont typeface="Arial" panose="020B0604020202020204" pitchFamily="34" charset="0"/>
        <a:buChar char="•"/>
        <a:defRPr sz="1753" kern="1200">
          <a:solidFill>
            <a:schemeClr val="tx1"/>
          </a:solidFill>
          <a:latin typeface="+mn-lt"/>
          <a:ea typeface="+mn-ea"/>
          <a:cs typeface="+mn-cs"/>
        </a:defRPr>
      </a:lvl4pPr>
      <a:lvl5pPr marL="1803102" indent="-200345" algn="l" defTabSz="801378" rtl="0" eaLnBrk="1" latinLnBrk="0" hangingPunct="1">
        <a:lnSpc>
          <a:spcPct val="150000"/>
        </a:lnSpc>
        <a:spcBef>
          <a:spcPts val="439"/>
        </a:spcBef>
        <a:buFont typeface="Arial" panose="020B0604020202020204" pitchFamily="34" charset="0"/>
        <a:buChar char="•"/>
        <a:defRPr sz="1753" kern="1200">
          <a:solidFill>
            <a:schemeClr val="tx1"/>
          </a:solidFill>
          <a:latin typeface="+mn-lt"/>
          <a:ea typeface="+mn-ea"/>
          <a:cs typeface="+mn-cs"/>
        </a:defRPr>
      </a:lvl5pPr>
      <a:lvl6pPr marL="2203792"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6pPr>
      <a:lvl7pPr marL="2604481"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7pPr>
      <a:lvl8pPr marL="3005170"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8pPr>
      <a:lvl9pPr marL="3405859"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9pPr>
    </p:bodyStyle>
    <p:otherStyle>
      <a:defPPr>
        <a:defRPr lang="en-US"/>
      </a:defPPr>
      <a:lvl1pPr marL="0" algn="l" defTabSz="801378" rtl="0" eaLnBrk="1" latinLnBrk="0" hangingPunct="1">
        <a:defRPr sz="1578" kern="1200">
          <a:solidFill>
            <a:schemeClr val="tx1"/>
          </a:solidFill>
          <a:latin typeface="+mn-lt"/>
          <a:ea typeface="+mn-ea"/>
          <a:cs typeface="+mn-cs"/>
        </a:defRPr>
      </a:lvl1pPr>
      <a:lvl2pPr marL="400689" algn="l" defTabSz="801378" rtl="0" eaLnBrk="1" latinLnBrk="0" hangingPunct="1">
        <a:defRPr sz="1578" kern="1200">
          <a:solidFill>
            <a:schemeClr val="tx1"/>
          </a:solidFill>
          <a:latin typeface="+mn-lt"/>
          <a:ea typeface="+mn-ea"/>
          <a:cs typeface="+mn-cs"/>
        </a:defRPr>
      </a:lvl2pPr>
      <a:lvl3pPr marL="801378" algn="l" defTabSz="801378" rtl="0" eaLnBrk="1" latinLnBrk="0" hangingPunct="1">
        <a:defRPr sz="1578" kern="1200">
          <a:solidFill>
            <a:schemeClr val="tx1"/>
          </a:solidFill>
          <a:latin typeface="+mn-lt"/>
          <a:ea typeface="+mn-ea"/>
          <a:cs typeface="+mn-cs"/>
        </a:defRPr>
      </a:lvl3pPr>
      <a:lvl4pPr marL="1202068" algn="l" defTabSz="801378" rtl="0" eaLnBrk="1" latinLnBrk="0" hangingPunct="1">
        <a:defRPr sz="1578" kern="1200">
          <a:solidFill>
            <a:schemeClr val="tx1"/>
          </a:solidFill>
          <a:latin typeface="+mn-lt"/>
          <a:ea typeface="+mn-ea"/>
          <a:cs typeface="+mn-cs"/>
        </a:defRPr>
      </a:lvl4pPr>
      <a:lvl5pPr marL="1602757" algn="l" defTabSz="801378" rtl="0" eaLnBrk="1" latinLnBrk="0" hangingPunct="1">
        <a:defRPr sz="1578" kern="1200">
          <a:solidFill>
            <a:schemeClr val="tx1"/>
          </a:solidFill>
          <a:latin typeface="+mn-lt"/>
          <a:ea typeface="+mn-ea"/>
          <a:cs typeface="+mn-cs"/>
        </a:defRPr>
      </a:lvl5pPr>
      <a:lvl6pPr marL="2003447" algn="l" defTabSz="801378" rtl="0" eaLnBrk="1" latinLnBrk="0" hangingPunct="1">
        <a:defRPr sz="1578" kern="1200">
          <a:solidFill>
            <a:schemeClr val="tx1"/>
          </a:solidFill>
          <a:latin typeface="+mn-lt"/>
          <a:ea typeface="+mn-ea"/>
          <a:cs typeface="+mn-cs"/>
        </a:defRPr>
      </a:lvl6pPr>
      <a:lvl7pPr marL="2404136" algn="l" defTabSz="801378" rtl="0" eaLnBrk="1" latinLnBrk="0" hangingPunct="1">
        <a:defRPr sz="1578" kern="1200">
          <a:solidFill>
            <a:schemeClr val="tx1"/>
          </a:solidFill>
          <a:latin typeface="+mn-lt"/>
          <a:ea typeface="+mn-ea"/>
          <a:cs typeface="+mn-cs"/>
        </a:defRPr>
      </a:lvl7pPr>
      <a:lvl8pPr marL="2804825" algn="l" defTabSz="801378" rtl="0" eaLnBrk="1" latinLnBrk="0" hangingPunct="1">
        <a:defRPr sz="1578" kern="1200">
          <a:solidFill>
            <a:schemeClr val="tx1"/>
          </a:solidFill>
          <a:latin typeface="+mn-lt"/>
          <a:ea typeface="+mn-ea"/>
          <a:cs typeface="+mn-cs"/>
        </a:defRPr>
      </a:lvl8pPr>
      <a:lvl9pPr marL="3205515" algn="l" defTabSz="801378" rtl="0" eaLnBrk="1" latinLnBrk="0" hangingPunct="1">
        <a:defRPr sz="15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726354" y="2788482"/>
            <a:ext cx="9215314" cy="1459990"/>
          </a:xfrm>
        </p:spPr>
        <p:txBody>
          <a:bodyPr vert="horz" lIns="91363" tIns="45682" rIns="91363" bIns="45682" rtlCol="0" anchor="ctr">
            <a:normAutofit fontScale="90000"/>
          </a:bodyPr>
          <a:lstStyle/>
          <a:p>
            <a:r>
              <a:rPr lang="en-IE" sz="4396" dirty="0">
                <a:solidFill>
                  <a:schemeClr val="tx1"/>
                </a:solidFill>
                <a:latin typeface="Helvetica" pitchFamily="2" charset="0"/>
              </a:rPr>
              <a:t>Module review – part 1</a:t>
            </a:r>
            <a:br>
              <a:rPr lang="en-IE" sz="4396" dirty="0">
                <a:solidFill>
                  <a:schemeClr val="tx1"/>
                </a:solidFill>
                <a:latin typeface="Helvetica" pitchFamily="2" charset="0"/>
              </a:rPr>
            </a:br>
            <a:br>
              <a:rPr lang="en-IE" sz="3997" dirty="0">
                <a:solidFill>
                  <a:schemeClr val="tx1"/>
                </a:solidFill>
                <a:latin typeface="Helvetica" pitchFamily="2" charset="0"/>
              </a:rPr>
            </a:br>
            <a:r>
              <a:rPr lang="en-IE" sz="3597" dirty="0">
                <a:solidFill>
                  <a:schemeClr val="tx1"/>
                </a:solidFill>
                <a:latin typeface="Helvetica" pitchFamily="2" charset="0"/>
              </a:rPr>
              <a:t>Dr Mariana Rocha</a:t>
            </a:r>
            <a:br>
              <a:rPr lang="en-IE" sz="3597" dirty="0">
                <a:solidFill>
                  <a:schemeClr val="tx1"/>
                </a:solidFill>
                <a:latin typeface="Helvetica" pitchFamily="2" charset="0"/>
              </a:rPr>
            </a:br>
            <a:r>
              <a:rPr lang="en-IE" sz="3597" dirty="0">
                <a:solidFill>
                  <a:schemeClr val="tx1"/>
                </a:solidFill>
                <a:latin typeface="Helvetica" pitchFamily="2" charset="0"/>
              </a:rPr>
              <a:t>School of Computer Science</a:t>
            </a:r>
            <a:endParaRPr lang="en-IE" sz="3997" dirty="0">
              <a:solidFill>
                <a:schemeClr val="tx1"/>
              </a:solidFill>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739044" y="5910059"/>
            <a:ext cx="5735710" cy="492046"/>
          </a:xfrm>
          <a:prstGeom prst="rect">
            <a:avLst/>
          </a:prstGeom>
          <a:noFill/>
        </p:spPr>
        <p:txBody>
          <a:bodyPr wrap="none" lIns="91363" tIns="45682" rIns="91363" bIns="45682" rtlCol="0" anchor="t">
            <a:spAutoFit/>
          </a:bodyPr>
          <a:lstStyle/>
          <a:p>
            <a:r>
              <a:rPr lang="en-US" sz="2598" dirty="0">
                <a:latin typeface="Helvetica" pitchFamily="2" charset="0"/>
                <a:cs typeface="Open sans"/>
              </a:rPr>
              <a:t>CMPU 2007 Databases 1, Lecture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728273"/>
            <a:ext cx="3624717" cy="606192"/>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Databases</a:t>
            </a:r>
          </a:p>
        </p:txBody>
      </p:sp>
      <p:sp>
        <p:nvSpPr>
          <p:cNvPr id="4" name="object 4"/>
          <p:cNvSpPr txBox="1"/>
          <p:nvPr/>
        </p:nvSpPr>
        <p:spPr>
          <a:xfrm>
            <a:off x="657605" y="1630418"/>
            <a:ext cx="9184895" cy="4482766"/>
          </a:xfrm>
          <a:prstGeom prst="rect">
            <a:avLst/>
          </a:prstGeom>
        </p:spPr>
        <p:txBody>
          <a:bodyPr vert="horz" wrap="square" lIns="0" tIns="106680" rIns="0" bIns="0" rtlCol="0">
            <a:spAutoFit/>
          </a:bodyPr>
          <a:lstStyle/>
          <a:p>
            <a:pPr marL="200505" marR="5080" lvl="1" indent="-200505" defTabSz="802020">
              <a:lnSpc>
                <a:spcPct val="150000"/>
              </a:lnSpc>
              <a:spcBef>
                <a:spcPts val="877"/>
              </a:spcBef>
              <a:buClr>
                <a:srgbClr val="9FB8CD"/>
              </a:buClr>
              <a:buSzPct val="75000"/>
              <a:buFont typeface="Arial" panose="020B0604020202020204" pitchFamily="34" charset="0"/>
              <a:buChar char="•"/>
              <a:tabLst>
                <a:tab pos="592455" algn="l"/>
                <a:tab pos="593090" algn="l"/>
              </a:tabLst>
            </a:pPr>
            <a:r>
              <a:rPr lang="en-IE" sz="2456" dirty="0"/>
              <a:t>A database is a shared persistent collection of logically related  data, supporting several different applications within an  organisation.</a:t>
            </a:r>
          </a:p>
          <a:p>
            <a:pPr marL="200505" lvl="1" indent="-200505" defTabSz="802020">
              <a:lnSpc>
                <a:spcPct val="150000"/>
              </a:lnSpc>
              <a:spcBef>
                <a:spcPts val="877"/>
              </a:spcBef>
              <a:buClr>
                <a:srgbClr val="9FB8CD"/>
              </a:buClr>
              <a:buFont typeface="Arial" panose="020B0604020202020204" pitchFamily="34" charset="0"/>
              <a:buChar char="•"/>
            </a:pPr>
            <a:endParaRPr lang="en-IE" sz="2456" dirty="0"/>
          </a:p>
          <a:p>
            <a:pPr marL="200505" lvl="1" indent="-200505" defTabSz="802020">
              <a:lnSpc>
                <a:spcPct val="150000"/>
              </a:lnSpc>
              <a:spcBef>
                <a:spcPts val="877"/>
              </a:spcBef>
              <a:buClr>
                <a:srgbClr val="9FB8CD"/>
              </a:buClr>
              <a:buSzPct val="75000"/>
              <a:buFont typeface="Arial" panose="020B0604020202020204" pitchFamily="34" charset="0"/>
              <a:buChar char="•"/>
              <a:tabLst>
                <a:tab pos="592455" algn="l"/>
                <a:tab pos="593090" algn="l"/>
              </a:tabLst>
            </a:pPr>
            <a:r>
              <a:rPr lang="en-IE" sz="2456" dirty="0"/>
              <a:t>Shared: used simultaneously by many applications and users</a:t>
            </a:r>
          </a:p>
          <a:p>
            <a:pPr marL="200505" lvl="1" indent="-200505" defTabSz="802020">
              <a:lnSpc>
                <a:spcPct val="150000"/>
              </a:lnSpc>
              <a:spcBef>
                <a:spcPts val="877"/>
              </a:spcBef>
              <a:buClr>
                <a:srgbClr val="9FB8CD"/>
              </a:buClr>
              <a:buSzPct val="75000"/>
              <a:buFont typeface="Arial" panose="020B0604020202020204" pitchFamily="34" charset="0"/>
              <a:buChar char="•"/>
              <a:tabLst>
                <a:tab pos="592455" algn="l"/>
                <a:tab pos="593090" algn="l"/>
              </a:tabLst>
            </a:pPr>
            <a:r>
              <a:rPr lang="en-IE" sz="2456" dirty="0"/>
              <a:t>Persistent: permanently stored</a:t>
            </a:r>
          </a:p>
          <a:p>
            <a:pPr marL="200505" lvl="1" indent="-200505" defTabSz="802020">
              <a:lnSpc>
                <a:spcPct val="150000"/>
              </a:lnSpc>
              <a:spcBef>
                <a:spcPts val="877"/>
              </a:spcBef>
              <a:buClr>
                <a:srgbClr val="9FB8CD"/>
              </a:buClr>
              <a:buSzPct val="75000"/>
              <a:buFont typeface="Arial" panose="020B0604020202020204" pitchFamily="34" charset="0"/>
              <a:buChar char="•"/>
              <a:tabLst>
                <a:tab pos="592455" algn="l"/>
                <a:tab pos="593090" algn="l"/>
              </a:tabLst>
            </a:pPr>
            <a:r>
              <a:rPr lang="en-IE" sz="2456" dirty="0"/>
              <a:t>The data stored is all related in some way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86971" y="762288"/>
            <a:ext cx="7024025"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Relational Database</a:t>
            </a:r>
          </a:p>
        </p:txBody>
      </p:sp>
      <p:sp>
        <p:nvSpPr>
          <p:cNvPr id="4" name="object 4"/>
          <p:cNvSpPr txBox="1"/>
          <p:nvPr/>
        </p:nvSpPr>
        <p:spPr>
          <a:xfrm>
            <a:off x="986971" y="1433752"/>
            <a:ext cx="8844790" cy="5165068"/>
          </a:xfrm>
          <a:prstGeom prst="rect">
            <a:avLst/>
          </a:prstGeom>
        </p:spPr>
        <p:txBody>
          <a:bodyPr vert="horz" wrap="square" lIns="0" tIns="106680" rIns="0" bIns="0" rtlCol="0">
            <a:spAutoFit/>
          </a:bodyPr>
          <a:lstStyle/>
          <a:p>
            <a:pPr marL="20050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IE" sz="2456" dirty="0"/>
              <a:t>A relational database  is a collection of relations or two-dimensional tables.</a:t>
            </a:r>
            <a:endParaRPr lang="pt-BR" sz="2456" dirty="0"/>
          </a:p>
          <a:p>
            <a:pPr marL="20050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pt-BR" sz="2456" dirty="0"/>
              <a:t>Some </a:t>
            </a:r>
            <a:r>
              <a:rPr lang="pt-BR" sz="2456" dirty="0" err="1"/>
              <a:t>advantages</a:t>
            </a:r>
            <a:r>
              <a:rPr lang="pt-BR" sz="2456" dirty="0"/>
              <a:t>: </a:t>
            </a:r>
          </a:p>
          <a:p>
            <a:pPr marL="657705" lvl="2"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pt-BR" sz="2456" dirty="0" err="1"/>
              <a:t>Flexible</a:t>
            </a:r>
            <a:endParaRPr lang="pt-BR" sz="2456" dirty="0"/>
          </a:p>
          <a:p>
            <a:pPr marL="657705" lvl="2"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pt-BR" sz="2456" dirty="0" err="1"/>
              <a:t>Promote</a:t>
            </a:r>
            <a:r>
              <a:rPr lang="pt-BR" sz="2456" dirty="0"/>
              <a:t> data </a:t>
            </a:r>
            <a:r>
              <a:rPr lang="pt-BR" sz="2456" dirty="0" err="1"/>
              <a:t>integrity</a:t>
            </a:r>
            <a:endParaRPr lang="pt-BR" sz="2456" dirty="0"/>
          </a:p>
          <a:p>
            <a:pPr marL="657705" lvl="2"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pt-BR" sz="2456" dirty="0"/>
              <a:t> </a:t>
            </a:r>
            <a:r>
              <a:rPr sz="2456" dirty="0"/>
              <a:t>Tables</a:t>
            </a:r>
            <a:r>
              <a:rPr lang="pt-BR" sz="2456" dirty="0"/>
              <a:t> are</a:t>
            </a:r>
            <a:r>
              <a:rPr sz="2456" dirty="0"/>
              <a:t> related via a common data item</a:t>
            </a:r>
            <a:r>
              <a:rPr lang="pt-BR" sz="2456" dirty="0"/>
              <a:t>, </a:t>
            </a:r>
            <a:r>
              <a:rPr lang="pt-BR" sz="2456" dirty="0" err="1"/>
              <a:t>allowing</a:t>
            </a:r>
            <a:r>
              <a:rPr lang="pt-BR" sz="2456" dirty="0"/>
              <a:t> </a:t>
            </a:r>
            <a:r>
              <a:rPr lang="pt-BR" sz="2456" dirty="0" err="1"/>
              <a:t>access</a:t>
            </a:r>
            <a:r>
              <a:rPr lang="pt-BR" sz="2456" dirty="0"/>
              <a:t> </a:t>
            </a:r>
            <a:r>
              <a:rPr lang="pt-BR" sz="2456" dirty="0" err="1"/>
              <a:t>considering</a:t>
            </a:r>
            <a:r>
              <a:rPr lang="pt-BR" sz="2456" dirty="0"/>
              <a:t> </a:t>
            </a:r>
            <a:r>
              <a:rPr lang="pt-BR" sz="2456" dirty="0" err="1"/>
              <a:t>user</a:t>
            </a:r>
            <a:r>
              <a:rPr lang="pt-BR" sz="2456" dirty="0"/>
              <a:t> </a:t>
            </a:r>
            <a:r>
              <a:rPr lang="pt-BR" sz="2456" dirty="0" err="1"/>
              <a:t>needs</a:t>
            </a:r>
            <a:endParaRPr lang="pt-BR" sz="2456" dirty="0"/>
          </a:p>
          <a:p>
            <a:pPr marL="657705" lvl="2"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pt-BR" sz="2456" dirty="0"/>
              <a:t> </a:t>
            </a:r>
            <a:r>
              <a:rPr sz="2456" dirty="0"/>
              <a:t>Easy to use – Simple to add to, delete and modify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0" y="695637"/>
            <a:ext cx="6289013"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Issues to bear in mind</a:t>
            </a:r>
          </a:p>
        </p:txBody>
      </p:sp>
      <p:sp>
        <p:nvSpPr>
          <p:cNvPr id="4" name="object 4"/>
          <p:cNvSpPr txBox="1"/>
          <p:nvPr/>
        </p:nvSpPr>
        <p:spPr>
          <a:xfrm>
            <a:off x="738189" y="1372841"/>
            <a:ext cx="9409112" cy="4598182"/>
          </a:xfrm>
          <a:prstGeom prst="rect">
            <a:avLst/>
          </a:prstGeom>
        </p:spPr>
        <p:txBody>
          <a:bodyPr vert="horz" wrap="square" lIns="0" tIns="106680" rIns="0" bIns="0" rtlCol="0">
            <a:spAutoFit/>
          </a:bodyPr>
          <a:lstStyle/>
          <a:p>
            <a: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pt-BR" sz="2456" dirty="0" err="1"/>
              <a:t>Keep</a:t>
            </a:r>
            <a:r>
              <a:rPr lang="pt-BR" sz="2456" dirty="0"/>
              <a:t> </a:t>
            </a:r>
            <a:r>
              <a:rPr lang="pt-BR" sz="2456" dirty="0" err="1"/>
              <a:t>the</a:t>
            </a:r>
            <a:r>
              <a:rPr lang="pt-BR" sz="2456" dirty="0"/>
              <a:t> </a:t>
            </a:r>
            <a:r>
              <a:rPr lang="pt-BR" sz="2456" dirty="0" err="1"/>
              <a:t>integrity</a:t>
            </a:r>
            <a:r>
              <a:rPr lang="pt-BR" sz="2456" dirty="0"/>
              <a:t> </a:t>
            </a:r>
            <a:r>
              <a:rPr lang="pt-BR" sz="2456" dirty="0" err="1"/>
              <a:t>of</a:t>
            </a:r>
            <a:r>
              <a:rPr lang="pt-BR" sz="2456" dirty="0"/>
              <a:t> </a:t>
            </a:r>
            <a:r>
              <a:rPr lang="pt-BR" sz="2456" dirty="0" err="1"/>
              <a:t>the</a:t>
            </a:r>
            <a:r>
              <a:rPr lang="pt-BR" sz="2456" dirty="0"/>
              <a:t> </a:t>
            </a:r>
            <a:r>
              <a:rPr lang="pt-BR" sz="2456" dirty="0" err="1"/>
              <a:t>database</a:t>
            </a:r>
            <a:r>
              <a:rPr lang="pt-BR" sz="2456" dirty="0"/>
              <a:t>:</a:t>
            </a:r>
            <a:endParaRPr sz="2456" dirty="0"/>
          </a:p>
          <a:p>
            <a: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456" dirty="0"/>
              <a:t>Entity integrity</a:t>
            </a:r>
            <a:r>
              <a:rPr lang="pt-BR" sz="2456" dirty="0"/>
              <a:t>: </a:t>
            </a:r>
            <a:r>
              <a:rPr sz="2456" dirty="0"/>
              <a:t>primary keys</a:t>
            </a:r>
          </a:p>
          <a:p>
            <a: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456" dirty="0"/>
              <a:t>Referential integrity</a:t>
            </a:r>
            <a:r>
              <a:rPr lang="pt-BR" sz="2456" dirty="0"/>
              <a:t>:</a:t>
            </a:r>
            <a:r>
              <a:rPr sz="2456" dirty="0"/>
              <a:t> foreign keys</a:t>
            </a:r>
          </a:p>
          <a:p>
            <a: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456" dirty="0"/>
              <a:t>Domain integrity</a:t>
            </a:r>
            <a:r>
              <a:rPr lang="pt-BR" sz="2456" dirty="0"/>
              <a:t>:</a:t>
            </a:r>
            <a:r>
              <a:rPr sz="2456" dirty="0"/>
              <a:t> datatypes and value constraints</a:t>
            </a:r>
          </a:p>
          <a:p>
            <a: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456" dirty="0"/>
              <a:t>Avoid Redundancy</a:t>
            </a:r>
            <a:r>
              <a:rPr lang="pt-BR" sz="2456" dirty="0"/>
              <a:t>:</a:t>
            </a:r>
            <a:endParaRPr sz="2456" dirty="0"/>
          </a:p>
          <a:p>
            <a:pPr marL="734850" marR="508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456" dirty="0"/>
              <a:t>The same piece of data should not be stored in more than one  location unless it is there to achieve referential integrity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0" y="695637"/>
            <a:ext cx="6433029"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Entity Relationship Model</a:t>
            </a:r>
          </a:p>
        </p:txBody>
      </p:sp>
      <p:sp>
        <p:nvSpPr>
          <p:cNvPr id="4" name="object 4"/>
          <p:cNvSpPr txBox="1"/>
          <p:nvPr/>
        </p:nvSpPr>
        <p:spPr>
          <a:xfrm>
            <a:off x="1073910" y="1466954"/>
            <a:ext cx="8235189" cy="819648"/>
          </a:xfrm>
          <a:prstGeom prst="rect">
            <a:avLst/>
          </a:prstGeom>
        </p:spPr>
        <p:txBody>
          <a:bodyPr vert="horz" wrap="square" lIns="0" tIns="106680" rIns="0" bIns="0" rtlCol="0">
            <a:spAutoFit/>
          </a:bodyPr>
          <a:lstStyle>
            <a:defPPr>
              <a:defRPr lang="en-SI"/>
            </a:defPPr>
            <a:lvl1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456"/>
            </a:lvl1pPr>
            <a:lvl2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456"/>
            </a:lvl2pPr>
          </a:lstStyle>
          <a:p>
            <a:r>
              <a:rPr dirty="0"/>
              <a:t>A representation of the data for an  organisation, business area or process</a:t>
            </a:r>
          </a:p>
        </p:txBody>
      </p:sp>
      <p:pic>
        <p:nvPicPr>
          <p:cNvPr id="5" name="object 5"/>
          <p:cNvPicPr/>
          <p:nvPr/>
        </p:nvPicPr>
        <p:blipFill>
          <a:blip r:embed="rId2" cstate="print"/>
          <a:stretch>
            <a:fillRect/>
          </a:stretch>
        </p:blipFill>
        <p:spPr>
          <a:xfrm>
            <a:off x="2534292" y="2986162"/>
            <a:ext cx="5624816" cy="36305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695638"/>
            <a:ext cx="7585157"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b="1" spc="-20" dirty="0">
                <a:solidFill>
                  <a:srgbClr val="004C6C"/>
                </a:solidFill>
                <a:latin typeface="+mj-lt"/>
                <a:cs typeface="+mj-cs"/>
              </a:rPr>
              <a:t>The Entity-Relationship model</a:t>
            </a:r>
          </a:p>
        </p:txBody>
      </p:sp>
      <p:sp>
        <p:nvSpPr>
          <p:cNvPr id="4" name="object 4"/>
          <p:cNvSpPr txBox="1">
            <a:spLocks noGrp="1"/>
          </p:cNvSpPr>
          <p:nvPr>
            <p:ph sz="half" idx="2"/>
          </p:nvPr>
        </p:nvSpPr>
        <p:spPr>
          <a:xfrm>
            <a:off x="953486" y="1906042"/>
            <a:ext cx="8786428" cy="3283528"/>
          </a:xfrm>
          <a:prstGeom prst="rect">
            <a:avLst/>
          </a:prstGeom>
        </p:spPr>
        <p:txBody>
          <a:bodyPr vert="horz" wrap="square" lIns="0" tIns="106680" rIns="0" bIns="0" rtlCol="0">
            <a:spAutoFit/>
          </a:bodyPr>
          <a:lstStyle/>
          <a:p>
            <a:pPr marL="558955" indent="-200505" defTabSz="802020">
              <a:spcBef>
                <a:spcPts val="877"/>
              </a:spcBef>
              <a:buClr>
                <a:srgbClr val="9FB8CD"/>
              </a:buClr>
              <a:buSzPct val="77777"/>
              <a:tabLst>
                <a:tab pos="302260" algn="l"/>
                <a:tab pos="302895" algn="l"/>
              </a:tabLst>
            </a:pPr>
            <a:r>
              <a:rPr sz="2500" dirty="0">
                <a:latin typeface="+mn-lt"/>
                <a:cs typeface="+mn-cs"/>
              </a:rPr>
              <a:t>Expressed in terms of:</a:t>
            </a:r>
          </a:p>
          <a:p>
            <a:pPr marL="734850" lvl="1" indent="-200505" defTabSz="802020">
              <a:spcBef>
                <a:spcPts val="877"/>
              </a:spcBef>
              <a:buClr>
                <a:srgbClr val="9FB8CD"/>
              </a:buClr>
              <a:buSzPct val="77777"/>
              <a:tabLst>
                <a:tab pos="302260" algn="l"/>
                <a:tab pos="302895" algn="l"/>
              </a:tabLst>
            </a:pPr>
            <a:r>
              <a:rPr sz="2500" dirty="0"/>
              <a:t>Entities</a:t>
            </a:r>
            <a:r>
              <a:rPr lang="pt-BR" sz="2500" dirty="0"/>
              <a:t> </a:t>
            </a:r>
            <a:r>
              <a:rPr sz="2500" dirty="0"/>
              <a:t>involved (things about which data is to be stored)</a:t>
            </a:r>
          </a:p>
          <a:p>
            <a:pPr marL="734850" lvl="1" indent="-200505" defTabSz="802020">
              <a:spcBef>
                <a:spcPts val="877"/>
              </a:spcBef>
              <a:buClr>
                <a:srgbClr val="9FB8CD"/>
              </a:buClr>
              <a:buSzPct val="77777"/>
              <a:tabLst>
                <a:tab pos="302260" algn="l"/>
                <a:tab pos="302895" algn="l"/>
              </a:tabLst>
            </a:pPr>
            <a:r>
              <a:rPr sz="2500" dirty="0"/>
              <a:t>Relationships (or associations) among those  entities and</a:t>
            </a:r>
          </a:p>
          <a:p>
            <a:pPr marL="734850" lvl="1" indent="-200505" defTabSz="802020">
              <a:spcBef>
                <a:spcPts val="877"/>
              </a:spcBef>
              <a:buClr>
                <a:srgbClr val="9FB8CD"/>
              </a:buClr>
              <a:buSzPct val="77777"/>
              <a:tabLst>
                <a:tab pos="302260" algn="l"/>
                <a:tab pos="302895" algn="l"/>
              </a:tabLst>
            </a:pPr>
            <a:r>
              <a:rPr sz="2500" dirty="0"/>
              <a:t>Attributes (properties) of  both the entities and their  relationships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759271"/>
            <a:ext cx="6417945" cy="544195"/>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2023/2024</a:t>
            </a:r>
          </a:p>
        </p:txBody>
      </p:sp>
      <p:pic>
        <p:nvPicPr>
          <p:cNvPr id="1026" name="Picture 2">
            <a:extLst>
              <a:ext uri="{FF2B5EF4-FFF2-40B4-BE49-F238E27FC236}">
                <a16:creationId xmlns:a16="http://schemas.microsoft.com/office/drawing/2014/main" id="{8725390A-D75B-019C-2327-54DADFF349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33182"/>
            <a:ext cx="8255000" cy="505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859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759271"/>
            <a:ext cx="6417945" cy="544195"/>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2023/2024</a:t>
            </a:r>
          </a:p>
        </p:txBody>
      </p:sp>
      <p:sp>
        <p:nvSpPr>
          <p:cNvPr id="10" name="Rectangle 9">
            <a:extLst>
              <a:ext uri="{FF2B5EF4-FFF2-40B4-BE49-F238E27FC236}">
                <a16:creationId xmlns:a16="http://schemas.microsoft.com/office/drawing/2014/main" id="{333787EC-278D-424F-B9E1-CC04D3885E98}"/>
              </a:ext>
            </a:extLst>
          </p:cNvPr>
          <p:cNvSpPr/>
          <p:nvPr/>
        </p:nvSpPr>
        <p:spPr>
          <a:xfrm>
            <a:off x="617037" y="1425586"/>
            <a:ext cx="9770223" cy="5227265"/>
          </a:xfrm>
          <a:prstGeom prst="rect">
            <a:avLst/>
          </a:prstGeom>
        </p:spPr>
        <p:txBody>
          <a:bodyPr vert="horz" wrap="square" lIns="0" tIns="106680" rIns="0" bIns="0" rtlCol="0">
            <a:spAutoFit/>
          </a:bodyPr>
          <a:lstStyle/>
          <a:p>
            <a: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Considering the Entity Relationship diagram (ERD) for the case study, clearly explain the following concepts, offering an example of each: </a:t>
            </a:r>
          </a:p>
          <a:p>
            <a:pPr marL="101615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Entity </a:t>
            </a:r>
          </a:p>
          <a:p>
            <a:pPr marL="101615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Attribute </a:t>
            </a:r>
          </a:p>
          <a:p>
            <a:pPr marL="101615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Relationship </a:t>
            </a:r>
          </a:p>
          <a:p>
            <a:pPr marL="101615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Primary Key </a:t>
            </a:r>
          </a:p>
          <a:p>
            <a:pPr marL="1016155"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Foreign Key </a:t>
            </a:r>
            <a:endParaRPr lang="en-IE" sz="2500" dirty="0"/>
          </a:p>
        </p:txBody>
      </p:sp>
    </p:spTree>
    <p:extLst>
      <p:ext uri="{BB962C8B-B14F-4D97-AF65-F5344CB8AC3E}">
        <p14:creationId xmlns:p14="http://schemas.microsoft.com/office/powerpoint/2010/main" val="2903694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559EE-5E79-653B-4F60-A970BEA54A3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5533110-13B0-E8C7-4F97-3A8A2CD21CF6}"/>
              </a:ext>
            </a:extLst>
          </p:cNvPr>
          <p:cNvSpPr/>
          <p:nvPr/>
        </p:nvSpPr>
        <p:spPr>
          <a:xfrm>
            <a:off x="162124" y="12357"/>
            <a:ext cx="10225136" cy="7248844"/>
          </a:xfrm>
          <a:prstGeom prst="rect">
            <a:avLst/>
          </a:prstGeom>
        </p:spPr>
        <p:txBody>
          <a:bodyPr wrap="square">
            <a:spAutoFit/>
          </a:bodyPr>
          <a:lstStyle/>
          <a:p>
            <a:pPr marL="342900" lvl="0" indent="-342900" algn="just">
              <a:lnSpc>
                <a:spcPct val="150000"/>
              </a:lnSpc>
              <a:spcBef>
                <a:spcPts val="600"/>
              </a:spcBef>
              <a:spcAft>
                <a:spcPts val="600"/>
              </a:spcAft>
              <a:buFont typeface="Arial" panose="020B0604020202020204" pitchFamily="34" charset="0"/>
              <a:buChar char="•"/>
              <a:tabLst>
                <a:tab pos="342900" algn="l"/>
                <a:tab pos="685800" algn="l"/>
                <a:tab pos="6400800" algn="r"/>
              </a:tabLst>
            </a:pPr>
            <a:r>
              <a:rPr lang="en-GB" sz="2200" dirty="0">
                <a:latin typeface="Times New Roman" panose="02020603050405020304" pitchFamily="18" charset="0"/>
                <a:ea typeface="Times New Roman" panose="02020603050405020304" pitchFamily="18" charset="0"/>
              </a:rPr>
              <a:t>Entity: an entity can be a single thing, person, place, or object. The data about these entities are stored in the database. An example of an entity is the table Actor. </a:t>
            </a:r>
          </a:p>
          <a:p>
            <a:pPr marL="342900" lvl="0" indent="-342900" algn="just">
              <a:lnSpc>
                <a:spcPct val="150000"/>
              </a:lnSpc>
              <a:spcBef>
                <a:spcPts val="600"/>
              </a:spcBef>
              <a:spcAft>
                <a:spcPts val="600"/>
              </a:spcAft>
              <a:buFont typeface="Arial" panose="020B0604020202020204" pitchFamily="34" charset="0"/>
              <a:buChar char="•"/>
              <a:tabLst>
                <a:tab pos="342900" algn="l"/>
                <a:tab pos="685800" algn="l"/>
                <a:tab pos="6400800" algn="r"/>
              </a:tabLst>
            </a:pPr>
            <a:r>
              <a:rPr lang="en-GB" sz="2200" dirty="0">
                <a:latin typeface="Times New Roman" panose="02020603050405020304" pitchFamily="18" charset="0"/>
                <a:ea typeface="Times New Roman" panose="02020603050405020304" pitchFamily="18" charset="0"/>
              </a:rPr>
              <a:t>Attribute: an attribute is a property that describes an entity. An example of an attribute is the </a:t>
            </a:r>
            <a:r>
              <a:rPr lang="en-GB" sz="2200" dirty="0" err="1">
                <a:latin typeface="Times New Roman" panose="02020603050405020304" pitchFamily="18" charset="0"/>
                <a:ea typeface="Times New Roman" panose="02020603050405020304" pitchFamily="18" charset="0"/>
              </a:rPr>
              <a:t>ReleaseYear</a:t>
            </a:r>
            <a:r>
              <a:rPr lang="en-GB" sz="2200" dirty="0">
                <a:latin typeface="Times New Roman" panose="02020603050405020304" pitchFamily="18" charset="0"/>
                <a:ea typeface="Times New Roman" panose="02020603050405020304" pitchFamily="18" charset="0"/>
              </a:rPr>
              <a:t>. </a:t>
            </a:r>
          </a:p>
          <a:p>
            <a:pPr marL="342900" lvl="0" indent="-342900" algn="just">
              <a:lnSpc>
                <a:spcPct val="150000"/>
              </a:lnSpc>
              <a:spcBef>
                <a:spcPts val="600"/>
              </a:spcBef>
              <a:spcAft>
                <a:spcPts val="600"/>
              </a:spcAft>
              <a:buFont typeface="Arial" panose="020B0604020202020204" pitchFamily="34" charset="0"/>
              <a:buChar char="•"/>
              <a:tabLst>
                <a:tab pos="342900" algn="l"/>
                <a:tab pos="685800" algn="l"/>
                <a:tab pos="6400800" algn="r"/>
              </a:tabLst>
            </a:pPr>
            <a:r>
              <a:rPr lang="en-GB" sz="2200" dirty="0">
                <a:latin typeface="Times New Roman" panose="02020603050405020304" pitchFamily="18" charset="0"/>
                <a:ea typeface="Times New Roman" panose="02020603050405020304" pitchFamily="18" charset="0"/>
              </a:rPr>
              <a:t>Relationship: A relationship is the connection between two tables when one table uses a foreign key that references a primary key of another table. An example is the relationship between the tables Review and Movie through the attribute </a:t>
            </a:r>
            <a:r>
              <a:rPr lang="en-GB" sz="2200" dirty="0" err="1">
                <a:latin typeface="Times New Roman" panose="02020603050405020304" pitchFamily="18" charset="0"/>
                <a:ea typeface="Times New Roman" panose="02020603050405020304" pitchFamily="18" charset="0"/>
              </a:rPr>
              <a:t>MovieID</a:t>
            </a:r>
            <a:r>
              <a:rPr lang="en-GB" sz="2200" dirty="0">
                <a:latin typeface="Times New Roman" panose="02020603050405020304" pitchFamily="18" charset="0"/>
                <a:ea typeface="Times New Roman" panose="02020603050405020304" pitchFamily="18" charset="0"/>
              </a:rPr>
              <a:t>. </a:t>
            </a:r>
          </a:p>
          <a:p>
            <a:pPr marL="342900" lvl="0" indent="-342900" algn="just">
              <a:lnSpc>
                <a:spcPct val="150000"/>
              </a:lnSpc>
              <a:spcBef>
                <a:spcPts val="600"/>
              </a:spcBef>
              <a:spcAft>
                <a:spcPts val="600"/>
              </a:spcAft>
              <a:buFont typeface="Arial" panose="020B0604020202020204" pitchFamily="34" charset="0"/>
              <a:buChar char="•"/>
              <a:tabLst>
                <a:tab pos="342900" algn="l"/>
                <a:tab pos="685800" algn="l"/>
                <a:tab pos="6400800" algn="r"/>
              </a:tabLst>
            </a:pPr>
            <a:r>
              <a:rPr lang="en-GB" sz="2200" dirty="0">
                <a:latin typeface="Times New Roman" panose="02020603050405020304" pitchFamily="18" charset="0"/>
                <a:ea typeface="Times New Roman" panose="02020603050405020304" pitchFamily="18" charset="0"/>
              </a:rPr>
              <a:t>Primary Key: A primary key is an attribute or set of attributes in a table whose values uniquely identify a row in the table. It must be unique, not null and it cannot change. An example of a primary key would be the </a:t>
            </a:r>
            <a:r>
              <a:rPr lang="en-GB" sz="2200" dirty="0" err="1">
                <a:latin typeface="Times New Roman" panose="02020603050405020304" pitchFamily="18" charset="0"/>
                <a:ea typeface="Times New Roman" panose="02020603050405020304" pitchFamily="18" charset="0"/>
              </a:rPr>
              <a:t>GenreID</a:t>
            </a:r>
            <a:r>
              <a:rPr lang="en-GB" sz="2200" dirty="0">
                <a:latin typeface="Times New Roman" panose="02020603050405020304" pitchFamily="18" charset="0"/>
                <a:ea typeface="Times New Roman" panose="02020603050405020304" pitchFamily="18" charset="0"/>
              </a:rPr>
              <a:t> attribute in the table Genre. </a:t>
            </a:r>
          </a:p>
          <a:p>
            <a:pPr marL="342900" lvl="0" indent="-342900" algn="just">
              <a:lnSpc>
                <a:spcPct val="150000"/>
              </a:lnSpc>
              <a:spcBef>
                <a:spcPts val="600"/>
              </a:spcBef>
              <a:spcAft>
                <a:spcPts val="600"/>
              </a:spcAft>
              <a:buFont typeface="Arial" panose="020B0604020202020204" pitchFamily="34" charset="0"/>
              <a:buChar char="•"/>
              <a:tabLst>
                <a:tab pos="342900" algn="l"/>
                <a:tab pos="685800" algn="l"/>
                <a:tab pos="6400800" algn="r"/>
              </a:tabLst>
            </a:pPr>
            <a:r>
              <a:rPr lang="en-GB" sz="2200" dirty="0">
                <a:latin typeface="Times New Roman" panose="02020603050405020304" pitchFamily="18" charset="0"/>
                <a:ea typeface="Times New Roman" panose="02020603050405020304" pitchFamily="18" charset="0"/>
              </a:rPr>
              <a:t>Foreign Key: A foreign key is an attribute or a set of attributes in a table whose values correspond to the values of the primary key in another table. An example of a foreign key is the </a:t>
            </a:r>
            <a:r>
              <a:rPr lang="en-GB" sz="2200" dirty="0" err="1">
                <a:latin typeface="Times New Roman" panose="02020603050405020304" pitchFamily="18" charset="0"/>
                <a:ea typeface="Times New Roman" panose="02020603050405020304" pitchFamily="18" charset="0"/>
              </a:rPr>
              <a:t>ActorID</a:t>
            </a:r>
            <a:r>
              <a:rPr lang="en-GB" sz="2200" dirty="0">
                <a:latin typeface="Times New Roman" panose="02020603050405020304" pitchFamily="18" charset="0"/>
                <a:ea typeface="Times New Roman" panose="02020603050405020304" pitchFamily="18" charset="0"/>
              </a:rPr>
              <a:t> attribute in the table </a:t>
            </a:r>
            <a:r>
              <a:rPr lang="en-GB" sz="2200" dirty="0" err="1">
                <a:latin typeface="Times New Roman" panose="02020603050405020304" pitchFamily="18" charset="0"/>
                <a:ea typeface="Times New Roman" panose="02020603050405020304" pitchFamily="18" charset="0"/>
              </a:rPr>
              <a:t>MovieActor</a:t>
            </a:r>
            <a:r>
              <a:rPr lang="en-GB" sz="2200" dirty="0">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606593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728016"/>
            <a:ext cx="4488813" cy="606705"/>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Relationships</a:t>
            </a:r>
          </a:p>
        </p:txBody>
      </p:sp>
      <p:sp>
        <p:nvSpPr>
          <p:cNvPr id="4" name="object 4"/>
          <p:cNvSpPr txBox="1"/>
          <p:nvPr/>
        </p:nvSpPr>
        <p:spPr>
          <a:xfrm>
            <a:off x="542516" y="1598404"/>
            <a:ext cx="9608368" cy="5245603"/>
          </a:xfrm>
          <a:prstGeom prst="rect">
            <a:avLst/>
          </a:prstGeom>
        </p:spPr>
        <p:txBody>
          <a:bodyPr vert="horz" wrap="square" lIns="0" tIns="106680" rIns="0" bIns="0" rtlCol="0">
            <a:spAutoFit/>
          </a:bodyPr>
          <a:lstStyle>
            <a:lvl1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b="0" i="0"/>
            </a:lvl1pPr>
            <a:lvl2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a:lvl2pPr>
            <a:lvl3pPr marL="1001723" indent="-200345" defTabSz="801378">
              <a:lnSpc>
                <a:spcPct val="150000"/>
              </a:lnSpc>
              <a:spcBef>
                <a:spcPts val="439"/>
              </a:spcBef>
              <a:buFont typeface="Arial" panose="020B0604020202020204" pitchFamily="34" charset="0"/>
              <a:buChar char="•"/>
              <a:defRPr sz="2103"/>
            </a:lvl3pPr>
            <a:lvl4pPr marL="1402412" indent="-200345" defTabSz="801378">
              <a:lnSpc>
                <a:spcPct val="150000"/>
              </a:lnSpc>
              <a:spcBef>
                <a:spcPts val="439"/>
              </a:spcBef>
              <a:buFont typeface="Arial" panose="020B0604020202020204" pitchFamily="34" charset="0"/>
              <a:buChar char="•"/>
              <a:defRPr sz="1753"/>
            </a:lvl4pPr>
            <a:lvl5pPr marL="1803102" indent="-200345" defTabSz="801378">
              <a:lnSpc>
                <a:spcPct val="150000"/>
              </a:lnSpc>
              <a:spcBef>
                <a:spcPts val="439"/>
              </a:spcBef>
              <a:buFont typeface="Arial" panose="020B0604020202020204" pitchFamily="34" charset="0"/>
              <a:buChar char="•"/>
              <a:defRPr sz="1753"/>
            </a:lvl5pPr>
            <a:lvl6pPr marL="2203792" indent="-200345" defTabSz="801378">
              <a:lnSpc>
                <a:spcPct val="90000"/>
              </a:lnSpc>
              <a:spcBef>
                <a:spcPts val="439"/>
              </a:spcBef>
              <a:buFont typeface="Arial" panose="020B0604020202020204" pitchFamily="34" charset="0"/>
              <a:buChar char="•"/>
              <a:defRPr sz="1578"/>
            </a:lvl6pPr>
            <a:lvl7pPr marL="2604481" indent="-200345" defTabSz="801378">
              <a:lnSpc>
                <a:spcPct val="90000"/>
              </a:lnSpc>
              <a:spcBef>
                <a:spcPts val="439"/>
              </a:spcBef>
              <a:buFont typeface="Arial" panose="020B0604020202020204" pitchFamily="34" charset="0"/>
              <a:buChar char="•"/>
              <a:defRPr sz="1578"/>
            </a:lvl7pPr>
            <a:lvl8pPr marL="3005170" indent="-200345" defTabSz="801378">
              <a:lnSpc>
                <a:spcPct val="90000"/>
              </a:lnSpc>
              <a:spcBef>
                <a:spcPts val="439"/>
              </a:spcBef>
              <a:buFont typeface="Arial" panose="020B0604020202020204" pitchFamily="34" charset="0"/>
              <a:buChar char="•"/>
              <a:defRPr sz="1578"/>
            </a:lvl8pPr>
            <a:lvl9pPr marL="3405859" indent="-200345" defTabSz="801378">
              <a:lnSpc>
                <a:spcPct val="90000"/>
              </a:lnSpc>
              <a:spcBef>
                <a:spcPts val="439"/>
              </a:spcBef>
              <a:buFont typeface="Arial" panose="020B0604020202020204" pitchFamily="34" charset="0"/>
              <a:buChar char="•"/>
              <a:defRPr sz="1578"/>
            </a:lvl9pPr>
          </a:lstStyle>
          <a:p>
            <a:r>
              <a:rPr dirty="0"/>
              <a:t>A relationship is an association between two entities which is meaningful for the </a:t>
            </a:r>
            <a:r>
              <a:rPr dirty="0" err="1"/>
              <a:t>organisation</a:t>
            </a:r>
            <a:endParaRPr lang="pt-BR" dirty="0"/>
          </a:p>
          <a:p>
            <a:r>
              <a:rPr dirty="0"/>
              <a:t>A relationship is a natural business association that exists between one or more entities</a:t>
            </a:r>
          </a:p>
          <a:p>
            <a:r>
              <a:rPr dirty="0"/>
              <a:t>Relationships usually arise because of</a:t>
            </a:r>
          </a:p>
          <a:p>
            <a:pPr lvl="1"/>
            <a:r>
              <a:rPr dirty="0"/>
              <a:t>association - a Customer ‘places’ an Order</a:t>
            </a:r>
          </a:p>
          <a:p>
            <a:pPr lvl="1"/>
            <a:r>
              <a:rPr dirty="0"/>
              <a:t>structure - an Order ‘consists’ of Order-Lines</a:t>
            </a:r>
          </a:p>
          <a:p>
            <a:r>
              <a:rPr dirty="0"/>
              <a:t>All relationships that are usable only involve two entities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17" y="1155386"/>
            <a:ext cx="9538336" cy="3168111"/>
          </a:xfrm>
        </p:spPr>
        <p:txBody>
          <a:bodyPr vert="horz" wrap="square" lIns="0" tIns="106680" rIns="0" bIns="0" rtlCol="0">
            <a:spAutoFit/>
          </a:bodyPr>
          <a:lstStyle/>
          <a:p>
            <a:pPr marL="558955" indent="-200505" defTabSz="802020">
              <a:spcBef>
                <a:spcPts val="877"/>
              </a:spcBef>
              <a:buClr>
                <a:srgbClr val="9FB8CD"/>
              </a:buClr>
              <a:buSzPct val="77777"/>
              <a:tabLst>
                <a:tab pos="302260" algn="l"/>
                <a:tab pos="302895" algn="l"/>
              </a:tabLst>
            </a:pPr>
            <a:r>
              <a:rPr lang="en-IE" sz="2500" dirty="0"/>
              <a:t>One department has multiple instructors. But instructor belongs to only one department. </a:t>
            </a:r>
          </a:p>
          <a:p>
            <a:pPr marL="734850" lvl="1" indent="-200505" defTabSz="802020">
              <a:spcBef>
                <a:spcPts val="877"/>
              </a:spcBef>
              <a:buClr>
                <a:srgbClr val="9FB8CD"/>
              </a:buClr>
              <a:buSzPct val="77777"/>
              <a:tabLst>
                <a:tab pos="302260" algn="l"/>
                <a:tab pos="302895" algn="l"/>
              </a:tabLst>
            </a:pPr>
            <a:r>
              <a:rPr lang="en-IE" sz="2500" dirty="0"/>
              <a:t>Hence the cardinality between department and instructor is One to Many (1:N)</a:t>
            </a:r>
          </a:p>
          <a:p>
            <a:pPr marL="734850" lvl="1" indent="-200505" defTabSz="802020">
              <a:spcBef>
                <a:spcPts val="877"/>
              </a:spcBef>
              <a:buClr>
                <a:srgbClr val="9FB8CD"/>
              </a:buClr>
              <a:buSzPct val="77777"/>
              <a:tabLst>
                <a:tab pos="302260" algn="l"/>
                <a:tab pos="302895" algn="l"/>
              </a:tabLst>
            </a:pPr>
            <a:endParaRPr lang="en-IE" sz="2500" dirty="0"/>
          </a:p>
        </p:txBody>
      </p:sp>
      <p:sp>
        <p:nvSpPr>
          <p:cNvPr id="4" name="object 3">
            <a:extLst>
              <a:ext uri="{FF2B5EF4-FFF2-40B4-BE49-F238E27FC236}">
                <a16:creationId xmlns:a16="http://schemas.microsoft.com/office/drawing/2014/main" id="{FA8EF2AD-39B4-4AB9-3CFE-7ADDA1327239}"/>
              </a:ext>
            </a:extLst>
          </p:cNvPr>
          <p:cNvSpPr txBox="1">
            <a:spLocks/>
          </p:cNvSpPr>
          <p:nvPr/>
        </p:nvSpPr>
        <p:spPr>
          <a:xfrm>
            <a:off x="1057783" y="483922"/>
            <a:ext cx="3408693" cy="671464"/>
          </a:xfrm>
          <a:prstGeom prst="rect">
            <a:avLst/>
          </a:prstGeom>
        </p:spPr>
        <p:txBody>
          <a:bodyPr vert="horz" wrap="square" lIns="0" tIns="76833" rIns="0" bIns="0" rtlCol="0" anchor="ctr">
            <a:spAutoFit/>
          </a:bodyPr>
          <a:lstStyle>
            <a:lvl1pPr marL="154305" defTabSz="802020">
              <a:lnSpc>
                <a:spcPct val="100000"/>
              </a:lnSpc>
              <a:spcBef>
                <a:spcPts val="95"/>
              </a:spcBef>
              <a:buNone/>
              <a:defRPr sz="3859" b="1" spc="-20">
                <a:solidFill>
                  <a:srgbClr val="004C6C"/>
                </a:solidFill>
                <a:latin typeface="+mj-lt"/>
                <a:ea typeface="+mj-ea"/>
                <a:cs typeface="+mj-cs"/>
              </a:defRPr>
            </a:lvl1pPr>
          </a:lstStyle>
          <a:p>
            <a:r>
              <a:rPr lang="en-GB" dirty="0" err="1"/>
              <a:t>One:Many</a:t>
            </a:r>
            <a:endParaRPr lang="en-GB" dirty="0"/>
          </a:p>
        </p:txBody>
      </p:sp>
      <p:graphicFrame>
        <p:nvGraphicFramePr>
          <p:cNvPr id="7" name="Table 7">
            <a:extLst>
              <a:ext uri="{FF2B5EF4-FFF2-40B4-BE49-F238E27FC236}">
                <a16:creationId xmlns:a16="http://schemas.microsoft.com/office/drawing/2014/main" id="{66748B22-B7DB-0716-B4D0-B44443E52644}"/>
              </a:ext>
            </a:extLst>
          </p:cNvPr>
          <p:cNvGraphicFramePr>
            <a:graphicFrameLocks noGrp="1"/>
          </p:cNvGraphicFramePr>
          <p:nvPr>
            <p:extLst>
              <p:ext uri="{D42A27DB-BD31-4B8C-83A1-F6EECF244321}">
                <p14:modId xmlns:p14="http://schemas.microsoft.com/office/powerpoint/2010/main" val="3068698165"/>
              </p:ext>
            </p:extLst>
          </p:nvPr>
        </p:nvGraphicFramePr>
        <p:xfrm>
          <a:off x="306140" y="4129659"/>
          <a:ext cx="3668693" cy="2082800"/>
        </p:xfrm>
        <a:graphic>
          <a:graphicData uri="http://schemas.openxmlformats.org/drawingml/2006/table">
            <a:tbl>
              <a:tblPr firstRow="1" bandRow="1">
                <a:tableStyleId>{5C22544A-7EE6-4342-B048-85BDC9FD1C3A}</a:tableStyleId>
              </a:tblPr>
              <a:tblGrid>
                <a:gridCol w="1458893">
                  <a:extLst>
                    <a:ext uri="{9D8B030D-6E8A-4147-A177-3AD203B41FA5}">
                      <a16:colId xmlns:a16="http://schemas.microsoft.com/office/drawing/2014/main" val="1522391196"/>
                    </a:ext>
                  </a:extLst>
                </a:gridCol>
                <a:gridCol w="2209800">
                  <a:extLst>
                    <a:ext uri="{9D8B030D-6E8A-4147-A177-3AD203B41FA5}">
                      <a16:colId xmlns:a16="http://schemas.microsoft.com/office/drawing/2014/main" val="1377817459"/>
                    </a:ext>
                  </a:extLst>
                </a:gridCol>
              </a:tblGrid>
              <a:tr h="416560">
                <a:tc>
                  <a:txBody>
                    <a:bodyPr/>
                    <a:lstStyle/>
                    <a:p>
                      <a:r>
                        <a:rPr lang="pt-PT" dirty="0" err="1"/>
                        <a:t>Dept_id</a:t>
                      </a:r>
                      <a:r>
                        <a:rPr lang="pt-PT" dirty="0"/>
                        <a:t> (PK)</a:t>
                      </a:r>
                    </a:p>
                  </a:txBody>
                  <a:tcPr/>
                </a:tc>
                <a:tc>
                  <a:txBody>
                    <a:bodyPr/>
                    <a:lstStyle/>
                    <a:p>
                      <a:pPr marL="0" algn="l" rtl="0"/>
                      <a:r>
                        <a:rPr lang="pt-PT" dirty="0" err="1"/>
                        <a:t>Dept_name</a:t>
                      </a:r>
                      <a:endParaRPr lang="pt-PT" dirty="0"/>
                    </a:p>
                  </a:txBody>
                  <a:tcPr/>
                </a:tc>
                <a:extLst>
                  <a:ext uri="{0D108BD9-81ED-4DB2-BD59-A6C34878D82A}">
                    <a16:rowId xmlns:a16="http://schemas.microsoft.com/office/drawing/2014/main" val="1616635908"/>
                  </a:ext>
                </a:extLst>
              </a:tr>
              <a:tr h="416560">
                <a:tc>
                  <a:txBody>
                    <a:bodyPr/>
                    <a:lstStyle/>
                    <a:p>
                      <a:pPr marL="0" algn="l" rtl="0"/>
                      <a:r>
                        <a:rPr lang="pt-PT" dirty="0"/>
                        <a:t>0101</a:t>
                      </a:r>
                    </a:p>
                  </a:txBody>
                  <a:tcPr/>
                </a:tc>
                <a:tc>
                  <a:txBody>
                    <a:bodyPr/>
                    <a:lstStyle/>
                    <a:p>
                      <a:pPr marL="0" algn="l" rtl="0"/>
                      <a:r>
                        <a:rPr lang="pt-PT" dirty="0" err="1">
                          <a:highlight>
                            <a:srgbClr val="FFFF00"/>
                          </a:highlight>
                        </a:rPr>
                        <a:t>Computer</a:t>
                      </a:r>
                      <a:r>
                        <a:rPr lang="pt-PT" dirty="0">
                          <a:highlight>
                            <a:srgbClr val="FFFF00"/>
                          </a:highlight>
                        </a:rPr>
                        <a:t> </a:t>
                      </a:r>
                      <a:r>
                        <a:rPr lang="pt-PT" dirty="0" err="1">
                          <a:highlight>
                            <a:srgbClr val="FFFF00"/>
                          </a:highlight>
                        </a:rPr>
                        <a:t>Science</a:t>
                      </a:r>
                      <a:endParaRPr lang="pt-PT" dirty="0">
                        <a:highlight>
                          <a:srgbClr val="FFFF00"/>
                        </a:highlight>
                      </a:endParaRPr>
                    </a:p>
                  </a:txBody>
                  <a:tcPr/>
                </a:tc>
                <a:extLst>
                  <a:ext uri="{0D108BD9-81ED-4DB2-BD59-A6C34878D82A}">
                    <a16:rowId xmlns:a16="http://schemas.microsoft.com/office/drawing/2014/main" val="3126853176"/>
                  </a:ext>
                </a:extLst>
              </a:tr>
              <a:tr h="416560">
                <a:tc>
                  <a:txBody>
                    <a:bodyPr/>
                    <a:lstStyle/>
                    <a:p>
                      <a:pPr marL="0" algn="l" rtl="0"/>
                      <a:r>
                        <a:rPr lang="pt-PT" dirty="0"/>
                        <a:t>0202</a:t>
                      </a:r>
                    </a:p>
                  </a:txBody>
                  <a:tcPr/>
                </a:tc>
                <a:tc>
                  <a:txBody>
                    <a:bodyPr/>
                    <a:lstStyle/>
                    <a:p>
                      <a:pPr marL="0" algn="l" rtl="0"/>
                      <a:r>
                        <a:rPr lang="pt-PT" dirty="0" err="1"/>
                        <a:t>Biology</a:t>
                      </a:r>
                      <a:endParaRPr lang="pt-PT" dirty="0"/>
                    </a:p>
                  </a:txBody>
                  <a:tcPr/>
                </a:tc>
                <a:extLst>
                  <a:ext uri="{0D108BD9-81ED-4DB2-BD59-A6C34878D82A}">
                    <a16:rowId xmlns:a16="http://schemas.microsoft.com/office/drawing/2014/main" val="548901858"/>
                  </a:ext>
                </a:extLst>
              </a:tr>
              <a:tr h="416560">
                <a:tc>
                  <a:txBody>
                    <a:bodyPr/>
                    <a:lstStyle/>
                    <a:p>
                      <a:pPr marL="0" algn="l" rtl="0"/>
                      <a:r>
                        <a:rPr lang="pt-PT" dirty="0"/>
                        <a:t>0303</a:t>
                      </a:r>
                    </a:p>
                  </a:txBody>
                  <a:tcPr/>
                </a:tc>
                <a:tc>
                  <a:txBody>
                    <a:bodyPr/>
                    <a:lstStyle/>
                    <a:p>
                      <a:pPr marL="0" algn="l" rtl="0"/>
                      <a:r>
                        <a:rPr lang="pt-PT" dirty="0" err="1"/>
                        <a:t>Physics</a:t>
                      </a:r>
                      <a:endParaRPr lang="pt-PT" dirty="0"/>
                    </a:p>
                  </a:txBody>
                  <a:tcPr/>
                </a:tc>
                <a:extLst>
                  <a:ext uri="{0D108BD9-81ED-4DB2-BD59-A6C34878D82A}">
                    <a16:rowId xmlns:a16="http://schemas.microsoft.com/office/drawing/2014/main" val="2414281643"/>
                  </a:ext>
                </a:extLst>
              </a:tr>
              <a:tr h="416560">
                <a:tc>
                  <a:txBody>
                    <a:bodyPr/>
                    <a:lstStyle/>
                    <a:p>
                      <a:pPr marL="0" algn="l" rtl="0"/>
                      <a:r>
                        <a:rPr lang="pt-PT" dirty="0"/>
                        <a:t>0404</a:t>
                      </a:r>
                    </a:p>
                  </a:txBody>
                  <a:tcPr/>
                </a:tc>
                <a:tc>
                  <a:txBody>
                    <a:bodyPr/>
                    <a:lstStyle/>
                    <a:p>
                      <a:pPr marL="0" algn="l" rtl="0"/>
                      <a:r>
                        <a:rPr lang="pt-PT" dirty="0"/>
                        <a:t>Social </a:t>
                      </a:r>
                      <a:r>
                        <a:rPr lang="pt-PT" dirty="0" err="1"/>
                        <a:t>Science</a:t>
                      </a:r>
                      <a:endParaRPr lang="pt-PT" dirty="0"/>
                    </a:p>
                  </a:txBody>
                  <a:tcPr/>
                </a:tc>
                <a:extLst>
                  <a:ext uri="{0D108BD9-81ED-4DB2-BD59-A6C34878D82A}">
                    <a16:rowId xmlns:a16="http://schemas.microsoft.com/office/drawing/2014/main" val="1548993118"/>
                  </a:ext>
                </a:extLst>
              </a:tr>
            </a:tbl>
          </a:graphicData>
        </a:graphic>
      </p:graphicFrame>
      <p:graphicFrame>
        <p:nvGraphicFramePr>
          <p:cNvPr id="8" name="Table 7">
            <a:extLst>
              <a:ext uri="{FF2B5EF4-FFF2-40B4-BE49-F238E27FC236}">
                <a16:creationId xmlns:a16="http://schemas.microsoft.com/office/drawing/2014/main" id="{04299915-FDE7-CDD5-8E8D-558E1CC887BE}"/>
              </a:ext>
            </a:extLst>
          </p:cNvPr>
          <p:cNvGraphicFramePr>
            <a:graphicFrameLocks noGrp="1"/>
          </p:cNvGraphicFramePr>
          <p:nvPr>
            <p:extLst>
              <p:ext uri="{D42A27DB-BD31-4B8C-83A1-F6EECF244321}">
                <p14:modId xmlns:p14="http://schemas.microsoft.com/office/powerpoint/2010/main" val="2298358824"/>
              </p:ext>
            </p:extLst>
          </p:nvPr>
        </p:nvGraphicFramePr>
        <p:xfrm>
          <a:off x="5683301" y="4051744"/>
          <a:ext cx="4919982" cy="2238629"/>
        </p:xfrm>
        <a:graphic>
          <a:graphicData uri="http://schemas.openxmlformats.org/drawingml/2006/table">
            <a:tbl>
              <a:tblPr firstRow="1" bandRow="1">
                <a:tableStyleId>{5C22544A-7EE6-4342-B048-85BDC9FD1C3A}</a:tableStyleId>
              </a:tblPr>
              <a:tblGrid>
                <a:gridCol w="1719582">
                  <a:extLst>
                    <a:ext uri="{9D8B030D-6E8A-4147-A177-3AD203B41FA5}">
                      <a16:colId xmlns:a16="http://schemas.microsoft.com/office/drawing/2014/main" val="1522391196"/>
                    </a:ext>
                  </a:extLst>
                </a:gridCol>
                <a:gridCol w="1371600">
                  <a:extLst>
                    <a:ext uri="{9D8B030D-6E8A-4147-A177-3AD203B41FA5}">
                      <a16:colId xmlns:a16="http://schemas.microsoft.com/office/drawing/2014/main" val="1377817459"/>
                    </a:ext>
                  </a:extLst>
                </a:gridCol>
                <a:gridCol w="1828800">
                  <a:extLst>
                    <a:ext uri="{9D8B030D-6E8A-4147-A177-3AD203B41FA5}">
                      <a16:colId xmlns:a16="http://schemas.microsoft.com/office/drawing/2014/main" val="2538319647"/>
                    </a:ext>
                  </a:extLst>
                </a:gridCol>
              </a:tblGrid>
              <a:tr h="416560">
                <a:tc>
                  <a:txBody>
                    <a:bodyPr/>
                    <a:lstStyle/>
                    <a:p>
                      <a:r>
                        <a:rPr lang="pt-PT" dirty="0" err="1"/>
                        <a:t>Teacher_id</a:t>
                      </a:r>
                      <a:r>
                        <a:rPr lang="pt-PT" dirty="0"/>
                        <a:t> (PK)</a:t>
                      </a:r>
                    </a:p>
                  </a:txBody>
                  <a:tcPr/>
                </a:tc>
                <a:tc>
                  <a:txBody>
                    <a:bodyPr/>
                    <a:lstStyle/>
                    <a:p>
                      <a:pPr marL="0" algn="l" rtl="0"/>
                      <a:r>
                        <a:rPr lang="pt-PT" dirty="0" err="1"/>
                        <a:t>Dept_id</a:t>
                      </a:r>
                      <a:r>
                        <a:rPr lang="pt-PT" dirty="0"/>
                        <a:t> (FK)</a:t>
                      </a:r>
                    </a:p>
                  </a:txBody>
                  <a:tcPr/>
                </a:tc>
                <a:tc>
                  <a:txBody>
                    <a:bodyPr/>
                    <a:lstStyle/>
                    <a:p>
                      <a:pPr marL="0" algn="l" rtl="0"/>
                      <a:r>
                        <a:rPr lang="pt-PT" dirty="0" err="1"/>
                        <a:t>Teacher_name</a:t>
                      </a:r>
                      <a:endParaRPr lang="pt-PT" dirty="0"/>
                    </a:p>
                  </a:txBody>
                  <a:tcPr/>
                </a:tc>
                <a:extLst>
                  <a:ext uri="{0D108BD9-81ED-4DB2-BD59-A6C34878D82A}">
                    <a16:rowId xmlns:a16="http://schemas.microsoft.com/office/drawing/2014/main" val="1616635908"/>
                  </a:ext>
                </a:extLst>
              </a:tr>
              <a:tr h="416560">
                <a:tc>
                  <a:txBody>
                    <a:bodyPr/>
                    <a:lstStyle/>
                    <a:p>
                      <a:pPr marL="0" algn="l" rtl="0"/>
                      <a:r>
                        <a:rPr lang="pt-PT" dirty="0"/>
                        <a:t>1010</a:t>
                      </a:r>
                    </a:p>
                  </a:txBody>
                  <a:tcPr/>
                </a:tc>
                <a:tc>
                  <a:txBody>
                    <a:bodyPr/>
                    <a:lstStyle/>
                    <a:p>
                      <a:pPr marL="0" algn="l" rtl="0"/>
                      <a:r>
                        <a:rPr lang="pt-PT" dirty="0">
                          <a:highlight>
                            <a:srgbClr val="FFFF00"/>
                          </a:highlight>
                        </a:rPr>
                        <a:t>0101</a:t>
                      </a:r>
                    </a:p>
                  </a:txBody>
                  <a:tcPr/>
                </a:tc>
                <a:tc>
                  <a:txBody>
                    <a:bodyPr/>
                    <a:lstStyle/>
                    <a:p>
                      <a:pPr marL="0" algn="l" rtl="0"/>
                      <a:r>
                        <a:rPr lang="pt-PT" dirty="0"/>
                        <a:t>Mariana Rocha</a:t>
                      </a:r>
                    </a:p>
                  </a:txBody>
                  <a:tcPr/>
                </a:tc>
                <a:extLst>
                  <a:ext uri="{0D108BD9-81ED-4DB2-BD59-A6C34878D82A}">
                    <a16:rowId xmlns:a16="http://schemas.microsoft.com/office/drawing/2014/main" val="3126853176"/>
                  </a:ext>
                </a:extLst>
              </a:tr>
              <a:tr h="416560">
                <a:tc>
                  <a:txBody>
                    <a:bodyPr/>
                    <a:lstStyle/>
                    <a:p>
                      <a:pPr marL="0" algn="l" rtl="0"/>
                      <a:r>
                        <a:rPr lang="pt-PT" dirty="0"/>
                        <a:t>2020</a:t>
                      </a:r>
                    </a:p>
                  </a:txBody>
                  <a:tcPr/>
                </a:tc>
                <a:tc>
                  <a:txBody>
                    <a:bodyPr/>
                    <a:lstStyle/>
                    <a:p>
                      <a:pPr marL="0" algn="l" rtl="0"/>
                      <a:r>
                        <a:rPr lang="pt-PT" dirty="0">
                          <a:highlight>
                            <a:srgbClr val="FFFF00"/>
                          </a:highlight>
                        </a:rPr>
                        <a:t>0101</a:t>
                      </a:r>
                    </a:p>
                  </a:txBody>
                  <a:tcPr/>
                </a:tc>
                <a:tc>
                  <a:txBody>
                    <a:bodyPr/>
                    <a:lstStyle/>
                    <a:p>
                      <a:pPr marL="0" algn="l" rtl="0"/>
                      <a:r>
                        <a:rPr lang="pt-PT" dirty="0"/>
                        <a:t>Andrew Smith</a:t>
                      </a:r>
                    </a:p>
                  </a:txBody>
                  <a:tcPr/>
                </a:tc>
                <a:extLst>
                  <a:ext uri="{0D108BD9-81ED-4DB2-BD59-A6C34878D82A}">
                    <a16:rowId xmlns:a16="http://schemas.microsoft.com/office/drawing/2014/main" val="548901858"/>
                  </a:ext>
                </a:extLst>
              </a:tr>
              <a:tr h="416560">
                <a:tc>
                  <a:txBody>
                    <a:bodyPr/>
                    <a:lstStyle/>
                    <a:p>
                      <a:pPr marL="0" algn="l" rtl="0"/>
                      <a:r>
                        <a:rPr lang="pt-PT" dirty="0"/>
                        <a:t>3030</a:t>
                      </a:r>
                    </a:p>
                  </a:txBody>
                  <a:tcPr/>
                </a:tc>
                <a:tc>
                  <a:txBody>
                    <a:bodyPr/>
                    <a:lstStyle/>
                    <a:p>
                      <a:pPr marL="0" algn="l" rtl="0"/>
                      <a:r>
                        <a:rPr lang="pt-PT" dirty="0">
                          <a:highlight>
                            <a:srgbClr val="FFFF00"/>
                          </a:highlight>
                        </a:rPr>
                        <a:t>0101</a:t>
                      </a:r>
                    </a:p>
                  </a:txBody>
                  <a:tcPr/>
                </a:tc>
                <a:tc>
                  <a:txBody>
                    <a:bodyPr/>
                    <a:lstStyle/>
                    <a:p>
                      <a:pPr marL="0" algn="l" rtl="0"/>
                      <a:r>
                        <a:rPr lang="pt-PT" dirty="0"/>
                        <a:t>Jennifer Vasquez</a:t>
                      </a:r>
                    </a:p>
                  </a:txBody>
                  <a:tcPr/>
                </a:tc>
                <a:extLst>
                  <a:ext uri="{0D108BD9-81ED-4DB2-BD59-A6C34878D82A}">
                    <a16:rowId xmlns:a16="http://schemas.microsoft.com/office/drawing/2014/main" val="2414281643"/>
                  </a:ext>
                </a:extLst>
              </a:tr>
              <a:tr h="416560">
                <a:tc>
                  <a:txBody>
                    <a:bodyPr/>
                    <a:lstStyle/>
                    <a:p>
                      <a:pPr marL="0" algn="l" rtl="0"/>
                      <a:r>
                        <a:rPr lang="pt-PT" dirty="0"/>
                        <a:t>4040</a:t>
                      </a:r>
                    </a:p>
                  </a:txBody>
                  <a:tcPr/>
                </a:tc>
                <a:tc>
                  <a:txBody>
                    <a:bodyPr/>
                    <a:lstStyle/>
                    <a:p>
                      <a:pPr marL="0" algn="l" rtl="0"/>
                      <a:r>
                        <a:rPr lang="pt-PT" dirty="0"/>
                        <a:t>0303</a:t>
                      </a:r>
                    </a:p>
                  </a:txBody>
                  <a:tcPr/>
                </a:tc>
                <a:tc>
                  <a:txBody>
                    <a:bodyPr/>
                    <a:lstStyle/>
                    <a:p>
                      <a:pPr marL="0" algn="l" rtl="0"/>
                      <a:r>
                        <a:rPr lang="pt-PT" dirty="0"/>
                        <a:t>Paul </a:t>
                      </a:r>
                      <a:r>
                        <a:rPr lang="pt-PT" dirty="0" err="1"/>
                        <a:t>O’Byrne</a:t>
                      </a:r>
                      <a:endParaRPr lang="pt-PT" dirty="0"/>
                    </a:p>
                  </a:txBody>
                  <a:tcPr/>
                </a:tc>
                <a:extLst>
                  <a:ext uri="{0D108BD9-81ED-4DB2-BD59-A6C34878D82A}">
                    <a16:rowId xmlns:a16="http://schemas.microsoft.com/office/drawing/2014/main" val="1548993118"/>
                  </a:ext>
                </a:extLst>
              </a:tr>
            </a:tbl>
          </a:graphicData>
        </a:graphic>
      </p:graphicFrame>
      <p:pic>
        <p:nvPicPr>
          <p:cNvPr id="9218" name="Picture 2" descr="Database Design: From Entity Relationship Diagrams to Physical Diagrams |  by Ashley Rapone | Medium">
            <a:extLst>
              <a:ext uri="{FF2B5EF4-FFF2-40B4-BE49-F238E27FC236}">
                <a16:creationId xmlns:a16="http://schemas.microsoft.com/office/drawing/2014/main" id="{9E23340F-1E5E-A7E0-8636-61DC6FB6BB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748" t="34169" r="41449" b="24670"/>
          <a:stretch/>
        </p:blipFill>
        <p:spPr bwMode="auto">
          <a:xfrm>
            <a:off x="4060559" y="4707045"/>
            <a:ext cx="1476649" cy="599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530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0" y="728016"/>
            <a:ext cx="3192669" cy="606705"/>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Many:Many</a:t>
            </a:r>
          </a:p>
        </p:txBody>
      </p:sp>
      <p:sp>
        <p:nvSpPr>
          <p:cNvPr id="4" name="object 4"/>
          <p:cNvSpPr txBox="1"/>
          <p:nvPr/>
        </p:nvSpPr>
        <p:spPr>
          <a:xfrm>
            <a:off x="1073911" y="1466954"/>
            <a:ext cx="8472170" cy="2210220"/>
          </a:xfrm>
          <a:prstGeom prst="rect">
            <a:avLst/>
          </a:prstGeom>
        </p:spPr>
        <p:txBody>
          <a:bodyPr vert="horz" wrap="square" lIns="0" tIns="106680" rIns="0" bIns="0" rtlCol="0">
            <a:spAutoFit/>
          </a:bodyPr>
          <a:lstStyle>
            <a:lvl1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a:lvl1pPr>
            <a:lvl2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a:lvl2pPr>
            <a:lvl3pPr marL="1001723" indent="-200345" defTabSz="801378">
              <a:lnSpc>
                <a:spcPct val="150000"/>
              </a:lnSpc>
              <a:spcBef>
                <a:spcPts val="439"/>
              </a:spcBef>
              <a:buFont typeface="Arial" panose="020B0604020202020204" pitchFamily="34" charset="0"/>
              <a:buChar char="•"/>
              <a:defRPr sz="2103"/>
            </a:lvl3pPr>
            <a:lvl4pPr marL="1402412" indent="-200345" defTabSz="801378">
              <a:lnSpc>
                <a:spcPct val="150000"/>
              </a:lnSpc>
              <a:spcBef>
                <a:spcPts val="439"/>
              </a:spcBef>
              <a:buFont typeface="Arial" panose="020B0604020202020204" pitchFamily="34" charset="0"/>
              <a:buChar char="•"/>
              <a:defRPr sz="1753"/>
            </a:lvl4pPr>
            <a:lvl5pPr marL="1803102" indent="-200345" defTabSz="801378">
              <a:lnSpc>
                <a:spcPct val="150000"/>
              </a:lnSpc>
              <a:spcBef>
                <a:spcPts val="439"/>
              </a:spcBef>
              <a:buFont typeface="Arial" panose="020B0604020202020204" pitchFamily="34" charset="0"/>
              <a:buChar char="•"/>
              <a:defRPr sz="1753"/>
            </a:lvl5pPr>
            <a:lvl6pPr marL="2203792" indent="-200345" defTabSz="801378">
              <a:lnSpc>
                <a:spcPct val="90000"/>
              </a:lnSpc>
              <a:spcBef>
                <a:spcPts val="439"/>
              </a:spcBef>
              <a:buFont typeface="Arial" panose="020B0604020202020204" pitchFamily="34" charset="0"/>
              <a:buChar char="•"/>
              <a:defRPr sz="1578"/>
            </a:lvl6pPr>
            <a:lvl7pPr marL="2604481" indent="-200345" defTabSz="801378">
              <a:lnSpc>
                <a:spcPct val="90000"/>
              </a:lnSpc>
              <a:spcBef>
                <a:spcPts val="439"/>
              </a:spcBef>
              <a:buFont typeface="Arial" panose="020B0604020202020204" pitchFamily="34" charset="0"/>
              <a:buChar char="•"/>
              <a:defRPr sz="1578"/>
            </a:lvl7pPr>
            <a:lvl8pPr marL="3005170" indent="-200345" defTabSz="801378">
              <a:lnSpc>
                <a:spcPct val="90000"/>
              </a:lnSpc>
              <a:spcBef>
                <a:spcPts val="439"/>
              </a:spcBef>
              <a:buFont typeface="Arial" panose="020B0604020202020204" pitchFamily="34" charset="0"/>
              <a:buChar char="•"/>
              <a:defRPr sz="1578"/>
            </a:lvl8pPr>
            <a:lvl9pPr marL="3405859" indent="-200345" defTabSz="801378">
              <a:lnSpc>
                <a:spcPct val="90000"/>
              </a:lnSpc>
              <a:spcBef>
                <a:spcPts val="439"/>
              </a:spcBef>
              <a:buFont typeface="Arial" panose="020B0604020202020204" pitchFamily="34" charset="0"/>
              <a:buChar char="•"/>
              <a:defRPr sz="1578"/>
            </a:lvl9pPr>
          </a:lstStyle>
          <a:p>
            <a:r>
              <a:rPr lang="en-IE" dirty="0"/>
              <a:t>Often with many to many relationships there is 	data associated with the relationship that cannot be</a:t>
            </a:r>
          </a:p>
          <a:p>
            <a:r>
              <a:rPr lang="en-IE" dirty="0"/>
              <a:t>attached sensibly to either entity.</a:t>
            </a:r>
          </a:p>
          <a:p>
            <a:r>
              <a:rPr lang="en-IE" dirty="0"/>
              <a:t>Attaching data to one or other entity results in repeating  data (redundancy)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728016"/>
            <a:ext cx="6144997" cy="606705"/>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Resolving Many:Many</a:t>
            </a:r>
          </a:p>
        </p:txBody>
      </p:sp>
      <p:sp>
        <p:nvSpPr>
          <p:cNvPr id="4" name="object 4"/>
          <p:cNvSpPr txBox="1"/>
          <p:nvPr/>
        </p:nvSpPr>
        <p:spPr>
          <a:xfrm>
            <a:off x="936566" y="1372647"/>
            <a:ext cx="8829734" cy="5242204"/>
          </a:xfrm>
          <a:prstGeom prst="rect">
            <a:avLst/>
          </a:prstGeom>
        </p:spPr>
        <p:txBody>
          <a:bodyPr vert="horz" wrap="square" lIns="0" tIns="106680" rIns="0" bIns="0" rtlCol="0">
            <a:spAutoFit/>
          </a:bodyPr>
          <a:lstStyle/>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500" dirty="0"/>
              <a:t>Introduce a Weak Entity</a:t>
            </a:r>
          </a:p>
          <a:p>
            <a:pPr marL="696115" marR="5080"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sz="2500" dirty="0"/>
              <a:t>The primary key of a weak entity is always the  combination of the primary keys of the entities in the  relationship it is resolving</a:t>
            </a:r>
            <a:endParaRPr lang="pt-BR" sz="2500" dirty="0"/>
          </a:p>
          <a:p>
            <a:pPr marL="55895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Why is it weak?</a:t>
            </a:r>
          </a:p>
          <a:p>
            <a: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It cannot exist independently of its parent tables</a:t>
            </a:r>
          </a:p>
          <a:p>
            <a: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Logically/Conceptually it has no purpose</a:t>
            </a:r>
          </a:p>
          <a:p>
            <a:pPr marL="1024410" lvl="2"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500" dirty="0"/>
              <a:t>It only exists to facilitate the physical relational model</a:t>
            </a:r>
            <a:endParaRPr sz="2700" dirty="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0156" y="415348"/>
            <a:ext cx="10105437"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spc="-20" dirty="0"/>
              <a:t>Identifying vs Non-Identifying Relationship</a:t>
            </a:r>
          </a:p>
        </p:txBody>
      </p:sp>
      <p:sp>
        <p:nvSpPr>
          <p:cNvPr id="4" name="object 4"/>
          <p:cNvSpPr txBox="1"/>
          <p:nvPr/>
        </p:nvSpPr>
        <p:spPr>
          <a:xfrm>
            <a:off x="234132" y="1401986"/>
            <a:ext cx="9865096" cy="3629776"/>
          </a:xfrm>
          <a:prstGeom prst="rect">
            <a:avLst/>
          </a:prstGeom>
        </p:spPr>
        <p:txBody>
          <a:bodyPr vert="horz" wrap="square" lIns="0" tIns="106680" rIns="0" bIns="0" rtlCol="0">
            <a:spAutoFit/>
          </a:bodyPr>
          <a:lstStyle>
            <a:defPPr>
              <a:defRPr lang="en-SI"/>
            </a:defPPr>
            <a:lvl1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a:lvl1pPr>
            <a:lvl2pPr marL="734850" lvl="1"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a:lvl2pPr>
            <a:lvl3pPr marL="1024410" lvl="2"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500"/>
            </a:lvl3pPr>
          </a:lstStyle>
          <a:p>
            <a:r>
              <a:rPr dirty="0"/>
              <a:t>Identifying</a:t>
            </a:r>
            <a:r>
              <a:rPr lang="pt-BR" dirty="0"/>
              <a:t>: </a:t>
            </a:r>
            <a:r>
              <a:rPr lang="pt-BR" dirty="0" err="1"/>
              <a:t>i</a:t>
            </a:r>
            <a:r>
              <a:rPr dirty="0"/>
              <a:t>f</a:t>
            </a:r>
            <a:r>
              <a:rPr lang="pt-BR" dirty="0"/>
              <a:t> </a:t>
            </a:r>
            <a:r>
              <a:rPr dirty="0"/>
              <a:t>the foreign key is part of the primary key it is identifying</a:t>
            </a:r>
            <a:r>
              <a:rPr lang="pt-BR" dirty="0"/>
              <a:t>,</a:t>
            </a:r>
            <a:r>
              <a:rPr dirty="0"/>
              <a:t> and the relationship between the two entities is an identifying relationship</a:t>
            </a:r>
          </a:p>
          <a:p>
            <a:r>
              <a:rPr dirty="0"/>
              <a:t>Non-identifying</a:t>
            </a:r>
            <a:r>
              <a:rPr lang="pt-BR" dirty="0"/>
              <a:t>: i</a:t>
            </a:r>
            <a:r>
              <a:rPr dirty="0"/>
              <a:t>f the foreign key is not part of the primary key it is non-identifying and the relationship between the two entities is a non-identifying relationship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759271"/>
            <a:ext cx="6417945" cy="544195"/>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2017/2018</a:t>
            </a:r>
          </a:p>
        </p:txBody>
      </p:sp>
      <p:pic>
        <p:nvPicPr>
          <p:cNvPr id="11" name="Picture 10">
            <a:extLst>
              <a:ext uri="{FF2B5EF4-FFF2-40B4-BE49-F238E27FC236}">
                <a16:creationId xmlns:a16="http://schemas.microsoft.com/office/drawing/2014/main" id="{4F1E7AB8-CB84-3348-8A3C-67C79B4A1C3E}"/>
              </a:ext>
            </a:extLst>
          </p:cNvPr>
          <p:cNvPicPr/>
          <p:nvPr/>
        </p:nvPicPr>
        <p:blipFill>
          <a:blip r:embed="rId2"/>
          <a:stretch>
            <a:fillRect/>
          </a:stretch>
        </p:blipFill>
        <p:spPr>
          <a:xfrm>
            <a:off x="387825" y="1671319"/>
            <a:ext cx="9917750" cy="4923979"/>
          </a:xfrm>
          <a:prstGeom prst="rect">
            <a:avLst/>
          </a:prstGeom>
        </p:spPr>
      </p:pic>
    </p:spTree>
    <p:extLst>
      <p:ext uri="{BB962C8B-B14F-4D97-AF65-F5344CB8AC3E}">
        <p14:creationId xmlns:p14="http://schemas.microsoft.com/office/powerpoint/2010/main" val="1470253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759271"/>
            <a:ext cx="6417945" cy="544195"/>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2017/2018</a:t>
            </a:r>
          </a:p>
        </p:txBody>
      </p:sp>
      <p:sp>
        <p:nvSpPr>
          <p:cNvPr id="10" name="Rectangle 9">
            <a:extLst>
              <a:ext uri="{FF2B5EF4-FFF2-40B4-BE49-F238E27FC236}">
                <a16:creationId xmlns:a16="http://schemas.microsoft.com/office/drawing/2014/main" id="{333787EC-278D-424F-B9E1-CC04D3885E98}"/>
              </a:ext>
            </a:extLst>
          </p:cNvPr>
          <p:cNvSpPr/>
          <p:nvPr/>
        </p:nvSpPr>
        <p:spPr>
          <a:xfrm>
            <a:off x="306140" y="1473994"/>
            <a:ext cx="9619490" cy="4509248"/>
          </a:xfrm>
          <a:prstGeom prst="rect">
            <a:avLst/>
          </a:prstGeom>
        </p:spPr>
        <p:txBody>
          <a:bodyPr vert="horz" wrap="square" lIns="0" tIns="106680" rIns="0" bIns="0" rtlCol="0">
            <a:spAutoFit/>
          </a:bodyPr>
          <a:lstStyle/>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400" dirty="0"/>
              <a:t>For each of the following concepts provide a clear explanation of the concept and identify an example of it from the diagram above:</a:t>
            </a:r>
          </a:p>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400" dirty="0"/>
              <a:t>Entity</a:t>
            </a:r>
            <a:endParaRPr lang="en-IE" sz="2400" dirty="0"/>
          </a:p>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400" dirty="0"/>
              <a:t>Attribute</a:t>
            </a:r>
            <a:endParaRPr lang="en-IE" sz="2400" dirty="0"/>
          </a:p>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400" dirty="0"/>
              <a:t> Primary Key</a:t>
            </a:r>
            <a:endParaRPr lang="en-IE" sz="2400" dirty="0"/>
          </a:p>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GB" sz="2400" dirty="0"/>
              <a:t> Foreign Key</a:t>
            </a:r>
          </a:p>
          <a:p>
            <a: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pPr>
            <a:r>
              <a:rPr lang="en-IE" sz="2400" b="1" dirty="0"/>
              <a:t>Identifying Relationship</a:t>
            </a:r>
          </a:p>
        </p:txBody>
      </p:sp>
    </p:spTree>
    <p:extLst>
      <p:ext uri="{BB962C8B-B14F-4D97-AF65-F5344CB8AC3E}">
        <p14:creationId xmlns:p14="http://schemas.microsoft.com/office/powerpoint/2010/main" val="663507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1073911" y="759271"/>
            <a:ext cx="81589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2017/2018 - answer</a:t>
            </a:r>
          </a:p>
        </p:txBody>
      </p:sp>
      <p:pic>
        <p:nvPicPr>
          <p:cNvPr id="11" name="Picture 10">
            <a:extLst>
              <a:ext uri="{FF2B5EF4-FFF2-40B4-BE49-F238E27FC236}">
                <a16:creationId xmlns:a16="http://schemas.microsoft.com/office/drawing/2014/main" id="{4F1E7AB8-CB84-3348-8A3C-67C79B4A1C3E}"/>
              </a:ext>
            </a:extLst>
          </p:cNvPr>
          <p:cNvPicPr/>
          <p:nvPr/>
        </p:nvPicPr>
        <p:blipFill>
          <a:blip r:embed="rId2"/>
          <a:stretch>
            <a:fillRect/>
          </a:stretch>
        </p:blipFill>
        <p:spPr>
          <a:xfrm>
            <a:off x="387825" y="1671319"/>
            <a:ext cx="9917750" cy="4923979"/>
          </a:xfrm>
          <a:prstGeom prst="rect">
            <a:avLst/>
          </a:prstGeom>
        </p:spPr>
      </p:pic>
      <p:sp>
        <p:nvSpPr>
          <p:cNvPr id="4" name="Rectangle 3">
            <a:extLst>
              <a:ext uri="{FF2B5EF4-FFF2-40B4-BE49-F238E27FC236}">
                <a16:creationId xmlns:a16="http://schemas.microsoft.com/office/drawing/2014/main" id="{D95572FA-32A9-834C-A5BB-82D7FD1A9B97}"/>
              </a:ext>
            </a:extLst>
          </p:cNvPr>
          <p:cNvSpPr/>
          <p:nvPr/>
        </p:nvSpPr>
        <p:spPr>
          <a:xfrm>
            <a:off x="698500" y="1568450"/>
            <a:ext cx="8968680" cy="2362200"/>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696467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E31B-DC30-8CA1-B394-37182B13F18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A769044-D51A-AC85-2B6F-89401F18EB76}"/>
              </a:ext>
            </a:extLst>
          </p:cNvPr>
          <p:cNvSpPr txBox="1">
            <a:spLocks noGrp="1"/>
          </p:cNvSpPr>
          <p:nvPr>
            <p:ph type="title"/>
          </p:nvPr>
        </p:nvSpPr>
        <p:spPr>
          <a:xfrm>
            <a:off x="1073911" y="759271"/>
            <a:ext cx="81589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2023/2024 - answer</a:t>
            </a:r>
          </a:p>
        </p:txBody>
      </p:sp>
      <p:sp>
        <p:nvSpPr>
          <p:cNvPr id="6" name="TextBox 5">
            <a:extLst>
              <a:ext uri="{FF2B5EF4-FFF2-40B4-BE49-F238E27FC236}">
                <a16:creationId xmlns:a16="http://schemas.microsoft.com/office/drawing/2014/main" id="{7AFC6A46-C7A0-D55B-C1B4-08CB15BCC3CB}"/>
              </a:ext>
            </a:extLst>
          </p:cNvPr>
          <p:cNvSpPr txBox="1"/>
          <p:nvPr/>
        </p:nvSpPr>
        <p:spPr>
          <a:xfrm>
            <a:off x="0" y="1824840"/>
            <a:ext cx="4104456" cy="3756349"/>
          </a:xfrm>
          <a:prstGeom prst="rect">
            <a:avLst/>
          </a:prstGeom>
        </p:spPr>
        <p:txBody>
          <a:bodyPr vert="horz" wrap="square" lIns="0" tIns="106680" rIns="0" bIns="0" rtlCol="0">
            <a:spAutoFit/>
          </a:bodyPr>
          <a:lstStyle>
            <a:defPPr>
              <a:defRPr lang="en-SI"/>
            </a:defPPr>
            <a:lvl1pPr marL="696115" indent="-200505" defTabSz="802020">
              <a:lnSpc>
                <a:spcPct val="150000"/>
              </a:lnSpc>
              <a:spcBef>
                <a:spcPts val="877"/>
              </a:spcBef>
              <a:buClr>
                <a:srgbClr val="9FB8CD"/>
              </a:buClr>
              <a:buSzPct val="77777"/>
              <a:buFont typeface="Arial" panose="020B0604020202020204" pitchFamily="34" charset="0"/>
              <a:buChar char="•"/>
              <a:tabLst>
                <a:tab pos="302260" algn="l"/>
                <a:tab pos="302895" algn="l"/>
              </a:tabLst>
              <a:defRPr sz="2400"/>
            </a:lvl1pPr>
          </a:lstStyle>
          <a:p>
            <a:pPr marL="495610" indent="0">
              <a:buNone/>
            </a:pPr>
            <a:r>
              <a:rPr lang="en-GB" sz="2000" dirty="0"/>
              <a:t>Using the given ERD for the Movies database as a reference, propose and describe a new entity, its attributes, and its relationships with existing entities. Make it relevant to a movie database scenario.</a:t>
            </a:r>
          </a:p>
        </p:txBody>
      </p:sp>
      <p:pic>
        <p:nvPicPr>
          <p:cNvPr id="1026" name="Picture 2">
            <a:extLst>
              <a:ext uri="{FF2B5EF4-FFF2-40B4-BE49-F238E27FC236}">
                <a16:creationId xmlns:a16="http://schemas.microsoft.com/office/drawing/2014/main" id="{9CF020F5-5C6D-3CEA-B352-7C33FA45C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456" y="1876097"/>
            <a:ext cx="6344251" cy="388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962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1A71-D288-7740-2D7B-A3286583B67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6D0AFF8-5B8B-AA97-C0BF-B5D6E4C85D7F}"/>
              </a:ext>
            </a:extLst>
          </p:cNvPr>
          <p:cNvSpPr txBox="1">
            <a:spLocks noGrp="1"/>
          </p:cNvSpPr>
          <p:nvPr>
            <p:ph type="title"/>
          </p:nvPr>
        </p:nvSpPr>
        <p:spPr>
          <a:xfrm>
            <a:off x="1073911" y="759271"/>
            <a:ext cx="81589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Winter exam – 2023/2024 - answer</a:t>
            </a:r>
          </a:p>
        </p:txBody>
      </p:sp>
      <p:sp>
        <p:nvSpPr>
          <p:cNvPr id="5" name="TextBox 4">
            <a:extLst>
              <a:ext uri="{FF2B5EF4-FFF2-40B4-BE49-F238E27FC236}">
                <a16:creationId xmlns:a16="http://schemas.microsoft.com/office/drawing/2014/main" id="{8F2DFB59-FE51-B3BB-1246-A02E8B834764}"/>
              </a:ext>
            </a:extLst>
          </p:cNvPr>
          <p:cNvSpPr txBox="1"/>
          <p:nvPr/>
        </p:nvSpPr>
        <p:spPr>
          <a:xfrm>
            <a:off x="90116" y="1699516"/>
            <a:ext cx="10369152" cy="5232202"/>
          </a:xfrm>
          <a:prstGeom prst="rect">
            <a:avLst/>
          </a:prstGeom>
        </p:spPr>
        <p:txBody>
          <a:bodyPr vert="horz" wrap="square" lIns="0" tIns="106680" rIns="0" bIns="0" rtlCol="0">
            <a:spAutoFit/>
          </a:bodyPr>
          <a:lstStyle>
            <a:defPPr>
              <a:defRPr lang="en-SI"/>
            </a:defPPr>
            <a:lvl1pPr marL="495610" indent="0" defTabSz="802020">
              <a:lnSpc>
                <a:spcPct val="150000"/>
              </a:lnSpc>
              <a:spcBef>
                <a:spcPts val="877"/>
              </a:spcBef>
              <a:buClr>
                <a:srgbClr val="9FB8CD"/>
              </a:buClr>
              <a:buSzPct val="77777"/>
              <a:buFont typeface="Arial" panose="020B0604020202020204" pitchFamily="34" charset="0"/>
              <a:buNone/>
              <a:tabLst>
                <a:tab pos="302260" algn="l"/>
                <a:tab pos="302895" algn="l"/>
              </a:tabLst>
              <a:defRPr sz="2000"/>
            </a:lvl1pPr>
          </a:lstStyle>
          <a:p>
            <a:pPr>
              <a:lnSpc>
                <a:spcPct val="100000"/>
              </a:lnSpc>
            </a:pPr>
            <a:r>
              <a:rPr lang="en-GB" dirty="0"/>
              <a:t>Entity Name: Awards</a:t>
            </a:r>
          </a:p>
          <a:p>
            <a:pPr>
              <a:lnSpc>
                <a:spcPct val="100000"/>
              </a:lnSpc>
            </a:pPr>
            <a:r>
              <a:rPr lang="en-GB" dirty="0"/>
              <a:t>Attributes:</a:t>
            </a:r>
          </a:p>
          <a:p>
            <a:pPr marL="742950" lvl="1" indent="-285750">
              <a:buFont typeface="Arial" panose="020B0604020202020204" pitchFamily="34" charset="0"/>
              <a:buChar char="•"/>
            </a:pPr>
            <a:r>
              <a:rPr lang="en-GB" dirty="0" err="1"/>
              <a:t>AwardID</a:t>
            </a:r>
            <a:r>
              <a:rPr lang="en-GB" dirty="0"/>
              <a:t> (Primary Key)</a:t>
            </a:r>
          </a:p>
          <a:p>
            <a:pPr marL="742950" lvl="1" indent="-285750">
              <a:buFont typeface="Arial" panose="020B0604020202020204" pitchFamily="34" charset="0"/>
              <a:buChar char="•"/>
            </a:pPr>
            <a:r>
              <a:rPr lang="en-GB" dirty="0" err="1"/>
              <a:t>MovieID</a:t>
            </a:r>
            <a:r>
              <a:rPr lang="en-GB" dirty="0"/>
              <a:t> (Foreign Key)</a:t>
            </a:r>
          </a:p>
          <a:p>
            <a:pPr marL="742950" lvl="1" indent="-285750">
              <a:buFont typeface="Arial" panose="020B0604020202020204" pitchFamily="34" charset="0"/>
              <a:buChar char="•"/>
            </a:pPr>
            <a:r>
              <a:rPr lang="en-GB" dirty="0" err="1"/>
              <a:t>ActorID</a:t>
            </a:r>
            <a:r>
              <a:rPr lang="en-GB" dirty="0"/>
              <a:t> (Foreign Key)</a:t>
            </a:r>
          </a:p>
          <a:p>
            <a:pPr marL="742950" lvl="1" indent="-285750">
              <a:buFont typeface="Arial" panose="020B0604020202020204" pitchFamily="34" charset="0"/>
              <a:buChar char="•"/>
            </a:pPr>
            <a:r>
              <a:rPr lang="en-GB" dirty="0" err="1"/>
              <a:t>AwardName</a:t>
            </a:r>
            <a:endParaRPr lang="en-GB" dirty="0"/>
          </a:p>
          <a:p>
            <a:pPr marL="742950" lvl="1" indent="-285750">
              <a:buFont typeface="Arial" panose="020B0604020202020204" pitchFamily="34" charset="0"/>
              <a:buChar char="•"/>
            </a:pPr>
            <a:r>
              <a:rPr lang="en-GB" dirty="0"/>
              <a:t>Category</a:t>
            </a:r>
          </a:p>
          <a:p>
            <a:pPr marL="742950" lvl="1" indent="-285750">
              <a:buFont typeface="Arial" panose="020B0604020202020204" pitchFamily="34" charset="0"/>
              <a:buChar char="•"/>
            </a:pPr>
            <a:r>
              <a:rPr lang="en-GB" dirty="0"/>
              <a:t>Year</a:t>
            </a:r>
          </a:p>
          <a:p>
            <a:pPr>
              <a:lnSpc>
                <a:spcPct val="100000"/>
              </a:lnSpc>
            </a:pPr>
            <a:r>
              <a:rPr lang="en-GB" dirty="0"/>
              <a:t>Relationships:</a:t>
            </a:r>
          </a:p>
          <a:p>
            <a:pPr>
              <a:lnSpc>
                <a:spcPct val="100000"/>
              </a:lnSpc>
            </a:pPr>
            <a:r>
              <a:rPr lang="en-GB" dirty="0"/>
              <a:t>Each movie can have multiple awards (One-to-Many with Movie).</a:t>
            </a:r>
          </a:p>
          <a:p>
            <a:pPr>
              <a:lnSpc>
                <a:spcPct val="100000"/>
              </a:lnSpc>
            </a:pPr>
            <a:r>
              <a:rPr lang="en-GB" dirty="0"/>
              <a:t>Each actor can have multiple awards (One-to-Many with Actor).</a:t>
            </a:r>
          </a:p>
          <a:p>
            <a:pPr>
              <a:lnSpc>
                <a:spcPct val="100000"/>
              </a:lnSpc>
            </a:pPr>
            <a:r>
              <a:rPr lang="en-GB" dirty="0"/>
              <a:t>Description:</a:t>
            </a:r>
          </a:p>
          <a:p>
            <a:pPr>
              <a:lnSpc>
                <a:spcPct val="100000"/>
              </a:lnSpc>
            </a:pPr>
            <a:r>
              <a:rPr lang="en-GB" dirty="0"/>
              <a:t>The "Awards" entity tracks awards received by movies and actors. It includes details like award name, category, and year. This entity enriches the movie database by showcasing recognition and achievements.</a:t>
            </a:r>
          </a:p>
        </p:txBody>
      </p:sp>
    </p:spTree>
    <p:extLst>
      <p:ext uri="{BB962C8B-B14F-4D97-AF65-F5344CB8AC3E}">
        <p14:creationId xmlns:p14="http://schemas.microsoft.com/office/powerpoint/2010/main" val="4011930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B8C24-3E2C-F5AF-A176-546328EFB06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CD458D9-6E84-E6F4-80A8-6F1A323C7F71}"/>
              </a:ext>
            </a:extLst>
          </p:cNvPr>
          <p:cNvSpPr txBox="1">
            <a:spLocks noGrp="1"/>
          </p:cNvSpPr>
          <p:nvPr>
            <p:ph type="title"/>
          </p:nvPr>
        </p:nvSpPr>
        <p:spPr>
          <a:xfrm>
            <a:off x="1602284" y="2698130"/>
            <a:ext cx="8158989" cy="126534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What if you were asked to provide the code?</a:t>
            </a:r>
          </a:p>
        </p:txBody>
      </p:sp>
    </p:spTree>
    <p:extLst>
      <p:ext uri="{BB962C8B-B14F-4D97-AF65-F5344CB8AC3E}">
        <p14:creationId xmlns:p14="http://schemas.microsoft.com/office/powerpoint/2010/main" val="3037977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0DD14-A97D-BC44-5817-F319AB03B55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5361C4-69B7-CA35-EEC1-B63FBDA612FA}"/>
              </a:ext>
            </a:extLst>
          </p:cNvPr>
          <p:cNvSpPr txBox="1"/>
          <p:nvPr/>
        </p:nvSpPr>
        <p:spPr>
          <a:xfrm>
            <a:off x="6282804" y="1401986"/>
            <a:ext cx="3907840" cy="2492990"/>
          </a:xfrm>
          <a:prstGeom prst="rect">
            <a:avLst/>
          </a:prstGeom>
        </p:spPr>
        <p:txBody>
          <a:bodyPr vert="horz" wrap="square" lIns="0" tIns="106680" rIns="0" bIns="0" rtlCol="0">
            <a:spAutoFit/>
          </a:bodyPr>
          <a:lstStyle>
            <a:defPPr>
              <a:defRPr lang="en-SI"/>
            </a:defPPr>
            <a:lvl1pPr marL="495610" indent="0" defTabSz="802020">
              <a:lnSpc>
                <a:spcPct val="150000"/>
              </a:lnSpc>
              <a:spcBef>
                <a:spcPts val="877"/>
              </a:spcBef>
              <a:buClr>
                <a:srgbClr val="9FB8CD"/>
              </a:buClr>
              <a:buSzPct val="77777"/>
              <a:buFont typeface="Arial" panose="020B0604020202020204" pitchFamily="34" charset="0"/>
              <a:buNone/>
              <a:tabLst>
                <a:tab pos="302260" algn="l"/>
                <a:tab pos="302895" algn="l"/>
              </a:tabLst>
              <a:defRPr sz="2000"/>
            </a:lvl1pPr>
          </a:lstStyle>
          <a:p>
            <a:pPr>
              <a:lnSpc>
                <a:spcPct val="100000"/>
              </a:lnSpc>
            </a:pPr>
            <a:r>
              <a:rPr lang="en-GB" dirty="0"/>
              <a:t>Propose a new entity for the </a:t>
            </a:r>
            <a:r>
              <a:rPr lang="en-GB" dirty="0" err="1"/>
              <a:t>FitLife</a:t>
            </a:r>
            <a:r>
              <a:rPr lang="en-GB" dirty="0"/>
              <a:t> database and provide the SQL code to create the entity with its attributes, data types, and other constraints.</a:t>
            </a:r>
          </a:p>
          <a:p>
            <a:pPr>
              <a:lnSpc>
                <a:spcPct val="100000"/>
              </a:lnSpc>
            </a:pPr>
            <a:endParaRPr lang="en-GB" dirty="0"/>
          </a:p>
          <a:p>
            <a:pPr>
              <a:lnSpc>
                <a:spcPct val="100000"/>
              </a:lnSpc>
            </a:pPr>
            <a:r>
              <a:rPr lang="en-GB" dirty="0"/>
              <a:t>Sample solution:</a:t>
            </a:r>
          </a:p>
        </p:txBody>
      </p:sp>
      <p:sp>
        <p:nvSpPr>
          <p:cNvPr id="6" name="object 3">
            <a:extLst>
              <a:ext uri="{FF2B5EF4-FFF2-40B4-BE49-F238E27FC236}">
                <a16:creationId xmlns:a16="http://schemas.microsoft.com/office/drawing/2014/main" id="{1B05C2E9-96D5-A26A-AD12-47A72CFC6F7B}"/>
              </a:ext>
            </a:extLst>
          </p:cNvPr>
          <p:cNvSpPr txBox="1">
            <a:spLocks noGrp="1"/>
          </p:cNvSpPr>
          <p:nvPr>
            <p:ph type="title"/>
          </p:nvPr>
        </p:nvSpPr>
        <p:spPr>
          <a:xfrm>
            <a:off x="90116" y="0"/>
            <a:ext cx="9385357"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Semester 2 exam – 2024/2025 – TU857</a:t>
            </a:r>
          </a:p>
        </p:txBody>
      </p:sp>
      <p:pic>
        <p:nvPicPr>
          <p:cNvPr id="8" name="Picture 7" descr="A screenshot of a computer&#10;&#10;AI-generated content may be incorrect.">
            <a:extLst>
              <a:ext uri="{FF2B5EF4-FFF2-40B4-BE49-F238E27FC236}">
                <a16:creationId xmlns:a16="http://schemas.microsoft.com/office/drawing/2014/main" id="{91074C71-E316-0583-EB87-477A41494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16" y="1257970"/>
            <a:ext cx="6018688" cy="4968552"/>
          </a:xfrm>
          <a:prstGeom prst="rect">
            <a:avLst/>
          </a:prstGeom>
        </p:spPr>
      </p:pic>
      <p:sp>
        <p:nvSpPr>
          <p:cNvPr id="10" name="TextBox 9">
            <a:extLst>
              <a:ext uri="{FF2B5EF4-FFF2-40B4-BE49-F238E27FC236}">
                <a16:creationId xmlns:a16="http://schemas.microsoft.com/office/drawing/2014/main" id="{B2F5F4FD-753F-B7C2-2C16-D4FE9F2A7809}"/>
              </a:ext>
            </a:extLst>
          </p:cNvPr>
          <p:cNvSpPr txBox="1"/>
          <p:nvPr/>
        </p:nvSpPr>
        <p:spPr>
          <a:xfrm>
            <a:off x="6307947" y="4138290"/>
            <a:ext cx="4166467" cy="3139321"/>
          </a:xfrm>
          <a:prstGeom prst="rect">
            <a:avLst/>
          </a:prstGeom>
          <a:noFill/>
        </p:spPr>
        <p:txBody>
          <a:bodyPr wrap="square">
            <a:spAutoFit/>
          </a:bodyPr>
          <a:lstStyle/>
          <a:p>
            <a:pPr>
              <a:buNone/>
            </a:pPr>
            <a:r>
              <a:rPr lang="en-US" sz="1800" dirty="0">
                <a:solidFill>
                  <a:srgbClr val="0000FF"/>
                </a:solidFill>
                <a:effectLst/>
                <a:latin typeface="Menlo" panose="020B0609030804020204" pitchFamily="49" charset="0"/>
                <a:ea typeface="Times New Roman" panose="02020603050405020304" pitchFamily="18" charset="0"/>
              </a:rPr>
              <a:t>CREATE</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TABLE</a:t>
            </a:r>
            <a:r>
              <a:rPr lang="en-US" sz="1800" dirty="0">
                <a:solidFill>
                  <a:srgbClr val="000000"/>
                </a:solidFill>
                <a:effectLst/>
                <a:latin typeface="Menlo" panose="020B0609030804020204" pitchFamily="49" charset="0"/>
                <a:ea typeface="Times New Roman" panose="02020603050405020304" pitchFamily="18" charset="0"/>
              </a:rPr>
              <a:t> Achievement (</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AchievementID</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SERIAL</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PRIMARY</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KEY</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UserID</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INT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NOT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NULL</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AchievementName</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VARCHAR</a:t>
            </a:r>
            <a:r>
              <a:rPr lang="en-US" sz="1800" dirty="0">
                <a:solidFill>
                  <a:srgbClr val="000000"/>
                </a:solidFill>
                <a:effectLst/>
                <a:latin typeface="Menlo" panose="020B0609030804020204" pitchFamily="49" charset="0"/>
                <a:ea typeface="Times New Roman" panose="02020603050405020304" pitchFamily="18" charset="0"/>
              </a:rPr>
              <a:t>(</a:t>
            </a:r>
            <a:r>
              <a:rPr lang="en-US" sz="1800" dirty="0">
                <a:solidFill>
                  <a:srgbClr val="098658"/>
                </a:solidFill>
                <a:effectLst/>
                <a:latin typeface="Menlo" panose="020B0609030804020204" pitchFamily="49" charset="0"/>
                <a:ea typeface="Times New Roman" panose="02020603050405020304" pitchFamily="18" charset="0"/>
              </a:rPr>
              <a:t>100</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NOT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NULL</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DateEarned</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DATE</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FOREIGN KEY</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UserID</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REFERENCES</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a:t>
            </a:r>
            <a:r>
              <a:rPr lang="en-US" sz="1800" dirty="0">
                <a:solidFill>
                  <a:srgbClr val="000000"/>
                </a:solidFill>
                <a:effectLst/>
                <a:latin typeface="Menlo" panose="020B0609030804020204" pitchFamily="49" charset="0"/>
                <a:ea typeface="Times New Roman" panose="02020603050405020304" pitchFamily="18" charset="0"/>
              </a:rPr>
              <a:t>(</a:t>
            </a:r>
            <a:r>
              <a:rPr lang="en-US" sz="1800" dirty="0" err="1">
                <a:solidFill>
                  <a:srgbClr val="000000"/>
                </a:solidFill>
                <a:effectLst/>
                <a:latin typeface="Menlo" panose="020B0609030804020204" pitchFamily="49" charset="0"/>
                <a:ea typeface="Times New Roman" panose="02020603050405020304" pitchFamily="18" charset="0"/>
              </a:rPr>
              <a:t>UserID</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487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054B31B-F62C-E74A-B616-CD454B0616AB}"/>
              </a:ext>
            </a:extLst>
          </p:cNvPr>
          <p:cNvSpPr txBox="1"/>
          <p:nvPr/>
        </p:nvSpPr>
        <p:spPr>
          <a:xfrm>
            <a:off x="619900" y="2126862"/>
            <a:ext cx="9453600" cy="4339650"/>
          </a:xfrm>
          <a:prstGeom prst="rect">
            <a:avLst/>
          </a:prstGeom>
          <a:noFill/>
        </p:spPr>
        <p:txBody>
          <a:bodyPr wrap="square">
            <a:spAutoFit/>
          </a:bodyPr>
          <a:lstStyle/>
          <a:p>
            <a:pPr marL="269262" indent="-269262">
              <a:buFont typeface="Arial" panose="020B0604020202020204" pitchFamily="34" charset="0"/>
              <a:buChar char="•"/>
            </a:pPr>
            <a:r>
              <a:rPr lang="en-IE" sz="2300" dirty="0">
                <a:latin typeface="Helvetica" pitchFamily="2" charset="0"/>
              </a:rPr>
              <a:t>A formal process involves reflecting on tables, attributes, and relationships to be created when developing a database most efficiently.</a:t>
            </a:r>
          </a:p>
          <a:p>
            <a:pPr marL="269262" indent="-269262">
              <a:buFont typeface="Arial" panose="020B0604020202020204" pitchFamily="34" charset="0"/>
              <a:buChar char="•"/>
            </a:pPr>
            <a:endParaRPr lang="en-IE" sz="2300" dirty="0">
              <a:latin typeface="Helvetica" pitchFamily="2" charset="0"/>
            </a:endParaRPr>
          </a:p>
          <a:p>
            <a:pPr marL="269262" indent="-269262">
              <a:buFont typeface="Arial" panose="020B0604020202020204" pitchFamily="34" charset="0"/>
              <a:buChar char="•"/>
            </a:pPr>
            <a:r>
              <a:rPr lang="en-IE" sz="2300" dirty="0">
                <a:latin typeface="Helvetica" pitchFamily="2" charset="0"/>
              </a:rPr>
              <a:t>The objective of normalisation is </a:t>
            </a:r>
            <a:r>
              <a:rPr lang="en-IE" sz="2300" b="1" dirty="0">
                <a:latin typeface="Helvetica" pitchFamily="2" charset="0"/>
              </a:rPr>
              <a:t>to create relations where every dependency is on the key, the whole key, and nothing but the key</a:t>
            </a:r>
            <a:r>
              <a:rPr lang="en-IE" sz="2300" dirty="0">
                <a:latin typeface="Helvetica" pitchFamily="2" charset="0"/>
              </a:rPr>
              <a:t>.</a:t>
            </a:r>
          </a:p>
          <a:p>
            <a:pPr marL="269262" indent="-269262">
              <a:buFont typeface="Arial" panose="020B0604020202020204" pitchFamily="34" charset="0"/>
              <a:buChar char="•"/>
            </a:pPr>
            <a:endParaRPr lang="en-IE" sz="2300" dirty="0">
              <a:latin typeface="Helvetica" pitchFamily="2" charset="0"/>
            </a:endParaRPr>
          </a:p>
          <a:p>
            <a:pPr marL="269262" indent="-269262">
              <a:buFont typeface="Arial" panose="020B0604020202020204" pitchFamily="34" charset="0"/>
              <a:buChar char="•"/>
            </a:pPr>
            <a:r>
              <a:rPr lang="en-IE" sz="2300" dirty="0">
                <a:latin typeface="Helvetica" pitchFamily="2" charset="0"/>
              </a:rPr>
              <a:t>Normalisation reduces </a:t>
            </a:r>
            <a:r>
              <a:rPr lang="en-IE" sz="2300" b="1" dirty="0">
                <a:latin typeface="Helvetica" pitchFamily="2" charset="0"/>
              </a:rPr>
              <a:t>data redundancy </a:t>
            </a:r>
            <a:r>
              <a:rPr lang="en-IE" sz="2300" dirty="0">
                <a:latin typeface="Helvetica" pitchFamily="2" charset="0"/>
              </a:rPr>
              <a:t>and increases </a:t>
            </a:r>
            <a:r>
              <a:rPr lang="en-IE" sz="2300" b="1" dirty="0">
                <a:latin typeface="Helvetica" pitchFamily="2" charset="0"/>
              </a:rPr>
              <a:t>data integrity</a:t>
            </a:r>
            <a:r>
              <a:rPr lang="en-IE" sz="2300" dirty="0">
                <a:latin typeface="Helvetica" pitchFamily="2" charset="0"/>
              </a:rPr>
              <a:t>, making it easier to save space on the server and maintain and access the data</a:t>
            </a:r>
            <a:endParaRPr lang="en-IE" sz="2300" b="1" dirty="0">
              <a:latin typeface="Helvetica" pitchFamily="2" charset="0"/>
            </a:endParaRPr>
          </a:p>
          <a:p>
            <a:pPr marL="269262" indent="-269262">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EAC0490B-A98B-696C-0C29-6DDA81EE0B0E}"/>
              </a:ext>
            </a:extLst>
          </p:cNvPr>
          <p:cNvSpPr>
            <a:spLocks noGrp="1"/>
          </p:cNvSpPr>
          <p:nvPr>
            <p:ph type="title"/>
          </p:nvPr>
        </p:nvSpPr>
        <p:spPr>
          <a:xfrm>
            <a:off x="779859" y="801299"/>
            <a:ext cx="9133681" cy="1325563"/>
          </a:xfrm>
        </p:spPr>
        <p:txBody>
          <a:bodyPr>
            <a:normAutofit/>
          </a:bodyPr>
          <a:lstStyle/>
          <a:p>
            <a:r>
              <a:rPr lang="en-IE" sz="3500" dirty="0"/>
              <a:t>Normalisation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CC166-9444-BCFB-5B6C-4E97AE5098B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7A0600C-7CAC-9DC0-6AD4-75284303BE0A}"/>
              </a:ext>
            </a:extLst>
          </p:cNvPr>
          <p:cNvSpPr txBox="1">
            <a:spLocks noGrp="1"/>
          </p:cNvSpPr>
          <p:nvPr>
            <p:ph type="title"/>
          </p:nvPr>
        </p:nvSpPr>
        <p:spPr>
          <a:xfrm>
            <a:off x="90116" y="0"/>
            <a:ext cx="9385357"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Semester 2 exam – 2024/2025 – TU857</a:t>
            </a:r>
          </a:p>
        </p:txBody>
      </p:sp>
      <p:sp>
        <p:nvSpPr>
          <p:cNvPr id="5" name="TextBox 4">
            <a:extLst>
              <a:ext uri="{FF2B5EF4-FFF2-40B4-BE49-F238E27FC236}">
                <a16:creationId xmlns:a16="http://schemas.microsoft.com/office/drawing/2014/main" id="{FD43045D-3C1B-9145-8709-AE1A0B294C25}"/>
              </a:ext>
            </a:extLst>
          </p:cNvPr>
          <p:cNvSpPr txBox="1"/>
          <p:nvPr/>
        </p:nvSpPr>
        <p:spPr>
          <a:xfrm>
            <a:off x="-14378" y="883527"/>
            <a:ext cx="10369152" cy="7109639"/>
          </a:xfrm>
          <a:prstGeom prst="rect">
            <a:avLst/>
          </a:prstGeom>
        </p:spPr>
        <p:txBody>
          <a:bodyPr vert="horz" wrap="square" lIns="0" tIns="106680" rIns="0" bIns="0" rtlCol="0">
            <a:spAutoFit/>
          </a:bodyPr>
          <a:lstStyle>
            <a:defPPr>
              <a:defRPr lang="en-SI"/>
            </a:defPPr>
            <a:lvl1pPr marL="495610" indent="0" defTabSz="802020">
              <a:lnSpc>
                <a:spcPct val="150000"/>
              </a:lnSpc>
              <a:spcBef>
                <a:spcPts val="877"/>
              </a:spcBef>
              <a:buClr>
                <a:srgbClr val="9FB8CD"/>
              </a:buClr>
              <a:buSzPct val="77777"/>
              <a:buFont typeface="Arial" panose="020B0604020202020204" pitchFamily="34" charset="0"/>
              <a:buNone/>
              <a:tabLst>
                <a:tab pos="302260" algn="l"/>
                <a:tab pos="302895" algn="l"/>
              </a:tabLst>
              <a:defRPr sz="2000"/>
            </a:lvl1pPr>
          </a:lstStyle>
          <a:p>
            <a:pPr>
              <a:lnSpc>
                <a:spcPct val="100000"/>
              </a:lnSpc>
            </a:pPr>
            <a:r>
              <a:rPr lang="en-GB" dirty="0"/>
              <a:t>(a) Considering the process of database normalisation:</a:t>
            </a:r>
          </a:p>
          <a:p>
            <a:pPr>
              <a:lnSpc>
                <a:spcPct val="100000"/>
              </a:lnSpc>
            </a:pPr>
            <a:r>
              <a:rPr lang="en-GB" dirty="0"/>
              <a:t>•	What are the primary objectives of normalisation? </a:t>
            </a:r>
          </a:p>
          <a:p>
            <a:pPr>
              <a:lnSpc>
                <a:spcPct val="100000"/>
              </a:lnSpc>
            </a:pPr>
            <a:r>
              <a:rPr lang="en-GB" dirty="0"/>
              <a:t>•	Describe the three main normal forms</a:t>
            </a:r>
          </a:p>
          <a:p>
            <a:pPr>
              <a:lnSpc>
                <a:spcPct val="100000"/>
              </a:lnSpc>
            </a:pPr>
            <a:endParaRPr lang="en-GB" dirty="0"/>
          </a:p>
          <a:p>
            <a:pPr>
              <a:lnSpc>
                <a:spcPct val="100000"/>
              </a:lnSpc>
            </a:pPr>
            <a:r>
              <a:rPr lang="en-GB" dirty="0"/>
              <a:t>Sample solution:</a:t>
            </a:r>
          </a:p>
          <a:p>
            <a:pPr>
              <a:lnSpc>
                <a:spcPct val="100000"/>
              </a:lnSpc>
            </a:pPr>
            <a:r>
              <a:rPr lang="en-GB" dirty="0">
                <a:solidFill>
                  <a:schemeClr val="bg2">
                    <a:lumMod val="25000"/>
                  </a:schemeClr>
                </a:solidFill>
              </a:rPr>
              <a:t>Database normalisation is a process that structures relational databases to minimise redundancy and enhance data integrity. The first three normal forms (1NF, 2NF, and 3NF) are fundamental in this process:</a:t>
            </a:r>
          </a:p>
          <a:p>
            <a:pPr>
              <a:lnSpc>
                <a:spcPct val="100000"/>
              </a:lnSpc>
            </a:pPr>
            <a:r>
              <a:rPr lang="en-GB" dirty="0">
                <a:solidFill>
                  <a:schemeClr val="bg2">
                    <a:lumMod val="25000"/>
                  </a:schemeClr>
                </a:solidFill>
              </a:rPr>
              <a:t>o	First Normal Form (1NF): Requires that data is stored in tables with rows and columns, ensuring each column contains atomic values (indivisible). It eliminates repeating groups and allows for unique primary keys.</a:t>
            </a:r>
          </a:p>
          <a:p>
            <a:pPr>
              <a:lnSpc>
                <a:spcPct val="100000"/>
              </a:lnSpc>
            </a:pPr>
            <a:r>
              <a:rPr lang="en-GB" dirty="0">
                <a:solidFill>
                  <a:schemeClr val="bg2">
                    <a:lumMod val="25000"/>
                  </a:schemeClr>
                </a:solidFill>
              </a:rPr>
              <a:t>o	Second Normal Form (2NF): Building on 1NF eliminates partial dependencies by ensuring that non-key attributes depend on the entire primary key. This is achieved by breaking data into separate related tables.</a:t>
            </a:r>
          </a:p>
          <a:p>
            <a:pPr>
              <a:lnSpc>
                <a:spcPct val="100000"/>
              </a:lnSpc>
            </a:pPr>
            <a:r>
              <a:rPr lang="en-GB" dirty="0">
                <a:solidFill>
                  <a:schemeClr val="bg2">
                    <a:lumMod val="25000"/>
                  </a:schemeClr>
                </a:solidFill>
              </a:rPr>
              <a:t>o	Third Normal Form (3NF): Further refines the structure by removing transitive dependencies, ensuring that non-key attributes are not dependent on other non-key attributes. This typically results in smaller, more manageable tables.</a:t>
            </a:r>
          </a:p>
          <a:p>
            <a:pPr>
              <a:lnSpc>
                <a:spcPct val="100000"/>
              </a:lnSpc>
            </a:pPr>
            <a:endParaRPr lang="en-GB" dirty="0">
              <a:solidFill>
                <a:schemeClr val="bg2">
                  <a:lumMod val="25000"/>
                </a:schemeClr>
              </a:solidFill>
            </a:endParaRPr>
          </a:p>
          <a:p>
            <a:pPr>
              <a:lnSpc>
                <a:spcPct val="100000"/>
              </a:lnSpc>
            </a:pPr>
            <a:endParaRPr lang="en-GB" dirty="0"/>
          </a:p>
        </p:txBody>
      </p:sp>
    </p:spTree>
    <p:extLst>
      <p:ext uri="{BB962C8B-B14F-4D97-AF65-F5344CB8AC3E}">
        <p14:creationId xmlns:p14="http://schemas.microsoft.com/office/powerpoint/2010/main" val="234513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1" y="703633"/>
            <a:ext cx="7015988" cy="606705"/>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ALTER TABLE Statement</a:t>
            </a:r>
          </a:p>
        </p:txBody>
      </p:sp>
      <p:sp>
        <p:nvSpPr>
          <p:cNvPr id="4" name="object 4"/>
          <p:cNvSpPr txBox="1"/>
          <p:nvPr/>
        </p:nvSpPr>
        <p:spPr>
          <a:xfrm>
            <a:off x="1170236" y="1690018"/>
            <a:ext cx="6586447" cy="3757375"/>
          </a:xfrm>
          <a:prstGeom prst="rect">
            <a:avLst/>
          </a:prstGeom>
          <a:noFill/>
        </p:spPr>
        <p:txBody>
          <a:bodyPr wrap="square">
            <a:spAutoFit/>
          </a:bodyPr>
          <a:lstStyle>
            <a:defPPr>
              <a:defRPr lang="en-SI"/>
            </a:defPPr>
            <a:lvl1pPr marL="269262" indent="-269262">
              <a:buFont typeface="Arial" panose="020B0604020202020204" pitchFamily="34" charset="0"/>
              <a:buChar char="•"/>
              <a:defRPr sz="2300">
                <a:latin typeface="Helvetica" pitchFamily="2" charset="0"/>
              </a:defRPr>
            </a:lvl1pPr>
          </a:lstStyle>
          <a:p>
            <a:pPr>
              <a:lnSpc>
                <a:spcPct val="150000"/>
              </a:lnSpc>
            </a:pPr>
            <a:r>
              <a:rPr dirty="0"/>
              <a:t>Use the ALTER TABLE statement to:</a:t>
            </a:r>
          </a:p>
          <a:p>
            <a:pPr lvl="1">
              <a:lnSpc>
                <a:spcPct val="150000"/>
              </a:lnSpc>
            </a:pPr>
            <a:r>
              <a:rPr sz="2300" dirty="0"/>
              <a:t>Add a new column</a:t>
            </a:r>
          </a:p>
          <a:p>
            <a:pPr lvl="1">
              <a:lnSpc>
                <a:spcPct val="150000"/>
              </a:lnSpc>
            </a:pPr>
            <a:r>
              <a:rPr sz="2300" dirty="0"/>
              <a:t>Modify an existing column</a:t>
            </a:r>
          </a:p>
          <a:p>
            <a:pPr lvl="1">
              <a:lnSpc>
                <a:spcPct val="150000"/>
              </a:lnSpc>
            </a:pPr>
            <a:r>
              <a:rPr sz="2300" dirty="0"/>
              <a:t>Define a default value for the new column</a:t>
            </a:r>
          </a:p>
          <a:p>
            <a:pPr lvl="1">
              <a:lnSpc>
                <a:spcPct val="150000"/>
              </a:lnSpc>
            </a:pPr>
            <a:r>
              <a:rPr sz="2300" dirty="0"/>
              <a:t>Drop a column</a:t>
            </a:r>
          </a:p>
          <a:p>
            <a:pPr lvl="1">
              <a:lnSpc>
                <a:spcPct val="150000"/>
              </a:lnSpc>
            </a:pPr>
            <a:r>
              <a:rPr sz="2300" dirty="0"/>
              <a:t>Add a constraint</a:t>
            </a:r>
          </a:p>
          <a:p>
            <a:pPr lvl="1">
              <a:lnSpc>
                <a:spcPct val="150000"/>
              </a:lnSpc>
            </a:pPr>
            <a:r>
              <a:rPr sz="2300" dirty="0"/>
              <a:t>Drop a constraint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98228" y="465882"/>
            <a:ext cx="7009093" cy="671464"/>
          </a:xfrm>
          <a:prstGeom prst="rect">
            <a:avLst/>
          </a:prstGeom>
        </p:spPr>
        <p:txBody>
          <a:bodyPr vert="horz" wrap="square" lIns="0" tIns="76833" rIns="0" bIns="0" rtlCol="0" anchor="ctr">
            <a:spAutoFit/>
          </a:bodyPr>
          <a:lstStyle/>
          <a:p>
            <a:pPr marL="154305" defTabSz="802020">
              <a:lnSpc>
                <a:spcPct val="100000"/>
              </a:lnSpc>
              <a:spcBef>
                <a:spcPts val="95"/>
              </a:spcBef>
            </a:pPr>
            <a:r>
              <a:rPr sz="3859" spc="-20" dirty="0"/>
              <a:t>Adding column(s) to a table</a:t>
            </a:r>
          </a:p>
        </p:txBody>
      </p:sp>
      <p:sp>
        <p:nvSpPr>
          <p:cNvPr id="4" name="object 4"/>
          <p:cNvSpPr txBox="1"/>
          <p:nvPr/>
        </p:nvSpPr>
        <p:spPr>
          <a:xfrm>
            <a:off x="882204" y="1325532"/>
            <a:ext cx="9241342" cy="5350119"/>
          </a:xfrm>
          <a:prstGeom prst="rect">
            <a:avLst/>
          </a:prstGeom>
          <a:noFill/>
        </p:spPr>
        <p:txBody>
          <a:bodyPr wrap="square">
            <a:spAutoFit/>
          </a:bodyPr>
          <a:lstStyle>
            <a:defPPr>
              <a:defRPr lang="en-SI"/>
            </a:defPPr>
            <a:lvl1pPr marL="269262" indent="-269262">
              <a:lnSpc>
                <a:spcPct val="150000"/>
              </a:lnSpc>
              <a:buFont typeface="Arial" panose="020B0604020202020204" pitchFamily="34" charset="0"/>
              <a:buChar char="•"/>
              <a:defRPr sz="2300">
                <a:latin typeface="Helvetica" pitchFamily="2" charset="0"/>
              </a:defRPr>
            </a:lvl1pPr>
            <a:lvl2pPr lvl="1">
              <a:lnSpc>
                <a:spcPct val="150000"/>
              </a:lnSpc>
              <a:defRPr sz="2300"/>
            </a:lvl2pPr>
          </a:lstStyle>
          <a:p>
            <a:r>
              <a:rPr dirty="0"/>
              <a:t>To add a column to an existing table:</a:t>
            </a:r>
            <a:endParaRPr lang="en-SI" dirty="0"/>
          </a:p>
          <a:p>
            <a:pPr marL="0" indent="0">
              <a:buNone/>
            </a:pPr>
            <a:r>
              <a:rPr lang="en-GB" dirty="0"/>
              <a:t>ALTER TABLE </a:t>
            </a:r>
            <a:r>
              <a:rPr lang="en-GB" dirty="0" err="1"/>
              <a:t>table_name</a:t>
            </a:r>
            <a:r>
              <a:rPr lang="en-GB" dirty="0"/>
              <a:t> </a:t>
            </a:r>
          </a:p>
          <a:p>
            <a:pPr marL="0" indent="0">
              <a:buNone/>
            </a:pPr>
            <a:r>
              <a:rPr lang="en-GB" dirty="0"/>
              <a:t>ADD COLUMN </a:t>
            </a:r>
            <a:r>
              <a:rPr lang="en-GB" dirty="0" err="1"/>
              <a:t>column_name</a:t>
            </a:r>
            <a:r>
              <a:rPr lang="en-GB" dirty="0"/>
              <a:t> datatype </a:t>
            </a:r>
            <a:r>
              <a:rPr lang="en-GB" dirty="0" err="1"/>
              <a:t>column_constraint</a:t>
            </a:r>
            <a:r>
              <a:rPr lang="en-GB" dirty="0"/>
              <a:t>;</a:t>
            </a:r>
          </a:p>
          <a:p>
            <a:endParaRPr dirty="0"/>
          </a:p>
          <a:p>
            <a:r>
              <a:rPr dirty="0"/>
              <a:t>To add multiple columns to an existing table:</a:t>
            </a:r>
          </a:p>
          <a:p>
            <a:pPr marL="0" indent="0">
              <a:buNone/>
            </a:pPr>
            <a:r>
              <a:rPr lang="en-GB" dirty="0"/>
              <a:t>ALTER TABLE </a:t>
            </a:r>
            <a:r>
              <a:rPr lang="en-GB" dirty="0" err="1"/>
              <a:t>table_name</a:t>
            </a:r>
            <a:endParaRPr lang="en-GB" dirty="0"/>
          </a:p>
          <a:p>
            <a:pPr marL="0" indent="0">
              <a:buNone/>
            </a:pPr>
            <a:r>
              <a:rPr lang="en-GB" dirty="0"/>
              <a:t>ADD COLUMN column_name1 </a:t>
            </a:r>
            <a:r>
              <a:rPr lang="en-GB" dirty="0" err="1"/>
              <a:t>data_type</a:t>
            </a:r>
            <a:r>
              <a:rPr lang="en-GB" dirty="0"/>
              <a:t> constraint,</a:t>
            </a:r>
          </a:p>
          <a:p>
            <a:pPr marL="0" indent="0">
              <a:buNone/>
            </a:pPr>
            <a:r>
              <a:rPr lang="en-GB" dirty="0"/>
              <a:t>ADD COLUMN column_name2 </a:t>
            </a:r>
            <a:r>
              <a:rPr lang="en-GB" dirty="0" err="1"/>
              <a:t>data_type</a:t>
            </a:r>
            <a:r>
              <a:rPr lang="en-GB" dirty="0"/>
              <a:t> constraint,</a:t>
            </a:r>
          </a:p>
          <a:p>
            <a:pPr marL="0" indent="0">
              <a:buNone/>
            </a:pPr>
            <a:r>
              <a:rPr lang="en-GB" dirty="0"/>
              <a:t>...</a:t>
            </a:r>
          </a:p>
          <a:p>
            <a:pPr marL="0" indent="0">
              <a:buNone/>
            </a:pPr>
            <a:r>
              <a:rPr lang="en-GB" dirty="0"/>
              <a:t>ADD COLUMN </a:t>
            </a:r>
            <a:r>
              <a:rPr lang="en-GB" dirty="0" err="1"/>
              <a:t>column_namen</a:t>
            </a:r>
            <a:r>
              <a:rPr lang="en-GB" dirty="0"/>
              <a:t> </a:t>
            </a:r>
            <a:r>
              <a:rPr lang="en-GB" dirty="0" err="1"/>
              <a:t>data_type</a:t>
            </a:r>
            <a:r>
              <a:rPr lang="en-GB" dirty="0"/>
              <a:t> constraint;</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0156" y="538885"/>
            <a:ext cx="8997189" cy="570026"/>
          </a:xfrm>
          <a:prstGeom prst="rect">
            <a:avLst/>
          </a:prstGeom>
        </p:spPr>
        <p:txBody>
          <a:bodyPr vert="horz" wrap="square" lIns="0" tIns="76833" rIns="0" bIns="0" rtlCol="0" anchor="ctr">
            <a:spAutoFit/>
          </a:bodyPr>
          <a:lstStyle/>
          <a:p>
            <a:pPr marL="154305" defTabSz="802020">
              <a:lnSpc>
                <a:spcPct val="100000"/>
              </a:lnSpc>
              <a:spcBef>
                <a:spcPts val="95"/>
              </a:spcBef>
            </a:pPr>
            <a:r>
              <a:rPr sz="3200" spc="-20" dirty="0"/>
              <a:t>Drop column(s)/Rename column(s) in a</a:t>
            </a:r>
            <a:r>
              <a:rPr lang="en-IE" sz="3200" spc="-20" dirty="0"/>
              <a:t> </a:t>
            </a:r>
            <a:r>
              <a:rPr sz="3200" spc="-20" dirty="0"/>
              <a:t> table</a:t>
            </a:r>
          </a:p>
        </p:txBody>
      </p:sp>
      <p:sp>
        <p:nvSpPr>
          <p:cNvPr id="4" name="object 4"/>
          <p:cNvSpPr txBox="1"/>
          <p:nvPr/>
        </p:nvSpPr>
        <p:spPr>
          <a:xfrm>
            <a:off x="594172" y="1333350"/>
            <a:ext cx="8997189" cy="4889800"/>
          </a:xfrm>
          <a:prstGeom prst="rect">
            <a:avLst/>
          </a:prstGeom>
          <a:noFill/>
        </p:spPr>
        <p:txBody>
          <a:bodyPr wrap="square">
            <a:spAutoFit/>
          </a:bodyPr>
          <a:lstStyle>
            <a:defPPr>
              <a:defRPr lang="en-SI"/>
            </a:defPPr>
            <a:lvl1pPr marL="269262" indent="-269262">
              <a:lnSpc>
                <a:spcPct val="150000"/>
              </a:lnSpc>
              <a:buFont typeface="Arial" panose="020B0604020202020204" pitchFamily="34" charset="0"/>
              <a:buChar char="•"/>
              <a:defRPr sz="2300">
                <a:latin typeface="Helvetica" pitchFamily="2" charset="0"/>
              </a:defRPr>
            </a:lvl1pPr>
            <a:lvl2pPr lvl="1">
              <a:lnSpc>
                <a:spcPct val="150000"/>
              </a:lnSpc>
              <a:defRPr sz="2300"/>
            </a:lvl2pPr>
          </a:lstStyle>
          <a:p>
            <a:r>
              <a:rPr dirty="0"/>
              <a:t>To remove a column in an existing table:</a:t>
            </a:r>
          </a:p>
          <a:p>
            <a:pPr marL="0" indent="0">
              <a:buNone/>
            </a:pPr>
            <a:r>
              <a:rPr lang="en-GB" dirty="0"/>
              <a:t>ALTER TABLE </a:t>
            </a:r>
            <a:r>
              <a:rPr lang="en-GB" dirty="0" err="1"/>
              <a:t>table_name</a:t>
            </a:r>
            <a:r>
              <a:rPr lang="en-GB" dirty="0"/>
              <a:t> </a:t>
            </a:r>
          </a:p>
          <a:p>
            <a:pPr marL="0" indent="0">
              <a:buNone/>
            </a:pPr>
            <a:r>
              <a:rPr lang="en-GB" dirty="0"/>
              <a:t>DROP COLUMN </a:t>
            </a:r>
            <a:r>
              <a:rPr lang="en-GB" dirty="0" err="1"/>
              <a:t>column_name</a:t>
            </a:r>
            <a:r>
              <a:rPr lang="en-GB" dirty="0"/>
              <a:t>;</a:t>
            </a:r>
          </a:p>
          <a:p>
            <a:endParaRPr dirty="0"/>
          </a:p>
          <a:p>
            <a:r>
              <a:rPr dirty="0"/>
              <a:t>To rename a column in an existing table:</a:t>
            </a:r>
            <a:endParaRPr lang="pt-BR" dirty="0"/>
          </a:p>
          <a:p>
            <a:endParaRPr lang="pt-BR" dirty="0"/>
          </a:p>
          <a:p>
            <a:pPr marL="0" indent="0">
              <a:buNone/>
            </a:pPr>
            <a:r>
              <a:rPr lang="en-GB" dirty="0"/>
              <a:t>ALTER TABLE </a:t>
            </a:r>
            <a:r>
              <a:rPr lang="en-GB" dirty="0" err="1"/>
              <a:t>table_name</a:t>
            </a:r>
            <a:r>
              <a:rPr lang="en-GB" dirty="0"/>
              <a:t> </a:t>
            </a:r>
          </a:p>
          <a:p>
            <a:pPr marL="0" indent="0">
              <a:buNone/>
            </a:pPr>
            <a:r>
              <a:rPr lang="en-GB" dirty="0"/>
              <a:t>RENAME COLUMN </a:t>
            </a:r>
            <a:r>
              <a:rPr lang="en-GB" dirty="0" err="1"/>
              <a:t>column_name</a:t>
            </a:r>
            <a:r>
              <a:rPr lang="en-GB" dirty="0"/>
              <a:t> </a:t>
            </a:r>
          </a:p>
          <a:p>
            <a:pPr marL="0" indent="0">
              <a:buNone/>
            </a:pPr>
            <a:r>
              <a:rPr lang="en-GB" dirty="0"/>
              <a:t>TO </a:t>
            </a:r>
            <a:r>
              <a:rPr lang="en-GB" dirty="0" err="1"/>
              <a:t>new_column_name</a:t>
            </a:r>
            <a:r>
              <a:rPr lang="en-GB" dirty="0"/>
              <a:t>;</a:t>
            </a:r>
            <a:endParaRPr lang="en-SI"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0" y="728016"/>
            <a:ext cx="7153109" cy="606705"/>
          </a:xfrm>
          <a:prstGeom prst="rect">
            <a:avLst/>
          </a:prstGeom>
        </p:spPr>
        <p:txBody>
          <a:bodyPr vert="horz" wrap="square" lIns="0" tIns="76833" rIns="0" bIns="0" rtlCol="0" anchor="ctr">
            <a:spAutoFit/>
          </a:bodyPr>
          <a:lstStyle/>
          <a:p>
            <a:pPr marL="154305" defTabSz="802020">
              <a:lnSpc>
                <a:spcPct val="100000"/>
              </a:lnSpc>
              <a:spcBef>
                <a:spcPts val="95"/>
              </a:spcBef>
            </a:pPr>
            <a:r>
              <a:rPr sz="3200" spc="-20" dirty="0"/>
              <a:t>Altering to add constraints</a:t>
            </a:r>
          </a:p>
        </p:txBody>
      </p:sp>
      <p:sp>
        <p:nvSpPr>
          <p:cNvPr id="4" name="object 4"/>
          <p:cNvSpPr txBox="1"/>
          <p:nvPr/>
        </p:nvSpPr>
        <p:spPr>
          <a:xfrm>
            <a:off x="1073911" y="1440549"/>
            <a:ext cx="8129270" cy="2769989"/>
          </a:xfrm>
          <a:prstGeom prst="rect">
            <a:avLst/>
          </a:prstGeom>
        </p:spPr>
        <p:txBody>
          <a:bodyPr vert="horz" wrap="square" lIns="0" tIns="12700" rIns="0" bIns="0" rtlCol="0">
            <a:spAutoFit/>
          </a:bodyPr>
          <a:lstStyle/>
          <a:p>
            <a:pPr marL="12700">
              <a:lnSpc>
                <a:spcPct val="100000"/>
              </a:lnSpc>
              <a:spcBef>
                <a:spcPts val="100"/>
              </a:spcBef>
            </a:pPr>
            <a:r>
              <a:rPr lang="en-GB" sz="2500" spc="10" dirty="0">
                <a:latin typeface="Courier New"/>
                <a:cs typeface="Courier New"/>
              </a:rPr>
              <a:t>ALTER TABLE </a:t>
            </a:r>
            <a:r>
              <a:rPr lang="en-GB" sz="2500" spc="10" dirty="0" err="1">
                <a:latin typeface="Courier New"/>
                <a:cs typeface="Courier New"/>
              </a:rPr>
              <a:t>table_name</a:t>
            </a:r>
            <a:r>
              <a:rPr lang="en-GB" sz="2500" spc="10" dirty="0">
                <a:latin typeface="Courier New"/>
                <a:cs typeface="Courier New"/>
              </a:rPr>
              <a:t> </a:t>
            </a:r>
          </a:p>
          <a:p>
            <a:pPr marL="12700">
              <a:lnSpc>
                <a:spcPct val="100000"/>
              </a:lnSpc>
              <a:spcBef>
                <a:spcPts val="100"/>
              </a:spcBef>
            </a:pPr>
            <a:r>
              <a:rPr lang="en-GB" sz="2500" spc="10" dirty="0">
                <a:latin typeface="Courier New"/>
                <a:cs typeface="Courier New"/>
              </a:rPr>
              <a:t>ADD CHECK expression;</a:t>
            </a:r>
          </a:p>
          <a:p>
            <a:pPr marL="12700">
              <a:lnSpc>
                <a:spcPct val="100000"/>
              </a:lnSpc>
              <a:spcBef>
                <a:spcPts val="100"/>
              </a:spcBef>
            </a:pPr>
            <a:endParaRPr sz="3900" dirty="0">
              <a:latin typeface="Courier New"/>
              <a:cs typeface="Courier New"/>
            </a:endParaRPr>
          </a:p>
          <a:p>
            <a:pPr marL="12700">
              <a:lnSpc>
                <a:spcPct val="100000"/>
              </a:lnSpc>
            </a:pPr>
            <a:r>
              <a:rPr lang="en-GB" sz="2500" spc="10" dirty="0">
                <a:latin typeface="Courier New"/>
                <a:cs typeface="Courier New"/>
              </a:rPr>
              <a:t>ALTER TABLE links </a:t>
            </a:r>
          </a:p>
          <a:p>
            <a:pPr marL="12700">
              <a:lnSpc>
                <a:spcPct val="100000"/>
              </a:lnSpc>
            </a:pPr>
            <a:r>
              <a:rPr lang="en-GB" sz="2500" spc="10" dirty="0">
                <a:latin typeface="Courier New"/>
                <a:cs typeface="Courier New"/>
              </a:rPr>
              <a:t>ADD CONSTRAINT </a:t>
            </a:r>
            <a:r>
              <a:rPr lang="en-GB" sz="2500" spc="10" dirty="0" err="1">
                <a:latin typeface="Courier New"/>
                <a:cs typeface="Courier New"/>
              </a:rPr>
              <a:t>unique_url</a:t>
            </a:r>
            <a:r>
              <a:rPr lang="en-GB" sz="2500" spc="10" dirty="0">
                <a:latin typeface="Courier New"/>
                <a:cs typeface="Courier New"/>
              </a:rPr>
              <a:t> UNIQUE ( </a:t>
            </a:r>
            <a:r>
              <a:rPr lang="en-GB" sz="2500" spc="10" dirty="0" err="1">
                <a:latin typeface="Courier New"/>
                <a:cs typeface="Courier New"/>
              </a:rPr>
              <a:t>url</a:t>
            </a:r>
            <a:r>
              <a:rPr lang="en-GB" sz="2500" spc="10" dirty="0">
                <a:latin typeface="Courier New"/>
                <a:cs typeface="Courier New"/>
              </a:rPr>
              <a:t> );</a:t>
            </a:r>
          </a:p>
          <a:p>
            <a:pPr marL="12700">
              <a:lnSpc>
                <a:spcPct val="100000"/>
              </a:lnSpc>
            </a:pPr>
            <a:endParaRPr sz="3850" dirty="0">
              <a:latin typeface="Courier New"/>
              <a:cs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3910" y="759271"/>
            <a:ext cx="56443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2022/2023</a:t>
            </a:r>
            <a:endParaRPr sz="3200" spc="-20" dirty="0"/>
          </a:p>
        </p:txBody>
      </p:sp>
      <p:sp>
        <p:nvSpPr>
          <p:cNvPr id="5" name="Rectangle 4">
            <a:extLst>
              <a:ext uri="{FF2B5EF4-FFF2-40B4-BE49-F238E27FC236}">
                <a16:creationId xmlns:a16="http://schemas.microsoft.com/office/drawing/2014/main" id="{33E1B676-4A7B-5543-88CD-AC08ACD36645}"/>
              </a:ext>
            </a:extLst>
          </p:cNvPr>
          <p:cNvSpPr/>
          <p:nvPr/>
        </p:nvSpPr>
        <p:spPr>
          <a:xfrm>
            <a:off x="546100" y="1416050"/>
            <a:ext cx="9912350" cy="5447645"/>
          </a:xfrm>
          <a:prstGeom prst="rect">
            <a:avLst/>
          </a:prstGeom>
        </p:spPr>
        <p:txBody>
          <a:bodyPr wrap="square">
            <a:spAutoFit/>
          </a:bodyPr>
          <a:lstStyle/>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Suppose the game, platform and genre tables have been created in an Oracle database with the attributes and datatypes identified in the model given in question 1, part (a). Write the SQL needed to add the following value constraints to the tables using the ALTER statements:</a:t>
            </a:r>
          </a:p>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	The first character of the </a:t>
            </a:r>
            <a:r>
              <a:rPr lang="en-GB" sz="2400" dirty="0" err="1">
                <a:latin typeface="Times New Roman" panose="02020603050405020304" pitchFamily="18" charset="0"/>
                <a:ea typeface="Times New Roman" panose="02020603050405020304" pitchFamily="18" charset="0"/>
              </a:rPr>
              <a:t>game_id</a:t>
            </a:r>
            <a:r>
              <a:rPr lang="en-GB" sz="2400" dirty="0">
                <a:latin typeface="Times New Roman" panose="02020603050405020304" pitchFamily="18" charset="0"/>
                <a:ea typeface="Times New Roman" panose="02020603050405020304" pitchFamily="18" charset="0"/>
              </a:rPr>
              <a:t> must be one of the following: P, L, D, A;</a:t>
            </a:r>
          </a:p>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	Publishers’ email addresses must include both the @ symbol and the . symbol;</a:t>
            </a:r>
          </a:p>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	The last digit of a </a:t>
            </a:r>
            <a:r>
              <a:rPr lang="en-GB" sz="2400" dirty="0" err="1">
                <a:latin typeface="Times New Roman" panose="02020603050405020304" pitchFamily="18" charset="0"/>
                <a:ea typeface="Times New Roman" panose="02020603050405020304" pitchFamily="18" charset="0"/>
              </a:rPr>
              <a:t>platform_id</a:t>
            </a:r>
            <a:r>
              <a:rPr lang="en-GB" sz="2400" dirty="0">
                <a:latin typeface="Times New Roman" panose="02020603050405020304" pitchFamily="18" charset="0"/>
                <a:ea typeface="Times New Roman" panose="02020603050405020304" pitchFamily="18" charset="0"/>
              </a:rPr>
              <a:t> must be between 1 and 6;</a:t>
            </a:r>
          </a:p>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	The first character of </a:t>
            </a:r>
            <a:r>
              <a:rPr lang="en-GB" sz="2400" dirty="0" err="1">
                <a:latin typeface="Times New Roman" panose="02020603050405020304" pitchFamily="18" charset="0"/>
                <a:ea typeface="Times New Roman" panose="02020603050405020304" pitchFamily="18" charset="0"/>
              </a:rPr>
              <a:t>genre_id</a:t>
            </a:r>
            <a:r>
              <a:rPr lang="en-GB" sz="2400" dirty="0">
                <a:latin typeface="Times New Roman" panose="02020603050405020304" pitchFamily="18" charset="0"/>
                <a:ea typeface="Times New Roman" panose="02020603050405020304" pitchFamily="18" charset="0"/>
              </a:rPr>
              <a:t> must be between A and Z;</a:t>
            </a:r>
          </a:p>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	The </a:t>
            </a:r>
            <a:r>
              <a:rPr lang="en-GB" sz="2400" dirty="0" err="1">
                <a:latin typeface="Times New Roman" panose="02020603050405020304" pitchFamily="18" charset="0"/>
                <a:ea typeface="Times New Roman" panose="02020603050405020304" pitchFamily="18" charset="0"/>
              </a:rPr>
              <a:t>genre_name</a:t>
            </a:r>
            <a:r>
              <a:rPr lang="en-GB" sz="2400" dirty="0">
                <a:latin typeface="Times New Roman" panose="02020603050405020304" pitchFamily="18" charset="0"/>
                <a:ea typeface="Times New Roman" panose="02020603050405020304" pitchFamily="18" charset="0"/>
              </a:rPr>
              <a:t> must be one of the following values: adventure, RPG, simulation, puzzle.</a:t>
            </a:r>
          </a:p>
          <a:p>
            <a:pPr algn="just">
              <a:spcBef>
                <a:spcPts val="600"/>
              </a:spcBef>
              <a:spcAft>
                <a:spcPts val="600"/>
              </a:spcAft>
              <a:tabLst>
                <a:tab pos="342900" algn="l"/>
                <a:tab pos="685800" algn="l"/>
                <a:tab pos="6400800" algn="r"/>
              </a:tabLst>
            </a:pPr>
            <a:endParaRPr lang="en-GB"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26440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EE80F-BC80-1E4D-C7D7-8AC56C338EA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6DF46B4-EAF1-D85D-E0F9-0A1C6DF31F4E}"/>
              </a:ext>
            </a:extLst>
          </p:cNvPr>
          <p:cNvSpPr txBox="1">
            <a:spLocks noGrp="1"/>
          </p:cNvSpPr>
          <p:nvPr>
            <p:ph type="title"/>
          </p:nvPr>
        </p:nvSpPr>
        <p:spPr>
          <a:xfrm>
            <a:off x="1073910" y="759271"/>
            <a:ext cx="56443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2022/2023</a:t>
            </a:r>
            <a:endParaRPr sz="3200" spc="-20" dirty="0"/>
          </a:p>
        </p:txBody>
      </p:sp>
      <p:pic>
        <p:nvPicPr>
          <p:cNvPr id="4" name="Picture 3" descr="A diagram of a computer server&#10;&#10;AI-generated content may be incorrect.">
            <a:extLst>
              <a:ext uri="{FF2B5EF4-FFF2-40B4-BE49-F238E27FC236}">
                <a16:creationId xmlns:a16="http://schemas.microsoft.com/office/drawing/2014/main" id="{198F7B33-5EA4-07F4-6905-23DEFE5EA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48" y="1618009"/>
            <a:ext cx="6896778" cy="4634509"/>
          </a:xfrm>
          <a:prstGeom prst="rect">
            <a:avLst/>
          </a:prstGeom>
        </p:spPr>
      </p:pic>
    </p:spTree>
    <p:extLst>
      <p:ext uri="{BB962C8B-B14F-4D97-AF65-F5344CB8AC3E}">
        <p14:creationId xmlns:p14="http://schemas.microsoft.com/office/powerpoint/2010/main" val="2558616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D0F7E-2D18-B32B-6EB6-551D2C221B5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38F74A3-9788-FC29-B19A-3A7B55689CD6}"/>
              </a:ext>
            </a:extLst>
          </p:cNvPr>
          <p:cNvSpPr txBox="1">
            <a:spLocks noGrp="1"/>
          </p:cNvSpPr>
          <p:nvPr>
            <p:ph type="title"/>
          </p:nvPr>
        </p:nvSpPr>
        <p:spPr>
          <a:xfrm>
            <a:off x="1073910" y="759271"/>
            <a:ext cx="5644389" cy="536044"/>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2022/2023</a:t>
            </a:r>
            <a:endParaRPr sz="3200" spc="-20" dirty="0"/>
          </a:p>
        </p:txBody>
      </p:sp>
      <p:sp>
        <p:nvSpPr>
          <p:cNvPr id="5" name="Rectangle 4">
            <a:extLst>
              <a:ext uri="{FF2B5EF4-FFF2-40B4-BE49-F238E27FC236}">
                <a16:creationId xmlns:a16="http://schemas.microsoft.com/office/drawing/2014/main" id="{98818CF0-F2CF-CD16-3EC4-7476C7769198}"/>
              </a:ext>
            </a:extLst>
          </p:cNvPr>
          <p:cNvSpPr/>
          <p:nvPr/>
        </p:nvSpPr>
        <p:spPr>
          <a:xfrm>
            <a:off x="565404" y="2266082"/>
            <a:ext cx="9912350" cy="461665"/>
          </a:xfrm>
          <a:prstGeom prst="rect">
            <a:avLst/>
          </a:prstGeom>
        </p:spPr>
        <p:txBody>
          <a:bodyPr wrap="square">
            <a:spAutoFit/>
          </a:bodyPr>
          <a:lstStyle/>
          <a:p>
            <a:pPr algn="just">
              <a:spcBef>
                <a:spcPts val="600"/>
              </a:spcBef>
              <a:spcAft>
                <a:spcPts val="600"/>
              </a:spcAft>
              <a:tabLst>
                <a:tab pos="342900" algn="l"/>
                <a:tab pos="685800" algn="l"/>
                <a:tab pos="6400800" algn="r"/>
              </a:tabLst>
            </a:pPr>
            <a:r>
              <a:rPr lang="en-GB" sz="2400" dirty="0">
                <a:latin typeface="Times New Roman" panose="02020603050405020304" pitchFamily="18" charset="0"/>
                <a:ea typeface="Times New Roman" panose="02020603050405020304" pitchFamily="18" charset="0"/>
              </a:rPr>
              <a:t>Sample solution:</a:t>
            </a:r>
          </a:p>
        </p:txBody>
      </p:sp>
      <p:sp>
        <p:nvSpPr>
          <p:cNvPr id="4" name="TextBox 3">
            <a:extLst>
              <a:ext uri="{FF2B5EF4-FFF2-40B4-BE49-F238E27FC236}">
                <a16:creationId xmlns:a16="http://schemas.microsoft.com/office/drawing/2014/main" id="{673C9295-F553-DF54-FDB6-CBE695864C05}"/>
              </a:ext>
            </a:extLst>
          </p:cNvPr>
          <p:cNvSpPr txBox="1"/>
          <p:nvPr/>
        </p:nvSpPr>
        <p:spPr>
          <a:xfrm>
            <a:off x="565404" y="3130178"/>
            <a:ext cx="8928992" cy="2862322"/>
          </a:xfrm>
          <a:prstGeom prst="rect">
            <a:avLst/>
          </a:prstGeom>
          <a:solidFill>
            <a:schemeClr val="tx1"/>
          </a:solidFill>
        </p:spPr>
        <p:txBody>
          <a:bodyPr wrap="square">
            <a:spAutoFit/>
          </a:bodyPr>
          <a:lstStyle/>
          <a:p>
            <a:pPr>
              <a:buNone/>
            </a:pPr>
            <a:r>
              <a:rPr lang="en-US" sz="1800" dirty="0">
                <a:solidFill>
                  <a:srgbClr val="569CD6"/>
                </a:solidFill>
                <a:effectLst/>
                <a:latin typeface="Menlo" panose="020B0609030804020204" pitchFamily="49" charset="0"/>
                <a:ea typeface="Times New Roman" panose="02020603050405020304" pitchFamily="18" charset="0"/>
              </a:rPr>
              <a:t>ALTER</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TABLE</a:t>
            </a:r>
            <a:r>
              <a:rPr lang="en-US" sz="1800" dirty="0">
                <a:solidFill>
                  <a:srgbClr val="D4D4D4"/>
                </a:solidFill>
                <a:effectLst/>
                <a:latin typeface="Menlo" panose="020B0609030804020204" pitchFamily="49" charset="0"/>
                <a:ea typeface="Times New Roman" panose="02020603050405020304" pitchFamily="18" charset="0"/>
              </a:rPr>
              <a:t> GAME </a:t>
            </a:r>
            <a:r>
              <a:rPr lang="en-US" sz="1800" dirty="0">
                <a:solidFill>
                  <a:srgbClr val="569CD6"/>
                </a:solidFill>
                <a:effectLst/>
                <a:latin typeface="Menlo" panose="020B0609030804020204" pitchFamily="49" charset="0"/>
                <a:ea typeface="Times New Roman" panose="02020603050405020304" pitchFamily="18" charset="0"/>
              </a:rPr>
              <a:t>ADD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CONSTRAINT</a:t>
            </a:r>
            <a:r>
              <a:rPr lang="en-US" sz="1800" dirty="0">
                <a:solidFill>
                  <a:srgbClr val="D4D4D4"/>
                </a:solidFill>
                <a:effectLst/>
                <a:latin typeface="Menlo" panose="020B0609030804020204" pitchFamily="49" charset="0"/>
                <a:ea typeface="Times New Roman" panose="02020603050405020304" pitchFamily="18" charset="0"/>
              </a:rPr>
              <a:t> CHK_GAMEID </a:t>
            </a:r>
            <a:r>
              <a:rPr lang="en-US" sz="1800" dirty="0">
                <a:solidFill>
                  <a:srgbClr val="569CD6"/>
                </a:solidFill>
                <a:effectLst/>
                <a:latin typeface="Menlo" panose="020B0609030804020204" pitchFamily="49" charset="0"/>
                <a:ea typeface="Times New Roman" panose="02020603050405020304" pitchFamily="18" charset="0"/>
              </a:rPr>
              <a:t>CHECK</a:t>
            </a:r>
            <a:r>
              <a:rPr lang="en-US" sz="1800" dirty="0">
                <a:solidFill>
                  <a:srgbClr val="D4D4D4"/>
                </a:solidFill>
                <a:effectLst/>
                <a:latin typeface="Menlo" panose="020B0609030804020204" pitchFamily="49" charset="0"/>
                <a:ea typeface="Times New Roman" panose="02020603050405020304" pitchFamily="18" charset="0"/>
              </a:rPr>
              <a:t> (SUBSTR(GAMEID,</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IN</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'P'</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CE9178"/>
                </a:solidFill>
                <a:effectLst/>
                <a:latin typeface="Menlo" panose="020B0609030804020204" pitchFamily="49" charset="0"/>
                <a:ea typeface="Times New Roman" panose="02020603050405020304" pitchFamily="18" charset="0"/>
              </a:rPr>
              <a:t>'L'</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CE9178"/>
                </a:solidFill>
                <a:effectLst/>
                <a:latin typeface="Menlo" panose="020B0609030804020204" pitchFamily="49" charset="0"/>
                <a:ea typeface="Times New Roman" panose="02020603050405020304" pitchFamily="18" charset="0"/>
              </a:rPr>
              <a:t>'D'</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CE9178"/>
                </a:solidFill>
                <a:effectLst/>
                <a:latin typeface="Menlo" panose="020B0609030804020204" pitchFamily="49" charset="0"/>
                <a:ea typeface="Times New Roman" panose="02020603050405020304" pitchFamily="18" charset="0"/>
              </a:rPr>
              <a:t>'A'</a:t>
            </a:r>
            <a:r>
              <a:rPr lang="en-US" sz="1800" dirty="0">
                <a:solidFill>
                  <a:srgbClr val="D4D4D4"/>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569CD6"/>
                </a:solidFill>
                <a:effectLst/>
                <a:latin typeface="Menlo" panose="020B0609030804020204" pitchFamily="49" charset="0"/>
                <a:ea typeface="Times New Roman" panose="02020603050405020304" pitchFamily="18" charset="0"/>
              </a:rPr>
              <a:t>ALTER</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TABLE</a:t>
            </a:r>
            <a:r>
              <a:rPr lang="en-US" sz="1800" dirty="0">
                <a:solidFill>
                  <a:srgbClr val="D4D4D4"/>
                </a:solidFill>
                <a:effectLst/>
                <a:latin typeface="Menlo" panose="020B0609030804020204" pitchFamily="49" charset="0"/>
                <a:ea typeface="Times New Roman" panose="02020603050405020304" pitchFamily="18" charset="0"/>
              </a:rPr>
              <a:t> PUBLISHER </a:t>
            </a:r>
            <a:r>
              <a:rPr lang="en-US" sz="1800" dirty="0">
                <a:solidFill>
                  <a:srgbClr val="569CD6"/>
                </a:solidFill>
                <a:effectLst/>
                <a:latin typeface="Menlo" panose="020B0609030804020204" pitchFamily="49" charset="0"/>
                <a:ea typeface="Times New Roman" panose="02020603050405020304" pitchFamily="18" charset="0"/>
              </a:rPr>
              <a:t>ADD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CONSTRAINT</a:t>
            </a:r>
            <a:r>
              <a:rPr lang="en-US" sz="1800" dirty="0">
                <a:solidFill>
                  <a:srgbClr val="D4D4D4"/>
                </a:solidFill>
                <a:effectLst/>
                <a:latin typeface="Menlo" panose="020B0609030804020204" pitchFamily="49" charset="0"/>
                <a:ea typeface="Times New Roman" panose="02020603050405020304" pitchFamily="18" charset="0"/>
              </a:rPr>
              <a:t> CHK_PUBL_EMAIL </a:t>
            </a:r>
            <a:r>
              <a:rPr lang="en-US" sz="1800" dirty="0">
                <a:solidFill>
                  <a:srgbClr val="569CD6"/>
                </a:solidFill>
                <a:effectLst/>
                <a:latin typeface="Menlo" panose="020B0609030804020204" pitchFamily="49" charset="0"/>
                <a:ea typeface="Times New Roman" panose="02020603050405020304" pitchFamily="18" charset="0"/>
              </a:rPr>
              <a:t>CHECK</a:t>
            </a:r>
            <a:r>
              <a:rPr lang="en-US" sz="1800" dirty="0">
                <a:solidFill>
                  <a:srgbClr val="D4D4D4"/>
                </a:solidFill>
                <a:effectLst/>
                <a:latin typeface="Menlo" panose="020B0609030804020204" pitchFamily="49" charset="0"/>
                <a:ea typeface="Times New Roman" panose="02020603050405020304" pitchFamily="18" charset="0"/>
              </a:rPr>
              <a:t> (EMAIL </a:t>
            </a:r>
            <a:r>
              <a:rPr lang="en-US" sz="1800" dirty="0">
                <a:solidFill>
                  <a:srgbClr val="569CD6"/>
                </a:solidFill>
                <a:effectLst/>
                <a:latin typeface="Menlo" panose="020B0609030804020204" pitchFamily="49" charset="0"/>
                <a:ea typeface="Times New Roman" panose="02020603050405020304" pitchFamily="18" charset="0"/>
              </a:rPr>
              <a:t>LIKE</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AND</a:t>
            </a:r>
            <a:r>
              <a:rPr lang="en-US" sz="1800" dirty="0">
                <a:solidFill>
                  <a:srgbClr val="D4D4D4"/>
                </a:solidFill>
                <a:effectLst/>
                <a:latin typeface="Menlo" panose="020B0609030804020204" pitchFamily="49" charset="0"/>
                <a:ea typeface="Times New Roman" panose="02020603050405020304" pitchFamily="18" charset="0"/>
              </a:rPr>
              <a:t> EMAIL </a:t>
            </a:r>
            <a:r>
              <a:rPr lang="en-US" sz="1800" dirty="0">
                <a:solidFill>
                  <a:srgbClr val="569CD6"/>
                </a:solidFill>
                <a:effectLst/>
                <a:latin typeface="Menlo" panose="020B0609030804020204" pitchFamily="49" charset="0"/>
                <a:ea typeface="Times New Roman" panose="02020603050405020304" pitchFamily="18" charset="0"/>
              </a:rPr>
              <a:t>LIKE</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a:t>
            </a:r>
            <a:r>
              <a:rPr lang="en-US" sz="1800" dirty="0">
                <a:solidFill>
                  <a:srgbClr val="D4D4D4"/>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569CD6"/>
                </a:solidFill>
                <a:effectLst/>
                <a:latin typeface="Menlo" panose="020B0609030804020204" pitchFamily="49" charset="0"/>
                <a:ea typeface="Times New Roman" panose="02020603050405020304" pitchFamily="18" charset="0"/>
              </a:rPr>
              <a:t>ALTER</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TABLE</a:t>
            </a:r>
            <a:r>
              <a:rPr lang="en-US" sz="1800" dirty="0">
                <a:solidFill>
                  <a:srgbClr val="D4D4D4"/>
                </a:solidFill>
                <a:effectLst/>
                <a:latin typeface="Menlo" panose="020B0609030804020204" pitchFamily="49" charset="0"/>
                <a:ea typeface="Times New Roman" panose="02020603050405020304" pitchFamily="18" charset="0"/>
              </a:rPr>
              <a:t> PLATFORM </a:t>
            </a:r>
            <a:r>
              <a:rPr lang="en-US" sz="1800" dirty="0">
                <a:solidFill>
                  <a:srgbClr val="569CD6"/>
                </a:solidFill>
                <a:effectLst/>
                <a:latin typeface="Menlo" panose="020B0609030804020204" pitchFamily="49" charset="0"/>
                <a:ea typeface="Times New Roman" panose="02020603050405020304" pitchFamily="18" charset="0"/>
              </a:rPr>
              <a:t>ADD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CONSTRAINT</a:t>
            </a:r>
            <a:r>
              <a:rPr lang="en-US" sz="1800" dirty="0">
                <a:solidFill>
                  <a:srgbClr val="D4D4D4"/>
                </a:solidFill>
                <a:effectLst/>
                <a:latin typeface="Menlo" panose="020B0609030804020204" pitchFamily="49" charset="0"/>
                <a:ea typeface="Times New Roman" panose="02020603050405020304" pitchFamily="18" charset="0"/>
              </a:rPr>
              <a:t> CHK_PLATID </a:t>
            </a:r>
            <a:r>
              <a:rPr lang="en-US" sz="1800" dirty="0">
                <a:solidFill>
                  <a:srgbClr val="569CD6"/>
                </a:solidFill>
                <a:effectLst/>
                <a:latin typeface="Menlo" panose="020B0609030804020204" pitchFamily="49" charset="0"/>
                <a:ea typeface="Times New Roman" panose="02020603050405020304" pitchFamily="18" charset="0"/>
              </a:rPr>
              <a:t>CHECK</a:t>
            </a:r>
            <a:r>
              <a:rPr lang="en-US" sz="1800" dirty="0">
                <a:solidFill>
                  <a:srgbClr val="D4D4D4"/>
                </a:solidFill>
                <a:effectLst/>
                <a:latin typeface="Menlo" panose="020B0609030804020204" pitchFamily="49" charset="0"/>
                <a:ea typeface="Times New Roman" panose="02020603050405020304" pitchFamily="18" charset="0"/>
              </a:rPr>
              <a:t> (SUBSTR(</a:t>
            </a:r>
            <a:r>
              <a:rPr lang="en-US" sz="1800" dirty="0" err="1">
                <a:solidFill>
                  <a:srgbClr val="D4D4D4"/>
                </a:solidFill>
                <a:effectLst/>
                <a:latin typeface="Menlo" panose="020B0609030804020204" pitchFamily="49" charset="0"/>
                <a:ea typeface="Times New Roman" panose="02020603050405020304" pitchFamily="18" charset="0"/>
              </a:rPr>
              <a:t>platform_id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BETWEEN</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AND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B5CEA8"/>
                </a:solidFill>
                <a:effectLst/>
                <a:latin typeface="Menlo" panose="020B0609030804020204" pitchFamily="49" charset="0"/>
                <a:ea typeface="Times New Roman" panose="02020603050405020304" pitchFamily="18" charset="0"/>
              </a:rPr>
              <a:t>6</a:t>
            </a:r>
            <a:r>
              <a:rPr lang="en-US" sz="1800" dirty="0">
                <a:solidFill>
                  <a:srgbClr val="D4D4D4"/>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569CD6"/>
                </a:solidFill>
                <a:effectLst/>
                <a:latin typeface="Menlo" panose="020B0609030804020204" pitchFamily="49" charset="0"/>
                <a:ea typeface="Times New Roman" panose="02020603050405020304" pitchFamily="18" charset="0"/>
              </a:rPr>
              <a:t>ALTER</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TABLE</a:t>
            </a:r>
            <a:r>
              <a:rPr lang="en-US" sz="1800" dirty="0">
                <a:solidFill>
                  <a:srgbClr val="D4D4D4"/>
                </a:solidFill>
                <a:effectLst/>
                <a:latin typeface="Menlo" panose="020B0609030804020204" pitchFamily="49" charset="0"/>
                <a:ea typeface="Times New Roman" panose="02020603050405020304" pitchFamily="18" charset="0"/>
              </a:rPr>
              <a:t> GENRE_ID </a:t>
            </a:r>
            <a:r>
              <a:rPr lang="en-US" sz="1800" dirty="0">
                <a:solidFill>
                  <a:srgbClr val="569CD6"/>
                </a:solidFill>
                <a:effectLst/>
                <a:latin typeface="Menlo" panose="020B0609030804020204" pitchFamily="49" charset="0"/>
                <a:ea typeface="Times New Roman" panose="02020603050405020304" pitchFamily="18" charset="0"/>
              </a:rPr>
              <a:t>ADD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CONSTRAINT</a:t>
            </a:r>
            <a:r>
              <a:rPr lang="en-US" sz="1800" dirty="0">
                <a:solidFill>
                  <a:srgbClr val="D4D4D4"/>
                </a:solidFill>
                <a:effectLst/>
                <a:latin typeface="Menlo" panose="020B0609030804020204" pitchFamily="49" charset="0"/>
                <a:ea typeface="Times New Roman" panose="02020603050405020304" pitchFamily="18" charset="0"/>
              </a:rPr>
              <a:t> CHK_GENREID </a:t>
            </a:r>
            <a:r>
              <a:rPr lang="en-US" sz="1800" dirty="0">
                <a:solidFill>
                  <a:srgbClr val="569CD6"/>
                </a:solidFill>
                <a:effectLst/>
                <a:latin typeface="Menlo" panose="020B0609030804020204" pitchFamily="49" charset="0"/>
                <a:ea typeface="Times New Roman" panose="02020603050405020304" pitchFamily="18" charset="0"/>
              </a:rPr>
              <a:t>CHECK</a:t>
            </a:r>
            <a:r>
              <a:rPr lang="en-US" sz="1800" dirty="0">
                <a:solidFill>
                  <a:srgbClr val="D4D4D4"/>
                </a:solidFill>
                <a:effectLst/>
                <a:latin typeface="Menlo" panose="020B0609030804020204" pitchFamily="49" charset="0"/>
                <a:ea typeface="Times New Roman" panose="02020603050405020304" pitchFamily="18" charset="0"/>
              </a:rPr>
              <a:t> (SUBSTR(GENRE_ID,</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BETWEEN</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'A'</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AND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'Z'</a:t>
            </a:r>
            <a:r>
              <a:rPr lang="en-US" sz="1800" dirty="0">
                <a:solidFill>
                  <a:srgbClr val="D4D4D4"/>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569CD6"/>
                </a:solidFill>
                <a:effectLst/>
                <a:latin typeface="Menlo" panose="020B0609030804020204" pitchFamily="49" charset="0"/>
                <a:ea typeface="Times New Roman" panose="02020603050405020304" pitchFamily="18" charset="0"/>
              </a:rPr>
              <a:t>ALTER</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TABLE</a:t>
            </a:r>
            <a:r>
              <a:rPr lang="en-US" sz="1800" dirty="0">
                <a:solidFill>
                  <a:srgbClr val="D4D4D4"/>
                </a:solidFill>
                <a:effectLst/>
                <a:latin typeface="Menlo" panose="020B0609030804020204" pitchFamily="49" charset="0"/>
                <a:ea typeface="Times New Roman" panose="02020603050405020304" pitchFamily="18" charset="0"/>
              </a:rPr>
              <a:t> GENRE </a:t>
            </a:r>
            <a:r>
              <a:rPr lang="en-US" sz="1800" dirty="0">
                <a:solidFill>
                  <a:srgbClr val="569CD6"/>
                </a:solidFill>
                <a:effectLst/>
                <a:latin typeface="Menlo" panose="020B0609030804020204" pitchFamily="49" charset="0"/>
                <a:ea typeface="Times New Roman" panose="02020603050405020304" pitchFamily="18" charset="0"/>
              </a:rPr>
              <a:t>ADD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CONSTRAINT</a:t>
            </a:r>
            <a:r>
              <a:rPr lang="en-US" sz="1800" dirty="0">
                <a:solidFill>
                  <a:srgbClr val="D4D4D4"/>
                </a:solidFill>
                <a:effectLst/>
                <a:latin typeface="Menlo" panose="020B0609030804020204" pitchFamily="49" charset="0"/>
                <a:ea typeface="Times New Roman" panose="02020603050405020304" pitchFamily="18" charset="0"/>
              </a:rPr>
              <a:t> CHK_GENRENAME </a:t>
            </a:r>
            <a:r>
              <a:rPr lang="en-US" sz="1800" dirty="0">
                <a:solidFill>
                  <a:srgbClr val="569CD6"/>
                </a:solidFill>
                <a:effectLst/>
                <a:latin typeface="Menlo" panose="020B0609030804020204" pitchFamily="49" charset="0"/>
                <a:ea typeface="Times New Roman" panose="02020603050405020304" pitchFamily="18" charset="0"/>
              </a:rPr>
              <a:t>CHECK</a:t>
            </a:r>
            <a:r>
              <a:rPr lang="en-US" sz="1800" dirty="0">
                <a:solidFill>
                  <a:srgbClr val="D4D4D4"/>
                </a:solidFill>
                <a:effectLst/>
                <a:latin typeface="Menlo" panose="020B0609030804020204" pitchFamily="49" charset="0"/>
                <a:ea typeface="Times New Roman" panose="02020603050405020304" pitchFamily="18" charset="0"/>
              </a:rPr>
              <a:t> (GENRE_NAME  </a:t>
            </a:r>
            <a:r>
              <a:rPr lang="en-US" sz="1800" dirty="0">
                <a:solidFill>
                  <a:srgbClr val="569CD6"/>
                </a:solidFill>
                <a:effectLst/>
                <a:latin typeface="Menlo" panose="020B0609030804020204" pitchFamily="49" charset="0"/>
                <a:ea typeface="Times New Roman" panose="02020603050405020304" pitchFamily="18" charset="0"/>
              </a:rPr>
              <a:t>IN</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'ADVENTURE'</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CE9178"/>
                </a:solidFill>
                <a:effectLst/>
                <a:latin typeface="Menlo" panose="020B0609030804020204" pitchFamily="49" charset="0"/>
                <a:ea typeface="Times New Roman" panose="02020603050405020304" pitchFamily="18" charset="0"/>
              </a:rPr>
              <a:t>'RPG'</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CE9178"/>
                </a:solidFill>
                <a:effectLst/>
                <a:latin typeface="Menlo" panose="020B0609030804020204" pitchFamily="49" charset="0"/>
                <a:ea typeface="Times New Roman" panose="02020603050405020304" pitchFamily="18" charset="0"/>
              </a:rPr>
              <a:t>'SIMULATION'</a:t>
            </a:r>
            <a:r>
              <a:rPr lang="en-US" sz="1800" dirty="0">
                <a:solidFill>
                  <a:srgbClr val="D4D4D4"/>
                </a:solidFill>
                <a:effectLst/>
                <a:latin typeface="Menlo" panose="020B0609030804020204" pitchFamily="49" charset="0"/>
                <a:ea typeface="Times New Roman" panose="02020603050405020304" pitchFamily="18" charset="0"/>
              </a:rPr>
              <a:t>,</a:t>
            </a:r>
            <a:r>
              <a:rPr lang="en-US" sz="1800" dirty="0">
                <a:solidFill>
                  <a:srgbClr val="CE9178"/>
                </a:solidFill>
                <a:effectLst/>
                <a:latin typeface="Menlo" panose="020B0609030804020204" pitchFamily="49" charset="0"/>
                <a:ea typeface="Times New Roman" panose="02020603050405020304" pitchFamily="18" charset="0"/>
              </a:rPr>
              <a:t>'PUZZLE'</a:t>
            </a:r>
            <a:r>
              <a:rPr lang="en-US" sz="1800" dirty="0">
                <a:solidFill>
                  <a:srgbClr val="D4D4D4"/>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95537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FF186-6DCD-BE17-7B4B-9FCB78F453B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31BCC23-165B-1384-F8BF-2C0C16ABE0B7}"/>
              </a:ext>
            </a:extLst>
          </p:cNvPr>
          <p:cNvSpPr txBox="1">
            <a:spLocks noGrp="1"/>
          </p:cNvSpPr>
          <p:nvPr>
            <p:ph type="title"/>
          </p:nvPr>
        </p:nvSpPr>
        <p:spPr>
          <a:xfrm>
            <a:off x="1602284" y="2995070"/>
            <a:ext cx="8158989" cy="671464"/>
          </a:xfrm>
          <a:prstGeom prst="rect">
            <a:avLst/>
          </a:prstGeom>
        </p:spPr>
        <p:txBody>
          <a:bodyPr vert="horz" wrap="square" lIns="0" tIns="76833" rIns="0" bIns="0" rtlCol="0" anchor="ctr">
            <a:spAutoFit/>
          </a:bodyPr>
          <a:lstStyle/>
          <a:p>
            <a:pPr marL="154305" defTabSz="802020">
              <a:lnSpc>
                <a:spcPct val="100000"/>
              </a:lnSpc>
              <a:spcBef>
                <a:spcPts val="95"/>
              </a:spcBef>
            </a:pPr>
            <a:r>
              <a:rPr lang="en-IE" sz="3859" b="1" spc="-20" dirty="0">
                <a:solidFill>
                  <a:srgbClr val="004C6C"/>
                </a:solidFill>
                <a:latin typeface="+mj-lt"/>
                <a:cs typeface="+mj-cs"/>
              </a:rPr>
              <a:t>Identifying errors in the queries</a:t>
            </a:r>
          </a:p>
        </p:txBody>
      </p:sp>
    </p:spTree>
    <p:extLst>
      <p:ext uri="{BB962C8B-B14F-4D97-AF65-F5344CB8AC3E}">
        <p14:creationId xmlns:p14="http://schemas.microsoft.com/office/powerpoint/2010/main" val="52796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AEE2C-5934-9677-C1B3-1D40C5FC10E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A62A512-A0EF-9BEE-D729-22C2582877EC}"/>
              </a:ext>
            </a:extLst>
          </p:cNvPr>
          <p:cNvSpPr txBox="1">
            <a:spLocks noGrp="1"/>
          </p:cNvSpPr>
          <p:nvPr>
            <p:ph type="title"/>
          </p:nvPr>
        </p:nvSpPr>
        <p:spPr>
          <a:xfrm>
            <a:off x="1073910" y="723941"/>
            <a:ext cx="8017206" cy="606705"/>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2022/2023</a:t>
            </a:r>
            <a:endParaRPr sz="3200" spc="-20" dirty="0"/>
          </a:p>
        </p:txBody>
      </p:sp>
      <p:sp>
        <p:nvSpPr>
          <p:cNvPr id="6" name="Rectangle 5">
            <a:extLst>
              <a:ext uri="{FF2B5EF4-FFF2-40B4-BE49-F238E27FC236}">
                <a16:creationId xmlns:a16="http://schemas.microsoft.com/office/drawing/2014/main" id="{FB7329D7-3732-7D1F-F168-948E26DF903A}"/>
              </a:ext>
            </a:extLst>
          </p:cNvPr>
          <p:cNvSpPr/>
          <p:nvPr/>
        </p:nvSpPr>
        <p:spPr>
          <a:xfrm>
            <a:off x="393701" y="1720850"/>
            <a:ext cx="8985448" cy="1569660"/>
          </a:xfrm>
          <a:prstGeom prst="rect">
            <a:avLst/>
          </a:prstGeom>
        </p:spPr>
        <p:txBody>
          <a:bodyPr wrap="square">
            <a:spAutoFit/>
          </a:bodyPr>
          <a:lstStyle/>
          <a:p>
            <a:r>
              <a:rPr lang="en-US" sz="2400" dirty="0"/>
              <a:t>The following SQL queries were written as an attempt to insert data into the video game database. However, each query returned an error. Identify and explain the errors in the queries below: </a:t>
            </a:r>
            <a:endParaRPr lang="en-IE" sz="2400" dirty="0"/>
          </a:p>
        </p:txBody>
      </p:sp>
      <p:sp>
        <p:nvSpPr>
          <p:cNvPr id="4" name="TextBox 3">
            <a:extLst>
              <a:ext uri="{FF2B5EF4-FFF2-40B4-BE49-F238E27FC236}">
                <a16:creationId xmlns:a16="http://schemas.microsoft.com/office/drawing/2014/main" id="{AB74831F-8B08-4CEF-8EED-B365D68FB294}"/>
              </a:ext>
            </a:extLst>
          </p:cNvPr>
          <p:cNvSpPr txBox="1"/>
          <p:nvPr/>
        </p:nvSpPr>
        <p:spPr>
          <a:xfrm>
            <a:off x="329985" y="3699054"/>
            <a:ext cx="9505056" cy="2298258"/>
          </a:xfrm>
          <a:prstGeom prst="rect">
            <a:avLst/>
          </a:prstGeom>
          <a:noFill/>
        </p:spPr>
        <p:txBody>
          <a:bodyPr wrap="square">
            <a:spAutoFit/>
          </a:bodyPr>
          <a:lstStyle/>
          <a:p>
            <a:pPr algn="just">
              <a:lnSpc>
                <a:spcPct val="115000"/>
              </a:lnSpc>
              <a:buNone/>
            </a:pPr>
            <a:r>
              <a:rPr lang="en-US" sz="1800" dirty="0">
                <a:solidFill>
                  <a:srgbClr val="0000FF"/>
                </a:solidFill>
                <a:effectLst/>
                <a:latin typeface="Menlo" panose="020B0609030804020204" pitchFamily="49" charset="0"/>
                <a:ea typeface="Times New Roman" panose="02020603050405020304" pitchFamily="18" charset="0"/>
              </a:rPr>
              <a:t>INSERT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INTO</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game_publisher</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VALUES</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FF0000"/>
                </a:solidFill>
                <a:effectLst/>
                <a:latin typeface="Menlo" panose="020B0609030804020204" pitchFamily="49" charset="0"/>
                <a:ea typeface="Times New Roman" panose="02020603050405020304" pitchFamily="18" charset="0"/>
              </a:rPr>
              <a:t>'Pewter Games'</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FF0000"/>
                </a:solidFill>
                <a:effectLst/>
                <a:latin typeface="Menlo" panose="020B0609030804020204" pitchFamily="49" charset="0"/>
                <a:ea typeface="Times New Roman" panose="02020603050405020304" pitchFamily="18" charset="0"/>
              </a:rPr>
              <a:t>'</a:t>
            </a:r>
            <a:r>
              <a:rPr lang="en-US" sz="1800" dirty="0" err="1">
                <a:solidFill>
                  <a:srgbClr val="FF0000"/>
                </a:solidFill>
                <a:effectLst/>
                <a:latin typeface="Menlo" panose="020B0609030804020204" pitchFamily="49" charset="0"/>
                <a:ea typeface="Times New Roman" panose="02020603050405020304" pitchFamily="18" charset="0"/>
              </a:rPr>
              <a:t>pewter@email.com</a:t>
            </a:r>
            <a:r>
              <a:rPr lang="en-US" sz="1800" dirty="0">
                <a:solidFill>
                  <a:srgbClr val="FF0000"/>
                </a:solidFill>
                <a:effectLst/>
                <a:latin typeface="Menlo" panose="020B0609030804020204" pitchFamily="49" charset="0"/>
                <a:ea typeface="Times New Roman" panose="02020603050405020304" pitchFamily="18" charset="0"/>
              </a:rPr>
              <a:t>'</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lgn="just">
              <a:lnSpc>
                <a:spcPct val="115000"/>
              </a:lnSpc>
              <a:buNone/>
            </a:pPr>
            <a:r>
              <a:rPr lang="en-US" sz="1800" dirty="0">
                <a:solidFill>
                  <a:srgbClr val="000000"/>
                </a:solidFill>
                <a:effectLst/>
                <a:latin typeface="Menlo" panose="020B0609030804020204" pitchFamily="49"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lgn="just">
              <a:lnSpc>
                <a:spcPct val="115000"/>
              </a:lnSpc>
              <a:buNone/>
            </a:pPr>
            <a:r>
              <a:rPr lang="en-US" sz="1800" dirty="0">
                <a:solidFill>
                  <a:srgbClr val="0000FF"/>
                </a:solidFill>
                <a:effectLst/>
                <a:latin typeface="Menlo" panose="020B0609030804020204" pitchFamily="49" charset="0"/>
                <a:ea typeface="Times New Roman" panose="02020603050405020304" pitchFamily="18" charset="0"/>
              </a:rPr>
              <a:t>INSERT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INTO</a:t>
            </a:r>
            <a:r>
              <a:rPr lang="en-US" sz="1800" dirty="0">
                <a:solidFill>
                  <a:srgbClr val="000000"/>
                </a:solidFill>
                <a:effectLst/>
                <a:latin typeface="Menlo" panose="020B0609030804020204" pitchFamily="49" charset="0"/>
                <a:ea typeface="Times New Roman" panose="02020603050405020304" pitchFamily="18" charset="0"/>
              </a:rPr>
              <a:t> game </a:t>
            </a:r>
            <a:r>
              <a:rPr lang="en-US" sz="1800" dirty="0">
                <a:solidFill>
                  <a:srgbClr val="0000FF"/>
                </a:solidFill>
                <a:effectLst/>
                <a:latin typeface="Menlo" panose="020B0609030804020204" pitchFamily="49" charset="0"/>
                <a:ea typeface="Times New Roman" panose="02020603050405020304" pitchFamily="18" charset="0"/>
              </a:rPr>
              <a:t>VALUES</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FF0000"/>
                </a:solidFill>
                <a:effectLst/>
                <a:latin typeface="Menlo" panose="020B0609030804020204" pitchFamily="49" charset="0"/>
                <a:ea typeface="Times New Roman" panose="02020603050405020304" pitchFamily="18" charset="0"/>
              </a:rPr>
              <a:t>'1453'</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98658"/>
                </a:solidFill>
                <a:effectLst/>
                <a:latin typeface="Menlo" panose="020B0609030804020204" pitchFamily="49" charset="0"/>
                <a:ea typeface="Times New Roman" panose="02020603050405020304" pitchFamily="18" charset="0"/>
              </a:rPr>
              <a:t>5555</a:t>
            </a:r>
            <a:r>
              <a:rPr lang="en-US" sz="1800" dirty="0">
                <a:solidFill>
                  <a:srgbClr val="000000"/>
                </a:solidFill>
                <a:effectLst/>
                <a:latin typeface="Menlo" panose="020B0609030804020204" pitchFamily="49" charset="0"/>
                <a:ea typeface="Times New Roman" panose="02020603050405020304" pitchFamily="18" charset="0"/>
              </a:rPr>
              <a:t>, Super Mario, </a:t>
            </a:r>
            <a:r>
              <a:rPr lang="en-US" sz="1800" dirty="0">
                <a:solidFill>
                  <a:srgbClr val="098658"/>
                </a:solidFill>
                <a:effectLst/>
                <a:latin typeface="Menlo" panose="020B0609030804020204" pitchFamily="49" charset="0"/>
                <a:ea typeface="Times New Roman" panose="02020603050405020304" pitchFamily="18" charset="0"/>
              </a:rPr>
              <a:t>1234</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lgn="just">
              <a:lnSpc>
                <a:spcPct val="115000"/>
              </a:lnSpc>
              <a:buNone/>
            </a:pPr>
            <a:r>
              <a:rPr lang="en-US" sz="1800" dirty="0">
                <a:solidFill>
                  <a:srgbClr val="000000"/>
                </a:solidFill>
                <a:effectLst/>
                <a:latin typeface="Menlo" panose="020B0609030804020204" pitchFamily="49" charset="0"/>
                <a:ea typeface="Times New Roman" panose="02020603050405020304" pitchFamily="18" charset="0"/>
              </a:rPr>
              <a:t> </a:t>
            </a:r>
            <a:endParaRPr lang="en-IE" sz="3200" dirty="0">
              <a:effectLst/>
              <a:latin typeface="Times New Roman" panose="02020603050405020304" pitchFamily="18" charset="0"/>
              <a:ea typeface="Times New Roman" panose="02020603050405020304" pitchFamily="18" charset="0"/>
            </a:endParaRPr>
          </a:p>
          <a:p>
            <a:pPr algn="just">
              <a:lnSpc>
                <a:spcPct val="115000"/>
              </a:lnSpc>
              <a:buNone/>
            </a:pPr>
            <a:r>
              <a:rPr lang="en-US" sz="1800" dirty="0">
                <a:solidFill>
                  <a:srgbClr val="0000FF"/>
                </a:solidFill>
                <a:effectLst/>
                <a:latin typeface="Menlo" panose="020B0609030804020204" pitchFamily="49" charset="0"/>
                <a:ea typeface="Times New Roman" panose="02020603050405020304" pitchFamily="18" charset="0"/>
              </a:rPr>
              <a:t>INSERT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INTO</a:t>
            </a:r>
            <a:r>
              <a:rPr lang="en-US" sz="1800" dirty="0">
                <a:solidFill>
                  <a:srgbClr val="000000"/>
                </a:solidFill>
                <a:effectLst/>
                <a:latin typeface="Menlo" panose="020B0609030804020204" pitchFamily="49" charset="0"/>
                <a:ea typeface="Times New Roman" panose="02020603050405020304" pitchFamily="18" charset="0"/>
              </a:rPr>
              <a:t> platform (</a:t>
            </a:r>
            <a:r>
              <a:rPr lang="en-US" sz="1800" dirty="0" err="1">
                <a:solidFill>
                  <a:srgbClr val="000000"/>
                </a:solidFill>
                <a:effectLst/>
                <a:latin typeface="Menlo" panose="020B0609030804020204" pitchFamily="49" charset="0"/>
                <a:ea typeface="Times New Roman" panose="02020603050405020304" pitchFamily="18" charset="0"/>
              </a:rPr>
              <a:t>platform_id</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platform_name</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developer_name</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VALUES</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98658"/>
                </a:solidFill>
                <a:effectLst/>
                <a:latin typeface="Menlo" panose="020B0609030804020204" pitchFamily="49" charset="0"/>
                <a:ea typeface="Times New Roman" panose="02020603050405020304" pitchFamily="18" charset="0"/>
              </a:rPr>
              <a:t>4321</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FF0000"/>
                </a:solidFill>
                <a:effectLst/>
                <a:latin typeface="Menlo" panose="020B0609030804020204" pitchFamily="49" charset="0"/>
                <a:ea typeface="Times New Roman" panose="02020603050405020304" pitchFamily="18" charset="0"/>
              </a:rPr>
              <a:t>'Xbox’, ‘Brain Games Studio'</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FF0000"/>
                </a:solidFill>
                <a:effectLst/>
                <a:latin typeface="Menlo" panose="020B0609030804020204" pitchFamily="49" charset="0"/>
                <a:ea typeface="Times New Roman" panose="02020603050405020304" pitchFamily="18" charset="0"/>
              </a:rPr>
              <a:t>'Mabel Addis'</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48185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73D3-DD90-1A94-6EF8-7A2000C163F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ABE1647-FC14-6264-B919-07A8E6EAA985}"/>
              </a:ext>
            </a:extLst>
          </p:cNvPr>
          <p:cNvSpPr txBox="1">
            <a:spLocks noGrp="1"/>
          </p:cNvSpPr>
          <p:nvPr>
            <p:ph type="title"/>
          </p:nvPr>
        </p:nvSpPr>
        <p:spPr>
          <a:xfrm>
            <a:off x="1073910" y="742280"/>
            <a:ext cx="8017206" cy="570026"/>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2022/2023</a:t>
            </a:r>
            <a:endParaRPr sz="3200" spc="-20" dirty="0"/>
          </a:p>
        </p:txBody>
      </p:sp>
      <p:pic>
        <p:nvPicPr>
          <p:cNvPr id="2" name="Picture 1" descr="A diagram of a computer server&#10;&#10;AI-generated content may be incorrect.">
            <a:extLst>
              <a:ext uri="{FF2B5EF4-FFF2-40B4-BE49-F238E27FC236}">
                <a16:creationId xmlns:a16="http://schemas.microsoft.com/office/drawing/2014/main" id="{932CDE77-BF17-328B-FB3A-C99196F0C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48" y="1618009"/>
            <a:ext cx="6896778" cy="4634509"/>
          </a:xfrm>
          <a:prstGeom prst="rect">
            <a:avLst/>
          </a:prstGeom>
        </p:spPr>
      </p:pic>
    </p:spTree>
    <p:extLst>
      <p:ext uri="{BB962C8B-B14F-4D97-AF65-F5344CB8AC3E}">
        <p14:creationId xmlns:p14="http://schemas.microsoft.com/office/powerpoint/2010/main" val="2623618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B03EC-6781-BA64-91BC-F31EE1D68D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6C56B9F-F802-99CC-5BD2-34D52372F9BF}"/>
              </a:ext>
            </a:extLst>
          </p:cNvPr>
          <p:cNvSpPr txBox="1">
            <a:spLocks noGrp="1"/>
          </p:cNvSpPr>
          <p:nvPr>
            <p:ph type="title"/>
          </p:nvPr>
        </p:nvSpPr>
        <p:spPr>
          <a:xfrm>
            <a:off x="1073910" y="723941"/>
            <a:ext cx="8017206" cy="606705"/>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2022/2023 - </a:t>
            </a:r>
            <a:r>
              <a:rPr lang="pt-BR" sz="3200" spc="-20" dirty="0" err="1"/>
              <a:t>answer</a:t>
            </a:r>
            <a:endParaRPr sz="3200" spc="-20" dirty="0"/>
          </a:p>
        </p:txBody>
      </p:sp>
      <p:sp>
        <p:nvSpPr>
          <p:cNvPr id="6" name="Rectangle 5">
            <a:extLst>
              <a:ext uri="{FF2B5EF4-FFF2-40B4-BE49-F238E27FC236}">
                <a16:creationId xmlns:a16="http://schemas.microsoft.com/office/drawing/2014/main" id="{94EF2986-83C7-118F-B764-53D8AE0D387B}"/>
              </a:ext>
            </a:extLst>
          </p:cNvPr>
          <p:cNvSpPr/>
          <p:nvPr/>
        </p:nvSpPr>
        <p:spPr>
          <a:xfrm>
            <a:off x="393701" y="1720850"/>
            <a:ext cx="8985448" cy="3785652"/>
          </a:xfrm>
          <a:prstGeom prst="rect">
            <a:avLst/>
          </a:prstGeom>
        </p:spPr>
        <p:txBody>
          <a:bodyPr wrap="square">
            <a:spAutoFit/>
          </a:bodyPr>
          <a:lstStyle/>
          <a:p>
            <a:pPr marL="342900" indent="-342900">
              <a:buFont typeface="Arial" panose="020B0604020202020204" pitchFamily="34" charset="0"/>
              <a:buChar char="•"/>
            </a:pPr>
            <a:r>
              <a:rPr lang="en-US" sz="2400" dirty="0"/>
              <a:t>The first SQL statement attempts to do a partial insertion without listing the attributes, which results in a “not enough values” error.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second SQL statement attempts to insert a string value without single quotes, which results in an error.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third SQL statement attempts to insert more values than attributes available, resulting in the error “too many values”.</a:t>
            </a:r>
          </a:p>
          <a:p>
            <a:endParaRPr lang="en-US" sz="2400" dirty="0"/>
          </a:p>
        </p:txBody>
      </p:sp>
    </p:spTree>
    <p:extLst>
      <p:ext uri="{BB962C8B-B14F-4D97-AF65-F5344CB8AC3E}">
        <p14:creationId xmlns:p14="http://schemas.microsoft.com/office/powerpoint/2010/main" val="1385242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E5A7-6FC7-5FA0-8F1B-A88FABF0B6C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C72340E-5147-1A71-5AD2-656B9D678047}"/>
              </a:ext>
            </a:extLst>
          </p:cNvPr>
          <p:cNvSpPr txBox="1">
            <a:spLocks noGrp="1"/>
          </p:cNvSpPr>
          <p:nvPr>
            <p:ph type="title"/>
          </p:nvPr>
        </p:nvSpPr>
        <p:spPr>
          <a:xfrm>
            <a:off x="1073910" y="742280"/>
            <a:ext cx="8017206" cy="570026"/>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a:t>SQL </a:t>
            </a:r>
            <a:r>
              <a:rPr lang="pt-BR" sz="3200" spc="-20" dirty="0" err="1"/>
              <a:t>functions</a:t>
            </a:r>
            <a:endParaRPr sz="3200" spc="-20" dirty="0"/>
          </a:p>
        </p:txBody>
      </p:sp>
      <p:sp>
        <p:nvSpPr>
          <p:cNvPr id="6" name="Rectangle 5">
            <a:extLst>
              <a:ext uri="{FF2B5EF4-FFF2-40B4-BE49-F238E27FC236}">
                <a16:creationId xmlns:a16="http://schemas.microsoft.com/office/drawing/2014/main" id="{654DCF2B-F62D-775A-936D-1FD2378599EA}"/>
              </a:ext>
            </a:extLst>
          </p:cNvPr>
          <p:cNvSpPr/>
          <p:nvPr/>
        </p:nvSpPr>
        <p:spPr>
          <a:xfrm>
            <a:off x="1170235" y="1720850"/>
            <a:ext cx="8208913" cy="1815882"/>
          </a:xfrm>
          <a:prstGeom prst="rect">
            <a:avLst/>
          </a:prstGeom>
        </p:spPr>
        <p:txBody>
          <a:bodyPr wrap="square">
            <a:spAutoFit/>
          </a:bodyPr>
          <a:lstStyle/>
          <a:p>
            <a:pPr marL="342900" indent="-342900">
              <a:buFont typeface="Arial" panose="020B0604020202020204" pitchFamily="34" charset="0"/>
              <a:buChar char="•"/>
            </a:pPr>
            <a:r>
              <a:rPr lang="en-US" sz="2800" dirty="0"/>
              <a:t>SQL functions are built-in operations that take one or more values and return a result.</a:t>
            </a:r>
          </a:p>
          <a:p>
            <a:pPr marL="342900" indent="-342900">
              <a:buFont typeface="Arial" panose="020B0604020202020204" pitchFamily="34" charset="0"/>
              <a:buChar char="•"/>
            </a:pPr>
            <a:r>
              <a:rPr lang="en-US" sz="2800" dirty="0"/>
              <a:t>They are widely used for data transformation, formatting, calculations, and aggregation.</a:t>
            </a:r>
            <a:endParaRPr lang="en-IE" sz="2800" dirty="0"/>
          </a:p>
        </p:txBody>
      </p:sp>
    </p:spTree>
    <p:extLst>
      <p:ext uri="{BB962C8B-B14F-4D97-AF65-F5344CB8AC3E}">
        <p14:creationId xmlns:p14="http://schemas.microsoft.com/office/powerpoint/2010/main" val="2135777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43076-DD4D-D273-A9CC-622724F829C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740C91B-68ED-924E-8C12-8AD193C5C45E}"/>
              </a:ext>
            </a:extLst>
          </p:cNvPr>
          <p:cNvSpPr txBox="1">
            <a:spLocks noGrp="1"/>
          </p:cNvSpPr>
          <p:nvPr>
            <p:ph type="title"/>
          </p:nvPr>
        </p:nvSpPr>
        <p:spPr>
          <a:xfrm>
            <a:off x="1073910" y="742280"/>
            <a:ext cx="8017206" cy="570026"/>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a:t>Single-</a:t>
            </a:r>
            <a:r>
              <a:rPr lang="pt-BR" sz="3200" spc="-20" dirty="0" err="1"/>
              <a:t>row</a:t>
            </a:r>
            <a:r>
              <a:rPr lang="pt-BR" sz="3200" spc="-20" dirty="0"/>
              <a:t> </a:t>
            </a:r>
            <a:r>
              <a:rPr lang="pt-BR" sz="3200" spc="-20" dirty="0" err="1"/>
              <a:t>functions</a:t>
            </a:r>
            <a:endParaRPr sz="3200" spc="-20" dirty="0"/>
          </a:p>
        </p:txBody>
      </p:sp>
      <p:sp>
        <p:nvSpPr>
          <p:cNvPr id="6" name="Rectangle 5">
            <a:extLst>
              <a:ext uri="{FF2B5EF4-FFF2-40B4-BE49-F238E27FC236}">
                <a16:creationId xmlns:a16="http://schemas.microsoft.com/office/drawing/2014/main" id="{3157AE1D-A5E8-866E-6506-DBB822055076}"/>
              </a:ext>
            </a:extLst>
          </p:cNvPr>
          <p:cNvSpPr/>
          <p:nvPr/>
        </p:nvSpPr>
        <p:spPr>
          <a:xfrm>
            <a:off x="810196" y="1978050"/>
            <a:ext cx="9289033" cy="3785652"/>
          </a:xfrm>
          <a:prstGeom prst="rect">
            <a:avLst/>
          </a:prstGeom>
        </p:spPr>
        <p:txBody>
          <a:bodyPr wrap="square">
            <a:spAutoFit/>
          </a:bodyPr>
          <a:lstStyle/>
          <a:p>
            <a:pPr marL="342900" indent="-342900">
              <a:buFont typeface="Arial" panose="020B0604020202020204" pitchFamily="34" charset="0"/>
              <a:buChar char="•"/>
            </a:pPr>
            <a:r>
              <a:rPr lang="en-US" sz="2400" dirty="0"/>
              <a:t>Process one row at a time</a:t>
            </a:r>
          </a:p>
          <a:p>
            <a:pPr marL="342900" indent="-342900">
              <a:buFont typeface="Arial" panose="020B0604020202020204" pitchFamily="34" charset="0"/>
              <a:buChar char="•"/>
            </a:pPr>
            <a:r>
              <a:rPr lang="en-US" sz="2400" dirty="0"/>
              <a:t>Return one result per row</a:t>
            </a:r>
          </a:p>
          <a:p>
            <a:pPr marL="342900" indent="-342900">
              <a:buFont typeface="Arial" panose="020B0604020202020204" pitchFamily="34" charset="0"/>
              <a:buChar char="•"/>
            </a:pPr>
            <a:r>
              <a:rPr lang="en-US" sz="2400" dirty="0"/>
              <a:t>Can be used in SELECT, WHERE, ORDER BY</a:t>
            </a:r>
          </a:p>
          <a:p>
            <a:pPr marL="342900" indent="-342900">
              <a:buFont typeface="Arial" panose="020B0604020202020204" pitchFamily="34" charset="0"/>
              <a:buChar char="•"/>
            </a:pPr>
            <a:r>
              <a:rPr lang="en-US" sz="2400" dirty="0"/>
              <a:t>Do not change the number of rows returned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Examples:</a:t>
            </a:r>
          </a:p>
          <a:p>
            <a:pPr marL="342900" indent="-342900">
              <a:buFont typeface="Arial" panose="020B0604020202020204" pitchFamily="34" charset="0"/>
              <a:buChar char="•"/>
            </a:pPr>
            <a:r>
              <a:rPr lang="en-US" sz="2400" dirty="0"/>
              <a:t>String functions: UPPER(name), LOWER(email), LENGTH(title)</a:t>
            </a:r>
          </a:p>
          <a:p>
            <a:pPr marL="342900" indent="-342900">
              <a:buFont typeface="Arial" panose="020B0604020202020204" pitchFamily="34" charset="0"/>
              <a:buChar char="•"/>
            </a:pPr>
            <a:r>
              <a:rPr lang="en-US" sz="2400" dirty="0"/>
              <a:t>Number functions: ROUND(salary,2), ABS(value)</a:t>
            </a:r>
          </a:p>
          <a:p>
            <a:pPr marL="342900" indent="-342900">
              <a:buFont typeface="Arial" panose="020B0604020202020204" pitchFamily="34" charset="0"/>
              <a:buChar char="•"/>
            </a:pPr>
            <a:r>
              <a:rPr lang="en-US" sz="2400" dirty="0"/>
              <a:t>Date functions: TO_CHAR(date, 'DD/MM/YYYY’)</a:t>
            </a:r>
          </a:p>
          <a:p>
            <a:pPr marL="342900" indent="-342900">
              <a:buFont typeface="Arial" panose="020B0604020202020204" pitchFamily="34" charset="0"/>
              <a:buChar char="•"/>
            </a:pPr>
            <a:r>
              <a:rPr lang="en-US" sz="2400" dirty="0"/>
              <a:t>Conversion functions: TO_NUMBER, TO_CHAR, CAST</a:t>
            </a:r>
            <a:endParaRPr lang="en-IE" sz="2400" dirty="0"/>
          </a:p>
        </p:txBody>
      </p:sp>
    </p:spTree>
    <p:extLst>
      <p:ext uri="{BB962C8B-B14F-4D97-AF65-F5344CB8AC3E}">
        <p14:creationId xmlns:p14="http://schemas.microsoft.com/office/powerpoint/2010/main" val="32755603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A89-DE45-569D-126C-A5AB395B7B5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E17DF6E-579B-274A-55B7-FD6CC0387B70}"/>
              </a:ext>
            </a:extLst>
          </p:cNvPr>
          <p:cNvSpPr txBox="1">
            <a:spLocks noGrp="1"/>
          </p:cNvSpPr>
          <p:nvPr>
            <p:ph type="title"/>
          </p:nvPr>
        </p:nvSpPr>
        <p:spPr>
          <a:xfrm>
            <a:off x="1073910" y="496059"/>
            <a:ext cx="8017206" cy="1062468"/>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Multiple-row</a:t>
            </a:r>
            <a:r>
              <a:rPr lang="pt-BR" sz="3200" spc="-20" dirty="0"/>
              <a:t> </a:t>
            </a:r>
            <a:r>
              <a:rPr lang="pt-BR" sz="3200" spc="-20" dirty="0" err="1"/>
              <a:t>functions</a:t>
            </a:r>
            <a:r>
              <a:rPr lang="pt-BR" sz="3200" spc="-20" dirty="0"/>
              <a:t> (</a:t>
            </a:r>
            <a:r>
              <a:rPr lang="pt-BR" sz="3200" spc="-20" dirty="0" err="1"/>
              <a:t>also</a:t>
            </a:r>
            <a:r>
              <a:rPr lang="pt-BR" sz="3200" spc="-20" dirty="0"/>
              <a:t> </a:t>
            </a:r>
            <a:r>
              <a:rPr lang="pt-BR" sz="3200" spc="-20" dirty="0" err="1"/>
              <a:t>called</a:t>
            </a:r>
            <a:r>
              <a:rPr lang="pt-BR" sz="3200" spc="-20" dirty="0"/>
              <a:t> </a:t>
            </a:r>
            <a:r>
              <a:rPr lang="pt-BR" sz="3200" spc="-20" dirty="0" err="1"/>
              <a:t>aggregate</a:t>
            </a:r>
            <a:r>
              <a:rPr lang="pt-BR" sz="3200" spc="-20" dirty="0"/>
              <a:t> </a:t>
            </a:r>
            <a:r>
              <a:rPr lang="pt-BR" sz="3200" spc="-20" dirty="0" err="1"/>
              <a:t>or</a:t>
            </a:r>
            <a:r>
              <a:rPr lang="pt-BR" sz="3200" spc="-20" dirty="0"/>
              <a:t> </a:t>
            </a:r>
            <a:r>
              <a:rPr lang="pt-BR" sz="3200" spc="-20" dirty="0" err="1"/>
              <a:t>group</a:t>
            </a:r>
            <a:r>
              <a:rPr lang="pt-BR" sz="3200" spc="-20" dirty="0"/>
              <a:t> </a:t>
            </a:r>
            <a:r>
              <a:rPr lang="pt-BR" sz="3200" spc="-20" dirty="0" err="1"/>
              <a:t>functions</a:t>
            </a:r>
            <a:r>
              <a:rPr lang="pt-BR" sz="3200" spc="-20" dirty="0"/>
              <a:t>)</a:t>
            </a:r>
            <a:endParaRPr sz="3200" spc="-20" dirty="0"/>
          </a:p>
        </p:txBody>
      </p:sp>
      <p:sp>
        <p:nvSpPr>
          <p:cNvPr id="6" name="Rectangle 5">
            <a:extLst>
              <a:ext uri="{FF2B5EF4-FFF2-40B4-BE49-F238E27FC236}">
                <a16:creationId xmlns:a16="http://schemas.microsoft.com/office/drawing/2014/main" id="{3823685F-0D89-FC7D-F3A4-02A8A774CCB9}"/>
              </a:ext>
            </a:extLst>
          </p:cNvPr>
          <p:cNvSpPr/>
          <p:nvPr/>
        </p:nvSpPr>
        <p:spPr>
          <a:xfrm>
            <a:off x="810196" y="1978050"/>
            <a:ext cx="9289033" cy="4154984"/>
          </a:xfrm>
          <a:prstGeom prst="rect">
            <a:avLst/>
          </a:prstGeom>
        </p:spPr>
        <p:txBody>
          <a:bodyPr wrap="square">
            <a:spAutoFit/>
          </a:bodyPr>
          <a:lstStyle/>
          <a:p>
            <a:pPr marL="342900" indent="-342900">
              <a:buFont typeface="Arial" panose="020B0604020202020204" pitchFamily="34" charset="0"/>
              <a:buChar char="•"/>
            </a:pPr>
            <a:r>
              <a:rPr lang="en-US" sz="2400" dirty="0"/>
              <a:t>Operate on multiple rows at once</a:t>
            </a:r>
          </a:p>
          <a:p>
            <a:pPr marL="342900" indent="-342900">
              <a:buFont typeface="Arial" panose="020B0604020202020204" pitchFamily="34" charset="0"/>
              <a:buChar char="•"/>
            </a:pPr>
            <a:r>
              <a:rPr lang="en-US" sz="2400" dirty="0"/>
              <a:t>Return one result per group</a:t>
            </a:r>
          </a:p>
          <a:p>
            <a:pPr marL="342900" indent="-342900">
              <a:buFont typeface="Arial" panose="020B0604020202020204" pitchFamily="34" charset="0"/>
              <a:buChar char="•"/>
            </a:pPr>
            <a:r>
              <a:rPr lang="en-US" sz="2400" dirty="0"/>
              <a:t>Used with GROUP BY</a:t>
            </a:r>
          </a:p>
          <a:p>
            <a:pPr marL="342900" indent="-342900">
              <a:buFont typeface="Arial" panose="020B0604020202020204" pitchFamily="34" charset="0"/>
              <a:buChar char="•"/>
            </a:pPr>
            <a:r>
              <a:rPr lang="en-US" sz="2400" dirty="0"/>
              <a:t>Ignore NULL values (except COUNT(*))</a:t>
            </a:r>
          </a:p>
          <a:p>
            <a:endParaRPr lang="en-US" sz="2400" dirty="0"/>
          </a:p>
          <a:p>
            <a:pPr marL="342900" indent="-342900">
              <a:buFont typeface="Arial" panose="020B0604020202020204" pitchFamily="34" charset="0"/>
              <a:buChar char="•"/>
            </a:pPr>
            <a:r>
              <a:rPr lang="en-US" sz="2400" dirty="0"/>
              <a:t>Examples:</a:t>
            </a:r>
          </a:p>
          <a:p>
            <a:pPr marL="800100" lvl="1" indent="-342900">
              <a:buFont typeface="Arial" panose="020B0604020202020204" pitchFamily="34" charset="0"/>
              <a:buChar char="•"/>
            </a:pPr>
            <a:r>
              <a:rPr lang="en-US" sz="2400" dirty="0"/>
              <a:t>COUNT(*): counts rows</a:t>
            </a:r>
          </a:p>
          <a:p>
            <a:pPr marL="800100" lvl="1" indent="-342900">
              <a:buFont typeface="Arial" panose="020B0604020202020204" pitchFamily="34" charset="0"/>
              <a:buChar char="•"/>
            </a:pPr>
            <a:r>
              <a:rPr lang="en-US" sz="2400" dirty="0"/>
              <a:t>COUNT(column): counts non-NULL values</a:t>
            </a:r>
          </a:p>
          <a:p>
            <a:pPr marL="800100" lvl="1" indent="-342900">
              <a:buFont typeface="Arial" panose="020B0604020202020204" pitchFamily="34" charset="0"/>
              <a:buChar char="•"/>
            </a:pPr>
            <a:r>
              <a:rPr lang="en-US" sz="2400" dirty="0"/>
              <a:t>SUM(amount)</a:t>
            </a:r>
          </a:p>
          <a:p>
            <a:pPr marL="800100" lvl="1" indent="-342900">
              <a:buFont typeface="Arial" panose="020B0604020202020204" pitchFamily="34" charset="0"/>
              <a:buChar char="•"/>
            </a:pPr>
            <a:r>
              <a:rPr lang="en-US" sz="2400" dirty="0"/>
              <a:t>AVG(score)</a:t>
            </a:r>
          </a:p>
          <a:p>
            <a:pPr marL="800100" lvl="1" indent="-342900">
              <a:buFont typeface="Arial" panose="020B0604020202020204" pitchFamily="34" charset="0"/>
              <a:buChar char="•"/>
            </a:pPr>
            <a:r>
              <a:rPr lang="en-US" sz="2400" dirty="0"/>
              <a:t>MAX(price) / MIN(price)</a:t>
            </a:r>
            <a:endParaRPr lang="en-IE" sz="2400" dirty="0"/>
          </a:p>
        </p:txBody>
      </p:sp>
    </p:spTree>
    <p:extLst>
      <p:ext uri="{BB962C8B-B14F-4D97-AF65-F5344CB8AC3E}">
        <p14:creationId xmlns:p14="http://schemas.microsoft.com/office/powerpoint/2010/main" val="630326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5A74D-D6CD-EECB-48A5-F5F0C84365C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A0B73B6-853E-AD2D-3B35-62FE87F489AC}"/>
              </a:ext>
            </a:extLst>
          </p:cNvPr>
          <p:cNvSpPr txBox="1">
            <a:spLocks noGrp="1"/>
          </p:cNvSpPr>
          <p:nvPr>
            <p:ph type="title"/>
          </p:nvPr>
        </p:nvSpPr>
        <p:spPr>
          <a:xfrm>
            <a:off x="1073910" y="742280"/>
            <a:ext cx="8017206" cy="570026"/>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2024/2025 – TU857</a:t>
            </a:r>
            <a:endParaRPr sz="3200" spc="-20" dirty="0"/>
          </a:p>
        </p:txBody>
      </p:sp>
      <p:sp>
        <p:nvSpPr>
          <p:cNvPr id="6" name="Rectangle 5">
            <a:extLst>
              <a:ext uri="{FF2B5EF4-FFF2-40B4-BE49-F238E27FC236}">
                <a16:creationId xmlns:a16="http://schemas.microsoft.com/office/drawing/2014/main" id="{F7519C93-C51B-3B8D-25B9-79D162F6AAC6}"/>
              </a:ext>
            </a:extLst>
          </p:cNvPr>
          <p:cNvSpPr/>
          <p:nvPr/>
        </p:nvSpPr>
        <p:spPr>
          <a:xfrm>
            <a:off x="6108803" y="1720850"/>
            <a:ext cx="4350465" cy="1015663"/>
          </a:xfrm>
          <a:prstGeom prst="rect">
            <a:avLst/>
          </a:prstGeom>
        </p:spPr>
        <p:txBody>
          <a:bodyPr wrap="square">
            <a:spAutoFit/>
          </a:bodyPr>
          <a:lstStyle/>
          <a:p>
            <a:r>
              <a:rPr lang="en-US" sz="2000" dirty="0"/>
              <a:t>Write an SQL query to count how many friends each user has.</a:t>
            </a:r>
          </a:p>
          <a:p>
            <a:endParaRPr lang="en-US" sz="2000" dirty="0"/>
          </a:p>
        </p:txBody>
      </p:sp>
      <p:sp>
        <p:nvSpPr>
          <p:cNvPr id="4" name="TextBox 3">
            <a:extLst>
              <a:ext uri="{FF2B5EF4-FFF2-40B4-BE49-F238E27FC236}">
                <a16:creationId xmlns:a16="http://schemas.microsoft.com/office/drawing/2014/main" id="{136DD50C-569B-08A1-CD97-41E23E4BC7D9}"/>
              </a:ext>
            </a:extLst>
          </p:cNvPr>
          <p:cNvSpPr txBox="1"/>
          <p:nvPr/>
        </p:nvSpPr>
        <p:spPr>
          <a:xfrm>
            <a:off x="6108803" y="2911857"/>
            <a:ext cx="4385454" cy="2862322"/>
          </a:xfrm>
          <a:prstGeom prst="rect">
            <a:avLst/>
          </a:prstGeom>
          <a:noFill/>
        </p:spPr>
        <p:txBody>
          <a:bodyPr wrap="square">
            <a:spAutoFit/>
          </a:bodyPr>
          <a:lstStyle/>
          <a:p>
            <a:pPr>
              <a:buNone/>
            </a:pPr>
            <a:r>
              <a:rPr lang="en-US" sz="1800" dirty="0">
                <a:solidFill>
                  <a:srgbClr val="0000FF"/>
                </a:solidFill>
                <a:effectLst/>
                <a:latin typeface="Menlo" panose="020B0609030804020204" pitchFamily="49" charset="0"/>
                <a:ea typeface="Times New Roman" panose="02020603050405020304" pitchFamily="18" charset="0"/>
              </a:rPr>
              <a:t>SELECT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UserProfile.Username</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74531F"/>
                </a:solidFill>
                <a:effectLst/>
                <a:latin typeface="Menlo" panose="020B0609030804020204" pitchFamily="49" charset="0"/>
                <a:ea typeface="Times New Roman" panose="02020603050405020304" pitchFamily="18" charset="0"/>
              </a:rPr>
              <a:t>COUNT</a:t>
            </a:r>
            <a:r>
              <a:rPr lang="en-US" sz="1800" dirty="0">
                <a:solidFill>
                  <a:srgbClr val="000000"/>
                </a:solidFill>
                <a:effectLst/>
                <a:latin typeface="Menlo" panose="020B0609030804020204" pitchFamily="49" charset="0"/>
                <a:ea typeface="Times New Roman" panose="02020603050405020304" pitchFamily="18" charset="0"/>
              </a:rPr>
              <a:t>(</a:t>
            </a:r>
            <a:r>
              <a:rPr lang="en-US" sz="1800" dirty="0" err="1">
                <a:solidFill>
                  <a:srgbClr val="000000"/>
                </a:solidFill>
                <a:effectLst/>
                <a:latin typeface="Menlo" panose="020B0609030804020204" pitchFamily="49" charset="0"/>
                <a:ea typeface="Times New Roman" panose="02020603050405020304" pitchFamily="18" charset="0"/>
              </a:rPr>
              <a:t>Friendship.FriendshipID</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a:solidFill>
                  <a:srgbClr val="0000FF"/>
                </a:solidFill>
                <a:effectLst/>
                <a:latin typeface="Menlo" panose="020B0609030804020204" pitchFamily="49" charset="0"/>
                <a:ea typeface="Times New Roman" panose="02020603050405020304" pitchFamily="18" charset="0"/>
              </a:rPr>
              <a:t>AS</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FriendCount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FROM</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LEFT JOIN</a:t>
            </a:r>
            <a:r>
              <a:rPr lang="en-US" sz="1800" dirty="0">
                <a:solidFill>
                  <a:srgbClr val="000000"/>
                </a:solidFill>
                <a:effectLst/>
                <a:latin typeface="Menlo" panose="020B0609030804020204" pitchFamily="49" charset="0"/>
                <a:ea typeface="Times New Roman" panose="02020603050405020304" pitchFamily="18" charset="0"/>
              </a:rPr>
              <a:t> Friendship </a:t>
            </a:r>
            <a:r>
              <a:rPr lang="en-US" sz="1800" dirty="0">
                <a:solidFill>
                  <a:srgbClr val="0000FF"/>
                </a:solidFill>
                <a:effectLst/>
                <a:latin typeface="Menlo" panose="020B0609030804020204" pitchFamily="49" charset="0"/>
                <a:ea typeface="Times New Roman" panose="02020603050405020304" pitchFamily="18" charset="0"/>
              </a:rPr>
              <a:t>ON</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UserProfile.UserID</a:t>
            </a:r>
            <a:r>
              <a:rPr lang="en-US" sz="1800" dirty="0">
                <a:solidFill>
                  <a:srgbClr val="000000"/>
                </a:solidFill>
                <a:effectLst/>
                <a:latin typeface="Menlo" panose="020B0609030804020204" pitchFamily="49" charset="0"/>
                <a:ea typeface="Times New Roman" panose="02020603050405020304" pitchFamily="18" charset="0"/>
              </a:rPr>
              <a:t> = Friendship.UserID1</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WHERE</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Friendship.Status</a:t>
            </a:r>
            <a:r>
              <a:rPr lang="en-US" sz="1800" dirty="0">
                <a:solidFill>
                  <a:srgbClr val="000000"/>
                </a:solidFill>
                <a:effectLst/>
                <a:latin typeface="Menlo" panose="020B0609030804020204" pitchFamily="49" charset="0"/>
                <a:ea typeface="Times New Roman" panose="02020603050405020304" pitchFamily="18" charset="0"/>
              </a:rPr>
              <a:t> = </a:t>
            </a:r>
            <a:r>
              <a:rPr lang="en-US" sz="1800" dirty="0">
                <a:solidFill>
                  <a:srgbClr val="E21F1F"/>
                </a:solidFill>
                <a:effectLst/>
                <a:latin typeface="Menlo" panose="020B0609030804020204" pitchFamily="49" charset="0"/>
                <a:ea typeface="Times New Roman" panose="02020603050405020304" pitchFamily="18" charset="0"/>
              </a:rPr>
              <a:t>'</a:t>
            </a:r>
            <a:r>
              <a:rPr lang="en-US" sz="1800" dirty="0">
                <a:solidFill>
                  <a:srgbClr val="A31515"/>
                </a:solidFill>
                <a:effectLst/>
                <a:latin typeface="Menlo" panose="020B0609030804020204" pitchFamily="49" charset="0"/>
                <a:ea typeface="Times New Roman" panose="02020603050405020304" pitchFamily="18" charset="0"/>
              </a:rPr>
              <a:t>Accepted</a:t>
            </a:r>
            <a:r>
              <a:rPr lang="en-US" sz="1800" dirty="0">
                <a:solidFill>
                  <a:srgbClr val="E21F1F"/>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GROUP BY</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UserProfile.Username</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8B2A57E8-3E75-E228-D45E-CA36202B7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16" y="1470994"/>
            <a:ext cx="5760640" cy="4755528"/>
          </a:xfrm>
          <a:prstGeom prst="rect">
            <a:avLst/>
          </a:prstGeom>
        </p:spPr>
      </p:pic>
    </p:spTree>
    <p:extLst>
      <p:ext uri="{BB962C8B-B14F-4D97-AF65-F5344CB8AC3E}">
        <p14:creationId xmlns:p14="http://schemas.microsoft.com/office/powerpoint/2010/main" val="1045315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49C1C-9F53-9142-6722-17DE524245F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1D8D914-4623-4FD9-9238-FF70E621F812}"/>
              </a:ext>
            </a:extLst>
          </p:cNvPr>
          <p:cNvSpPr txBox="1">
            <a:spLocks noGrp="1"/>
          </p:cNvSpPr>
          <p:nvPr>
            <p:ph type="title"/>
          </p:nvPr>
        </p:nvSpPr>
        <p:spPr>
          <a:xfrm>
            <a:off x="1073910" y="742280"/>
            <a:ext cx="8017206" cy="570026"/>
          </a:xfrm>
          <a:prstGeom prst="rect">
            <a:avLst/>
          </a:prstGeom>
        </p:spPr>
        <p:txBody>
          <a:bodyPr vert="horz" wrap="square" lIns="0" tIns="76833" rIns="0" bIns="0" rtlCol="0" anchor="ctr">
            <a:spAutoFit/>
          </a:bodyPr>
          <a:lstStyle/>
          <a:p>
            <a:pPr marL="154305" defTabSz="802020">
              <a:lnSpc>
                <a:spcPct val="100000"/>
              </a:lnSpc>
              <a:spcBef>
                <a:spcPts val="95"/>
              </a:spcBef>
            </a:pPr>
            <a:r>
              <a:rPr lang="pt-BR" sz="3200" spc="-20" dirty="0" err="1"/>
              <a:t>Winter</a:t>
            </a:r>
            <a:r>
              <a:rPr lang="pt-BR" sz="3200" spc="-20" dirty="0"/>
              <a:t> </a:t>
            </a:r>
            <a:r>
              <a:rPr lang="pt-BR" sz="3200" spc="-20" dirty="0" err="1"/>
              <a:t>exam</a:t>
            </a:r>
            <a:r>
              <a:rPr lang="pt-BR" sz="3200" spc="-20" dirty="0"/>
              <a:t> – 2024/2025 – TU857</a:t>
            </a:r>
            <a:endParaRPr sz="3200" spc="-20" dirty="0"/>
          </a:p>
        </p:txBody>
      </p:sp>
      <p:sp>
        <p:nvSpPr>
          <p:cNvPr id="6" name="Rectangle 5">
            <a:extLst>
              <a:ext uri="{FF2B5EF4-FFF2-40B4-BE49-F238E27FC236}">
                <a16:creationId xmlns:a16="http://schemas.microsoft.com/office/drawing/2014/main" id="{AA8B7C3F-E3F6-67CB-C7E9-434CA4913AB0}"/>
              </a:ext>
            </a:extLst>
          </p:cNvPr>
          <p:cNvSpPr/>
          <p:nvPr/>
        </p:nvSpPr>
        <p:spPr>
          <a:xfrm>
            <a:off x="6108803" y="1720850"/>
            <a:ext cx="4350465" cy="1631216"/>
          </a:xfrm>
          <a:prstGeom prst="rect">
            <a:avLst/>
          </a:prstGeom>
        </p:spPr>
        <p:txBody>
          <a:bodyPr wrap="square">
            <a:spAutoFit/>
          </a:bodyPr>
          <a:lstStyle/>
          <a:p>
            <a:r>
              <a:rPr lang="en-US" sz="2000" dirty="0"/>
              <a:t>Write an SQL query to retrieve the user’s name and the total calories burned by each user. Rename the resulting columns as “Name” and “Total Calories”</a:t>
            </a:r>
          </a:p>
        </p:txBody>
      </p:sp>
      <p:pic>
        <p:nvPicPr>
          <p:cNvPr id="5" name="Picture 4" descr="A screenshot of a computer&#10;&#10;AI-generated content may be incorrect.">
            <a:extLst>
              <a:ext uri="{FF2B5EF4-FFF2-40B4-BE49-F238E27FC236}">
                <a16:creationId xmlns:a16="http://schemas.microsoft.com/office/drawing/2014/main" id="{057CE3E8-77EA-4BCA-ABDC-85090E7E1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16" y="1470994"/>
            <a:ext cx="5760640" cy="4755528"/>
          </a:xfrm>
          <a:prstGeom prst="rect">
            <a:avLst/>
          </a:prstGeom>
        </p:spPr>
      </p:pic>
      <p:sp>
        <p:nvSpPr>
          <p:cNvPr id="7" name="TextBox 6">
            <a:extLst>
              <a:ext uri="{FF2B5EF4-FFF2-40B4-BE49-F238E27FC236}">
                <a16:creationId xmlns:a16="http://schemas.microsoft.com/office/drawing/2014/main" id="{A5D2EC21-5C2B-8E3D-7E2B-A4BAE2850050}"/>
              </a:ext>
            </a:extLst>
          </p:cNvPr>
          <p:cNvSpPr txBox="1"/>
          <p:nvPr/>
        </p:nvSpPr>
        <p:spPr>
          <a:xfrm>
            <a:off x="6108803" y="3769812"/>
            <a:ext cx="3749865" cy="2862322"/>
          </a:xfrm>
          <a:prstGeom prst="rect">
            <a:avLst/>
          </a:prstGeom>
          <a:noFill/>
        </p:spPr>
        <p:txBody>
          <a:bodyPr wrap="square">
            <a:spAutoFit/>
          </a:bodyPr>
          <a:lstStyle/>
          <a:p>
            <a:pPr>
              <a:buNone/>
            </a:pPr>
            <a:r>
              <a:rPr lang="en-US" sz="1800" dirty="0">
                <a:solidFill>
                  <a:srgbClr val="0000FF"/>
                </a:solidFill>
                <a:effectLst/>
                <a:latin typeface="Menlo" panose="020B0609030804020204" pitchFamily="49" charset="0"/>
                <a:ea typeface="Times New Roman" panose="02020603050405020304" pitchFamily="18" charset="0"/>
              </a:rPr>
              <a:t>SELECT</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UserProfile.Username</a:t>
            </a:r>
            <a:r>
              <a:rPr lang="en-US" sz="1800" dirty="0">
                <a:solidFill>
                  <a:srgbClr val="000000"/>
                </a:solidFill>
                <a:effectLst/>
                <a:latin typeface="Menlo" panose="020B0609030804020204" pitchFamily="49" charset="0"/>
                <a:ea typeface="Times New Roman" panose="02020603050405020304" pitchFamily="18" charset="0"/>
              </a:rPr>
              <a:t> “Name”, </a:t>
            </a:r>
            <a:r>
              <a:rPr lang="en-US" sz="1800" dirty="0">
                <a:solidFill>
                  <a:srgbClr val="74531F"/>
                </a:solidFill>
                <a:effectLst/>
                <a:latin typeface="Menlo" panose="020B0609030804020204" pitchFamily="49" charset="0"/>
                <a:ea typeface="Times New Roman" panose="02020603050405020304" pitchFamily="18" charset="0"/>
              </a:rPr>
              <a:t>SUM</a:t>
            </a:r>
            <a:r>
              <a:rPr lang="en-US" sz="1800" dirty="0">
                <a:solidFill>
                  <a:srgbClr val="000000"/>
                </a:solidFill>
                <a:effectLst/>
                <a:latin typeface="Menlo" panose="020B0609030804020204" pitchFamily="49" charset="0"/>
                <a:ea typeface="Times New Roman" panose="02020603050405020304" pitchFamily="18" charset="0"/>
              </a:rPr>
              <a:t>(</a:t>
            </a:r>
            <a:r>
              <a:rPr lang="en-US" sz="1800" dirty="0" err="1">
                <a:solidFill>
                  <a:srgbClr val="000000"/>
                </a:solidFill>
                <a:effectLst/>
                <a:latin typeface="Menlo" panose="020B0609030804020204" pitchFamily="49" charset="0"/>
                <a:ea typeface="Times New Roman" panose="02020603050405020304" pitchFamily="18" charset="0"/>
              </a:rPr>
              <a:t>Workout.CaloriesBurned</a:t>
            </a:r>
            <a:r>
              <a:rPr lang="en-US" sz="1800" dirty="0">
                <a:solidFill>
                  <a:srgbClr val="000000"/>
                </a:solidFill>
                <a:effectLst/>
                <a:latin typeface="Menlo" panose="020B0609030804020204" pitchFamily="49" charset="0"/>
                <a:ea typeface="Times New Roman" panose="02020603050405020304" pitchFamily="18" charset="0"/>
              </a:rPr>
              <a:t>) “Total Calories”</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FROM</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LEFT JOIN</a:t>
            </a:r>
            <a:r>
              <a:rPr lang="en-US" sz="1800" dirty="0">
                <a:solidFill>
                  <a:srgbClr val="000000"/>
                </a:solidFill>
                <a:effectLst/>
                <a:latin typeface="Menlo" panose="020B0609030804020204" pitchFamily="49" charset="0"/>
                <a:ea typeface="Times New Roman" panose="02020603050405020304" pitchFamily="18" charset="0"/>
              </a:rPr>
              <a:t> Workout </a:t>
            </a:r>
            <a:r>
              <a:rPr lang="en-US" sz="1800" dirty="0">
                <a:solidFill>
                  <a:srgbClr val="0000FF"/>
                </a:solidFill>
                <a:effectLst/>
                <a:latin typeface="Menlo" panose="020B0609030804020204" pitchFamily="49" charset="0"/>
                <a:ea typeface="Times New Roman" panose="02020603050405020304" pitchFamily="18" charset="0"/>
              </a:rPr>
              <a:t>USING</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UserID</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a:p>
            <a:pPr>
              <a:buNone/>
            </a:pPr>
            <a:r>
              <a:rPr lang="en-US" sz="1800" dirty="0">
                <a:solidFill>
                  <a:srgbClr val="0000FF"/>
                </a:solidFill>
                <a:effectLst/>
                <a:latin typeface="Menlo" panose="020B0609030804020204" pitchFamily="49" charset="0"/>
                <a:ea typeface="Times New Roman" panose="02020603050405020304" pitchFamily="18" charset="0"/>
              </a:rPr>
              <a:t>GROUP BY</a:t>
            </a:r>
            <a:r>
              <a:rPr lang="en-US" sz="1800" dirty="0">
                <a:solidFill>
                  <a:srgbClr val="000000"/>
                </a:solidFill>
                <a:effectLst/>
                <a:latin typeface="Menlo" panose="020B0609030804020204" pitchFamily="49" charset="0"/>
                <a:ea typeface="Times New Roman" panose="02020603050405020304" pitchFamily="18" charset="0"/>
              </a:rPr>
              <a:t> </a:t>
            </a:r>
            <a:r>
              <a:rPr lang="en-US" sz="1800" dirty="0" err="1">
                <a:solidFill>
                  <a:srgbClr val="000000"/>
                </a:solidFill>
                <a:effectLst/>
                <a:latin typeface="Menlo" panose="020B0609030804020204" pitchFamily="49" charset="0"/>
                <a:ea typeface="Times New Roman" panose="02020603050405020304" pitchFamily="18" charset="0"/>
              </a:rPr>
              <a:t>UserProfile.Username</a:t>
            </a:r>
            <a:r>
              <a:rPr lang="en-US" sz="1800" dirty="0">
                <a:solidFill>
                  <a:srgbClr val="000000"/>
                </a:solidFill>
                <a:effectLst/>
                <a:latin typeface="Menlo" panose="020B0609030804020204" pitchFamily="49" charset="0"/>
                <a:ea typeface="Times New Roman" panose="02020603050405020304" pitchFamily="18" charset="0"/>
              </a:rPr>
              <a:t>;</a:t>
            </a:r>
            <a:endParaRPr lang="en-IE"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12166029"/>
      </p:ext>
    </p:extLst>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docProps/app.xml><?xml version="1.0" encoding="utf-8"?>
<Properties xmlns="http://schemas.openxmlformats.org/officeDocument/2006/extended-properties" xmlns:vt="http://schemas.openxmlformats.org/officeDocument/2006/docPropsVTypes">
  <Template/>
  <TotalTime>1708</TotalTime>
  <Words>2281</Words>
  <Application>Microsoft Macintosh PowerPoint</Application>
  <PresentationFormat>Custom</PresentationFormat>
  <Paragraphs>248</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Courier New</vt:lpstr>
      <vt:lpstr>Helvetica</vt:lpstr>
      <vt:lpstr>Menlo</vt:lpstr>
      <vt:lpstr>Times New Roman</vt:lpstr>
      <vt:lpstr>1_Office Theme</vt:lpstr>
      <vt:lpstr>Module review – part 1  Dr Mariana Rocha School of Computer Science</vt:lpstr>
      <vt:lpstr>Databases</vt:lpstr>
      <vt:lpstr>Relational Database</vt:lpstr>
      <vt:lpstr>Issues to bear in mind</vt:lpstr>
      <vt:lpstr>Entity Relationship Model</vt:lpstr>
      <vt:lpstr>The Entity-Relationship model</vt:lpstr>
      <vt:lpstr>Winter exam – 2023/2024</vt:lpstr>
      <vt:lpstr>Winter exam – 2023/2024</vt:lpstr>
      <vt:lpstr>PowerPoint Presentation</vt:lpstr>
      <vt:lpstr>Relationships</vt:lpstr>
      <vt:lpstr>PowerPoint Presentation</vt:lpstr>
      <vt:lpstr>Many:Many</vt:lpstr>
      <vt:lpstr>Resolving Many:Many</vt:lpstr>
      <vt:lpstr>Identifying vs Non-Identifying Relationship</vt:lpstr>
      <vt:lpstr>Winter exam – 2017/2018</vt:lpstr>
      <vt:lpstr>Winter exam – 2017/2018</vt:lpstr>
      <vt:lpstr>Winter exam – 2017/2018 - answer</vt:lpstr>
      <vt:lpstr>Winter exam – 2023/2024 - answer</vt:lpstr>
      <vt:lpstr>Winter exam – 2023/2024 - answer</vt:lpstr>
      <vt:lpstr>What if you were asked to provide the code?</vt:lpstr>
      <vt:lpstr>Semester 2 exam – 2024/2025 – TU857</vt:lpstr>
      <vt:lpstr>Normalisation</vt:lpstr>
      <vt:lpstr>Semester 2 exam – 2024/2025 – TU857</vt:lpstr>
      <vt:lpstr>ALTER TABLE Statement</vt:lpstr>
      <vt:lpstr>Adding column(s) to a table</vt:lpstr>
      <vt:lpstr>Drop column(s)/Rename column(s) in a  table</vt:lpstr>
      <vt:lpstr>Altering to add constraints</vt:lpstr>
      <vt:lpstr>Winter exam – 2022/2023</vt:lpstr>
      <vt:lpstr>Winter exam – 2022/2023</vt:lpstr>
      <vt:lpstr>Winter exam – 2022/2023</vt:lpstr>
      <vt:lpstr>Identifying errors in the queries</vt:lpstr>
      <vt:lpstr>Winter exam – 2022/2023</vt:lpstr>
      <vt:lpstr>Winter exam – 2022/2023</vt:lpstr>
      <vt:lpstr>Winter exam – 2022/2023 - answer</vt:lpstr>
      <vt:lpstr>SQL functions</vt:lpstr>
      <vt:lpstr>Single-row functions</vt:lpstr>
      <vt:lpstr>Multiple-row functions (also called aggregate or group functions)</vt:lpstr>
      <vt:lpstr>Winter exam – 2024/2025 – TU857</vt:lpstr>
      <vt:lpstr>Winter exam – 2024/2025 – TU857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Mariana Rocha</dc:creator>
  <cp:lastModifiedBy>Mariana Rocha</cp:lastModifiedBy>
  <cp:revision>7</cp:revision>
  <dcterms:created xsi:type="dcterms:W3CDTF">2022-11-28T14:19:05Z</dcterms:created>
  <dcterms:modified xsi:type="dcterms:W3CDTF">2025-11-26T14:26:17Z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2020-12-07T00:00:00Z</vt:filetime>
  </property>
  <property fmtid="{D5CDD505-2E9C-101B-9397-08002B2CF9AE}" pid="3" name="Creator">
    <vt:lpwstr>PowerPoint</vt:lpwstr>
  </property>
  <property fmtid="{D5CDD505-2E9C-101B-9397-08002B2CF9AE}" pid="4" name="LastSaved">
    <vt:filetime>2021-11-30T00:00:00Z</vt:filetime>
  </property>
</Properties>
</file>