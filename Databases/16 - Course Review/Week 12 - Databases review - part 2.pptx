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sldIdLst>
    <p:sldId id="420" r:id="rId2"/>
    <p:sldId id="305" r:id="rId3"/>
    <p:sldId id="421" r:id="rId4"/>
    <p:sldId id="422" r:id="rId5"/>
    <p:sldId id="423" r:id="rId6"/>
    <p:sldId id="316" r:id="rId7"/>
    <p:sldId id="317" r:id="rId8"/>
    <p:sldId id="425" r:id="rId9"/>
    <p:sldId id="424" r:id="rId10"/>
    <p:sldId id="321" r:id="rId11"/>
    <p:sldId id="322" r:id="rId12"/>
    <p:sldId id="426" r:id="rId13"/>
    <p:sldId id="427" r:id="rId14"/>
    <p:sldId id="345" r:id="rId15"/>
    <p:sldId id="359" r:id="rId16"/>
    <p:sldId id="361" r:id="rId17"/>
    <p:sldId id="406" r:id="rId18"/>
    <p:sldId id="409" r:id="rId19"/>
    <p:sldId id="337" r:id="rId20"/>
    <p:sldId id="338" r:id="rId21"/>
    <p:sldId id="339" r:id="rId22"/>
    <p:sldId id="340" r:id="rId23"/>
    <p:sldId id="341" r:id="rId24"/>
    <p:sldId id="428" r:id="rId25"/>
    <p:sldId id="429" r:id="rId26"/>
    <p:sldId id="430" r:id="rId27"/>
    <p:sldId id="431" r:id="rId28"/>
    <p:sldId id="432" r:id="rId29"/>
    <p:sldId id="433" r:id="rId30"/>
    <p:sldId id="435" r:id="rId31"/>
    <p:sldId id="363" r:id="rId32"/>
    <p:sldId id="364" r:id="rId33"/>
    <p:sldId id="365" r:id="rId34"/>
    <p:sldId id="407" r:id="rId35"/>
    <p:sldId id="367" r:id="rId36"/>
    <p:sldId id="368" r:id="rId37"/>
    <p:sldId id="369" r:id="rId38"/>
    <p:sldId id="370" r:id="rId39"/>
    <p:sldId id="371" r:id="rId40"/>
    <p:sldId id="408" r:id="rId41"/>
    <p:sldId id="372" r:id="rId42"/>
  </p:sldIdLst>
  <p:sldSz cx="10693400" cy="7556500"/>
  <p:notesSz cx="10693400" cy="7556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93403B-C2AE-3E4F-860F-899990A20348}" v="29" dt="2025-11-26T15:39:45.30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81"/>
  </p:normalViewPr>
  <p:slideViewPr>
    <p:cSldViewPr>
      <p:cViewPr>
        <p:scale>
          <a:sx n="115" d="100"/>
          <a:sy n="115" d="100"/>
        </p:scale>
        <p:origin x="912" y="1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a Rocha" userId="0a3173bd-d0ed-4c32-8e4c-b90c820606c5" providerId="ADAL" clId="{DCC3A51D-31E8-5BC6-970B-354B54D5302A}"/>
    <pc:docChg chg="undo redo custSel addSld delSld modSld sldOrd">
      <pc:chgData name="Mariana Rocha" userId="0a3173bd-d0ed-4c32-8e4c-b90c820606c5" providerId="ADAL" clId="{DCC3A51D-31E8-5BC6-970B-354B54D5302A}" dt="2025-11-26T15:44:54.069" v="1038" actId="1076"/>
      <pc:docMkLst>
        <pc:docMk/>
      </pc:docMkLst>
      <pc:sldChg chg="del">
        <pc:chgData name="Mariana Rocha" userId="0a3173bd-d0ed-4c32-8e4c-b90c820606c5" providerId="ADAL" clId="{DCC3A51D-31E8-5BC6-970B-354B54D5302A}" dt="2025-11-25T14:30:14.505" v="2" actId="2696"/>
        <pc:sldMkLst>
          <pc:docMk/>
          <pc:sldMk cId="0" sldId="256"/>
        </pc:sldMkLst>
      </pc:sldChg>
      <pc:sldChg chg="add del ord">
        <pc:chgData name="Mariana Rocha" userId="0a3173bd-d0ed-4c32-8e4c-b90c820606c5" providerId="ADAL" clId="{DCC3A51D-31E8-5BC6-970B-354B54D5302A}" dt="2025-11-26T14:27:59.029" v="349" actId="2696"/>
        <pc:sldMkLst>
          <pc:docMk/>
          <pc:sldMk cId="0" sldId="258"/>
        </pc:sldMkLst>
      </pc:sldChg>
      <pc:sldChg chg="delSp modSp mod">
        <pc:chgData name="Mariana Rocha" userId="0a3173bd-d0ed-4c32-8e4c-b90c820606c5" providerId="ADAL" clId="{DCC3A51D-31E8-5BC6-970B-354B54D5302A}" dt="2025-11-25T14:33:04.440" v="272" actId="1076"/>
        <pc:sldMkLst>
          <pc:docMk/>
          <pc:sldMk cId="0" sldId="305"/>
        </pc:sldMkLst>
        <pc:spChg chg="del">
          <ac:chgData name="Mariana Rocha" userId="0a3173bd-d0ed-4c32-8e4c-b90c820606c5" providerId="ADAL" clId="{DCC3A51D-31E8-5BC6-970B-354B54D5302A}" dt="2025-11-25T14:32:25.087" v="256" actId="478"/>
          <ac:spMkLst>
            <pc:docMk/>
            <pc:sldMk cId="0" sldId="305"/>
            <ac:spMk id="2" creationId="{00000000-0000-0000-0000-000000000000}"/>
          </ac:spMkLst>
        </pc:spChg>
        <pc:spChg chg="del">
          <ac:chgData name="Mariana Rocha" userId="0a3173bd-d0ed-4c32-8e4c-b90c820606c5" providerId="ADAL" clId="{DCC3A51D-31E8-5BC6-970B-354B54D5302A}" dt="2025-11-25T14:30:23.172" v="5" actId="478"/>
          <ac:spMkLst>
            <pc:docMk/>
            <pc:sldMk cId="0" sldId="305"/>
            <ac:spMk id="4" creationId="{00000000-0000-0000-0000-000000000000}"/>
          </ac:spMkLst>
        </pc:spChg>
        <pc:spChg chg="del">
          <ac:chgData name="Mariana Rocha" userId="0a3173bd-d0ed-4c32-8e4c-b90c820606c5" providerId="ADAL" clId="{DCC3A51D-31E8-5BC6-970B-354B54D5302A}" dt="2025-11-25T14:32:21.032" v="254" actId="478"/>
          <ac:spMkLst>
            <pc:docMk/>
            <pc:sldMk cId="0" sldId="305"/>
            <ac:spMk id="5" creationId="{00000000-0000-0000-0000-000000000000}"/>
          </ac:spMkLst>
        </pc:spChg>
        <pc:spChg chg="mod">
          <ac:chgData name="Mariana Rocha" userId="0a3173bd-d0ed-4c32-8e4c-b90c820606c5" providerId="ADAL" clId="{DCC3A51D-31E8-5BC6-970B-354B54D5302A}" dt="2025-11-25T14:30:39.332" v="9" actId="14100"/>
          <ac:spMkLst>
            <pc:docMk/>
            <pc:sldMk cId="0" sldId="305"/>
            <ac:spMk id="6" creationId="{00000000-0000-0000-0000-000000000000}"/>
          </ac:spMkLst>
        </pc:spChg>
        <pc:spChg chg="mod">
          <ac:chgData name="Mariana Rocha" userId="0a3173bd-d0ed-4c32-8e4c-b90c820606c5" providerId="ADAL" clId="{DCC3A51D-31E8-5BC6-970B-354B54D5302A}" dt="2025-11-25T14:33:00.886" v="271" actId="2710"/>
          <ac:spMkLst>
            <pc:docMk/>
            <pc:sldMk cId="0" sldId="305"/>
            <ac:spMk id="7" creationId="{00000000-0000-0000-0000-000000000000}"/>
          </ac:spMkLst>
        </pc:spChg>
        <pc:spChg chg="mod">
          <ac:chgData name="Mariana Rocha" userId="0a3173bd-d0ed-4c32-8e4c-b90c820606c5" providerId="ADAL" clId="{DCC3A51D-31E8-5BC6-970B-354B54D5302A}" dt="2025-11-25T14:33:04.440" v="272" actId="1076"/>
          <ac:spMkLst>
            <pc:docMk/>
            <pc:sldMk cId="0" sldId="305"/>
            <ac:spMk id="9" creationId="{00000000-0000-0000-0000-000000000000}"/>
          </ac:spMkLst>
        </pc:spChg>
      </pc:sldChg>
      <pc:sldChg chg="del">
        <pc:chgData name="Mariana Rocha" userId="0a3173bd-d0ed-4c32-8e4c-b90c820606c5" providerId="ADAL" clId="{DCC3A51D-31E8-5BC6-970B-354B54D5302A}" dt="2025-11-26T14:35:05.164" v="354" actId="2696"/>
        <pc:sldMkLst>
          <pc:docMk/>
          <pc:sldMk cId="0" sldId="306"/>
        </pc:sldMkLst>
      </pc:sldChg>
      <pc:sldChg chg="del">
        <pc:chgData name="Mariana Rocha" userId="0a3173bd-d0ed-4c32-8e4c-b90c820606c5" providerId="ADAL" clId="{DCC3A51D-31E8-5BC6-970B-354B54D5302A}" dt="2025-11-25T14:53:07.839" v="348" actId="2696"/>
        <pc:sldMkLst>
          <pc:docMk/>
          <pc:sldMk cId="0" sldId="308"/>
        </pc:sldMkLst>
      </pc:sldChg>
      <pc:sldChg chg="del">
        <pc:chgData name="Mariana Rocha" userId="0a3173bd-d0ed-4c32-8e4c-b90c820606c5" providerId="ADAL" clId="{DCC3A51D-31E8-5BC6-970B-354B54D5302A}" dt="2025-11-25T14:53:05.147" v="347" actId="2696"/>
        <pc:sldMkLst>
          <pc:docMk/>
          <pc:sldMk cId="0" sldId="309"/>
        </pc:sldMkLst>
      </pc:sldChg>
      <pc:sldChg chg="del">
        <pc:chgData name="Mariana Rocha" userId="0a3173bd-d0ed-4c32-8e4c-b90c820606c5" providerId="ADAL" clId="{DCC3A51D-31E8-5BC6-970B-354B54D5302A}" dt="2025-11-26T14:31:36.045" v="350" actId="2696"/>
        <pc:sldMkLst>
          <pc:docMk/>
          <pc:sldMk cId="0" sldId="313"/>
        </pc:sldMkLst>
      </pc:sldChg>
      <pc:sldChg chg="del">
        <pc:chgData name="Mariana Rocha" userId="0a3173bd-d0ed-4c32-8e4c-b90c820606c5" providerId="ADAL" clId="{DCC3A51D-31E8-5BC6-970B-354B54D5302A}" dt="2025-11-26T14:31:36.062" v="352" actId="2696"/>
        <pc:sldMkLst>
          <pc:docMk/>
          <pc:sldMk cId="0" sldId="314"/>
        </pc:sldMkLst>
      </pc:sldChg>
      <pc:sldChg chg="del">
        <pc:chgData name="Mariana Rocha" userId="0a3173bd-d0ed-4c32-8e4c-b90c820606c5" providerId="ADAL" clId="{DCC3A51D-31E8-5BC6-970B-354B54D5302A}" dt="2025-11-26T14:31:36.049" v="351" actId="2696"/>
        <pc:sldMkLst>
          <pc:docMk/>
          <pc:sldMk cId="0" sldId="315"/>
        </pc:sldMkLst>
      </pc:sldChg>
      <pc:sldChg chg="addSp delSp modSp mod">
        <pc:chgData name="Mariana Rocha" userId="0a3173bd-d0ed-4c32-8e4c-b90c820606c5" providerId="ADAL" clId="{DCC3A51D-31E8-5BC6-970B-354B54D5302A}" dt="2025-11-26T14:39:41.470" v="401" actId="20577"/>
        <pc:sldMkLst>
          <pc:docMk/>
          <pc:sldMk cId="0" sldId="316"/>
        </pc:sldMkLst>
        <pc:spChg chg="del">
          <ac:chgData name="Mariana Rocha" userId="0a3173bd-d0ed-4c32-8e4c-b90c820606c5" providerId="ADAL" clId="{DCC3A51D-31E8-5BC6-970B-354B54D5302A}" dt="2025-11-26T14:36:39.682" v="363" actId="478"/>
          <ac:spMkLst>
            <pc:docMk/>
            <pc:sldMk cId="0" sldId="316"/>
            <ac:spMk id="2" creationId="{00000000-0000-0000-0000-000000000000}"/>
          </ac:spMkLst>
        </pc:spChg>
        <pc:spChg chg="del">
          <ac:chgData name="Mariana Rocha" userId="0a3173bd-d0ed-4c32-8e4c-b90c820606c5" providerId="ADAL" clId="{DCC3A51D-31E8-5BC6-970B-354B54D5302A}" dt="2025-11-26T14:39:36.649" v="398" actId="478"/>
          <ac:spMkLst>
            <pc:docMk/>
            <pc:sldMk cId="0" sldId="316"/>
            <ac:spMk id="3" creationId="{00000000-0000-0000-0000-000000000000}"/>
          </ac:spMkLst>
        </pc:spChg>
        <pc:spChg chg="del">
          <ac:chgData name="Mariana Rocha" userId="0a3173bd-d0ed-4c32-8e4c-b90c820606c5" providerId="ADAL" clId="{DCC3A51D-31E8-5BC6-970B-354B54D5302A}" dt="2025-11-26T14:39:35.509" v="397" actId="478"/>
          <ac:spMkLst>
            <pc:docMk/>
            <pc:sldMk cId="0" sldId="316"/>
            <ac:spMk id="4" creationId="{00000000-0000-0000-0000-000000000000}"/>
          </ac:spMkLst>
        </pc:spChg>
        <pc:spChg chg="mod">
          <ac:chgData name="Mariana Rocha" userId="0a3173bd-d0ed-4c32-8e4c-b90c820606c5" providerId="ADAL" clId="{DCC3A51D-31E8-5BC6-970B-354B54D5302A}" dt="2025-11-26T14:35:55.075" v="356" actId="14100"/>
          <ac:spMkLst>
            <pc:docMk/>
            <pc:sldMk cId="0" sldId="316"/>
            <ac:spMk id="5" creationId="{00000000-0000-0000-0000-000000000000}"/>
          </ac:spMkLst>
        </pc:spChg>
        <pc:spChg chg="mod">
          <ac:chgData name="Mariana Rocha" userId="0a3173bd-d0ed-4c32-8e4c-b90c820606c5" providerId="ADAL" clId="{DCC3A51D-31E8-5BC6-970B-354B54D5302A}" dt="2025-11-26T14:37:06.382" v="366" actId="403"/>
          <ac:spMkLst>
            <pc:docMk/>
            <pc:sldMk cId="0" sldId="316"/>
            <ac:spMk id="6" creationId="{00000000-0000-0000-0000-000000000000}"/>
          </ac:spMkLst>
        </pc:spChg>
        <pc:spChg chg="del">
          <ac:chgData name="Mariana Rocha" userId="0a3173bd-d0ed-4c32-8e4c-b90c820606c5" providerId="ADAL" clId="{DCC3A51D-31E8-5BC6-970B-354B54D5302A}" dt="2025-11-26T14:39:38.240" v="399" actId="478"/>
          <ac:spMkLst>
            <pc:docMk/>
            <pc:sldMk cId="0" sldId="316"/>
            <ac:spMk id="7" creationId="{00000000-0000-0000-0000-000000000000}"/>
          </ac:spMkLst>
        </pc:spChg>
        <pc:spChg chg="add mod">
          <ac:chgData name="Mariana Rocha" userId="0a3173bd-d0ed-4c32-8e4c-b90c820606c5" providerId="ADAL" clId="{DCC3A51D-31E8-5BC6-970B-354B54D5302A}" dt="2025-11-26T14:39:41.470" v="401" actId="20577"/>
          <ac:spMkLst>
            <pc:docMk/>
            <pc:sldMk cId="0" sldId="316"/>
            <ac:spMk id="9" creationId="{D2DA8F96-A452-2F71-5164-5EDCDBE44106}"/>
          </ac:spMkLst>
        </pc:spChg>
      </pc:sldChg>
      <pc:sldChg chg="addSp delSp modSp mod">
        <pc:chgData name="Mariana Rocha" userId="0a3173bd-d0ed-4c32-8e4c-b90c820606c5" providerId="ADAL" clId="{DCC3A51D-31E8-5BC6-970B-354B54D5302A}" dt="2025-11-26T14:40:01.430" v="404" actId="1076"/>
        <pc:sldMkLst>
          <pc:docMk/>
          <pc:sldMk cId="0" sldId="317"/>
        </pc:sldMkLst>
        <pc:spChg chg="del">
          <ac:chgData name="Mariana Rocha" userId="0a3173bd-d0ed-4c32-8e4c-b90c820606c5" providerId="ADAL" clId="{DCC3A51D-31E8-5BC6-970B-354B54D5302A}" dt="2025-11-26T14:36:11.050" v="358" actId="478"/>
          <ac:spMkLst>
            <pc:docMk/>
            <pc:sldMk cId="0" sldId="317"/>
            <ac:spMk id="2" creationId="{00000000-0000-0000-0000-000000000000}"/>
          </ac:spMkLst>
        </pc:spChg>
        <pc:spChg chg="mod">
          <ac:chgData name="Mariana Rocha" userId="0a3173bd-d0ed-4c32-8e4c-b90c820606c5" providerId="ADAL" clId="{DCC3A51D-31E8-5BC6-970B-354B54D5302A}" dt="2025-11-26T14:40:01.430" v="404" actId="1076"/>
          <ac:spMkLst>
            <pc:docMk/>
            <pc:sldMk cId="0" sldId="317"/>
            <ac:spMk id="6" creationId="{00000000-0000-0000-0000-000000000000}"/>
          </ac:spMkLst>
        </pc:spChg>
        <pc:spChg chg="mod">
          <ac:chgData name="Mariana Rocha" userId="0a3173bd-d0ed-4c32-8e4c-b90c820606c5" providerId="ADAL" clId="{DCC3A51D-31E8-5BC6-970B-354B54D5302A}" dt="2025-11-26T14:37:01.687" v="365" actId="14100"/>
          <ac:spMkLst>
            <pc:docMk/>
            <pc:sldMk cId="0" sldId="317"/>
            <ac:spMk id="7" creationId="{00000000-0000-0000-0000-000000000000}"/>
          </ac:spMkLst>
        </pc:spChg>
        <pc:spChg chg="del">
          <ac:chgData name="Mariana Rocha" userId="0a3173bd-d0ed-4c32-8e4c-b90c820606c5" providerId="ADAL" clId="{DCC3A51D-31E8-5BC6-970B-354B54D5302A}" dt="2025-11-26T14:37:43.391" v="373" actId="478"/>
          <ac:spMkLst>
            <pc:docMk/>
            <pc:sldMk cId="0" sldId="317"/>
            <ac:spMk id="8" creationId="{00000000-0000-0000-0000-000000000000}"/>
          </ac:spMkLst>
        </pc:spChg>
        <pc:spChg chg="add del mod">
          <ac:chgData name="Mariana Rocha" userId="0a3173bd-d0ed-4c32-8e4c-b90c820606c5" providerId="ADAL" clId="{DCC3A51D-31E8-5BC6-970B-354B54D5302A}" dt="2025-11-26T14:39:01.007" v="386" actId="478"/>
          <ac:spMkLst>
            <pc:docMk/>
            <pc:sldMk cId="0" sldId="317"/>
            <ac:spMk id="11" creationId="{1FBBBDBF-EBE9-CE87-AF2C-3EB846C013A0}"/>
          </ac:spMkLst>
        </pc:spChg>
        <pc:spChg chg="add mod">
          <ac:chgData name="Mariana Rocha" userId="0a3173bd-d0ed-4c32-8e4c-b90c820606c5" providerId="ADAL" clId="{DCC3A51D-31E8-5BC6-970B-354B54D5302A}" dt="2025-11-26T14:39:18.015" v="395" actId="20577"/>
          <ac:spMkLst>
            <pc:docMk/>
            <pc:sldMk cId="0" sldId="317"/>
            <ac:spMk id="13" creationId="{5B59EC01-4858-D5D7-137B-0B266337AD4D}"/>
          </ac:spMkLst>
        </pc:spChg>
        <pc:grpChg chg="del">
          <ac:chgData name="Mariana Rocha" userId="0a3173bd-d0ed-4c32-8e4c-b90c820606c5" providerId="ADAL" clId="{DCC3A51D-31E8-5BC6-970B-354B54D5302A}" dt="2025-11-26T14:37:41.722" v="372" actId="478"/>
          <ac:grpSpMkLst>
            <pc:docMk/>
            <pc:sldMk cId="0" sldId="317"/>
            <ac:grpSpMk id="3" creationId="{00000000-0000-0000-0000-000000000000}"/>
          </ac:grpSpMkLst>
        </pc:grpChg>
        <pc:picChg chg="mod">
          <ac:chgData name="Mariana Rocha" userId="0a3173bd-d0ed-4c32-8e4c-b90c820606c5" providerId="ADAL" clId="{DCC3A51D-31E8-5BC6-970B-354B54D5302A}" dt="2025-11-26T14:39:45.909" v="402" actId="1076"/>
          <ac:picMkLst>
            <pc:docMk/>
            <pc:sldMk cId="0" sldId="317"/>
            <ac:picMk id="9" creationId="{00000000-0000-0000-0000-000000000000}"/>
          </ac:picMkLst>
        </pc:picChg>
      </pc:sldChg>
      <pc:sldChg chg="del">
        <pc:chgData name="Mariana Rocha" userId="0a3173bd-d0ed-4c32-8e4c-b90c820606c5" providerId="ADAL" clId="{DCC3A51D-31E8-5BC6-970B-354B54D5302A}" dt="2025-11-26T14:40:06.551" v="405" actId="2696"/>
        <pc:sldMkLst>
          <pc:docMk/>
          <pc:sldMk cId="0" sldId="318"/>
        </pc:sldMkLst>
      </pc:sldChg>
      <pc:sldChg chg="modSp del">
        <pc:chgData name="Mariana Rocha" userId="0a3173bd-d0ed-4c32-8e4c-b90c820606c5" providerId="ADAL" clId="{DCC3A51D-31E8-5BC6-970B-354B54D5302A}" dt="2025-11-26T14:31:41.890" v="353" actId="2696"/>
        <pc:sldMkLst>
          <pc:docMk/>
          <pc:sldMk cId="0" sldId="320"/>
        </pc:sldMkLst>
        <pc:spChg chg="mod">
          <ac:chgData name="Mariana Rocha" userId="0a3173bd-d0ed-4c32-8e4c-b90c820606c5" providerId="ADAL" clId="{DCC3A51D-31E8-5BC6-970B-354B54D5302A}" dt="2025-11-25T14:29:55.665" v="0"/>
          <ac:spMkLst>
            <pc:docMk/>
            <pc:sldMk cId="0" sldId="320"/>
            <ac:spMk id="2" creationId="{00000000-0000-0000-0000-000000000000}"/>
          </ac:spMkLst>
        </pc:spChg>
      </pc:sldChg>
      <pc:sldChg chg="modSp del">
        <pc:chgData name="Mariana Rocha" userId="0a3173bd-d0ed-4c32-8e4c-b90c820606c5" providerId="ADAL" clId="{DCC3A51D-31E8-5BC6-970B-354B54D5302A}" dt="2025-11-26T15:02:30.097" v="560" actId="2696"/>
        <pc:sldMkLst>
          <pc:docMk/>
          <pc:sldMk cId="570870755" sldId="336"/>
        </pc:sldMkLst>
        <pc:spChg chg="mod">
          <ac:chgData name="Mariana Rocha" userId="0a3173bd-d0ed-4c32-8e4c-b90c820606c5" providerId="ADAL" clId="{DCC3A51D-31E8-5BC6-970B-354B54D5302A}" dt="2025-11-25T14:29:55.665" v="0"/>
          <ac:spMkLst>
            <pc:docMk/>
            <pc:sldMk cId="570870755" sldId="336"/>
            <ac:spMk id="2" creationId="{00000000-0000-0000-0000-000000000000}"/>
          </ac:spMkLst>
        </pc:spChg>
      </pc:sldChg>
      <pc:sldChg chg="delSp modSp mod">
        <pc:chgData name="Mariana Rocha" userId="0a3173bd-d0ed-4c32-8e4c-b90c820606c5" providerId="ADAL" clId="{DCC3A51D-31E8-5BC6-970B-354B54D5302A}" dt="2025-11-26T15:03:59.288" v="611" actId="478"/>
        <pc:sldMkLst>
          <pc:docMk/>
          <pc:sldMk cId="880555671" sldId="337"/>
        </pc:sldMkLst>
        <pc:spChg chg="del">
          <ac:chgData name="Mariana Rocha" userId="0a3173bd-d0ed-4c32-8e4c-b90c820606c5" providerId="ADAL" clId="{DCC3A51D-31E8-5BC6-970B-354B54D5302A}" dt="2025-11-26T15:03:59.288" v="611" actId="478"/>
          <ac:spMkLst>
            <pc:docMk/>
            <pc:sldMk cId="880555671" sldId="337"/>
            <ac:spMk id="2" creationId="{00000000-0000-0000-0000-000000000000}"/>
          </ac:spMkLst>
        </pc:spChg>
        <pc:spChg chg="mod">
          <ac:chgData name="Mariana Rocha" userId="0a3173bd-d0ed-4c32-8e4c-b90c820606c5" providerId="ADAL" clId="{DCC3A51D-31E8-5BC6-970B-354B54D5302A}" dt="2025-11-26T15:03:00.697" v="573" actId="20577"/>
          <ac:spMkLst>
            <pc:docMk/>
            <pc:sldMk cId="880555671" sldId="337"/>
            <ac:spMk id="3" creationId="{00000000-0000-0000-0000-000000000000}"/>
          </ac:spMkLst>
        </pc:spChg>
        <pc:spChg chg="mod">
          <ac:chgData name="Mariana Rocha" userId="0a3173bd-d0ed-4c32-8e4c-b90c820606c5" providerId="ADAL" clId="{DCC3A51D-31E8-5BC6-970B-354B54D5302A}" dt="2025-11-26T15:03:56.830" v="610" actId="403"/>
          <ac:spMkLst>
            <pc:docMk/>
            <pc:sldMk cId="880555671" sldId="337"/>
            <ac:spMk id="4" creationId="{00000000-0000-0000-0000-000000000000}"/>
          </ac:spMkLst>
        </pc:spChg>
      </pc:sldChg>
      <pc:sldChg chg="delSp modSp mod">
        <pc:chgData name="Mariana Rocha" userId="0a3173bd-d0ed-4c32-8e4c-b90c820606c5" providerId="ADAL" clId="{DCC3A51D-31E8-5BC6-970B-354B54D5302A}" dt="2025-11-26T15:06:47.821" v="654" actId="20577"/>
        <pc:sldMkLst>
          <pc:docMk/>
          <pc:sldMk cId="3968165039" sldId="338"/>
        </pc:sldMkLst>
        <pc:spChg chg="mod">
          <ac:chgData name="Mariana Rocha" userId="0a3173bd-d0ed-4c32-8e4c-b90c820606c5" providerId="ADAL" clId="{DCC3A51D-31E8-5BC6-970B-354B54D5302A}" dt="2025-11-26T15:06:47.821" v="654" actId="20577"/>
          <ac:spMkLst>
            <pc:docMk/>
            <pc:sldMk cId="3968165039" sldId="338"/>
            <ac:spMk id="3" creationId="{00000000-0000-0000-0000-000000000000}"/>
          </ac:spMkLst>
        </pc:spChg>
        <pc:spChg chg="mod">
          <ac:chgData name="Mariana Rocha" userId="0a3173bd-d0ed-4c32-8e4c-b90c820606c5" providerId="ADAL" clId="{DCC3A51D-31E8-5BC6-970B-354B54D5302A}" dt="2025-11-26T15:05:30.368" v="623" actId="14100"/>
          <ac:spMkLst>
            <pc:docMk/>
            <pc:sldMk cId="3968165039" sldId="338"/>
            <ac:spMk id="5" creationId="{00000000-0000-0000-0000-000000000000}"/>
          </ac:spMkLst>
        </pc:spChg>
        <pc:spChg chg="del">
          <ac:chgData name="Mariana Rocha" userId="0a3173bd-d0ed-4c32-8e4c-b90c820606c5" providerId="ADAL" clId="{DCC3A51D-31E8-5BC6-970B-354B54D5302A}" dt="2025-11-26T15:04:55.777" v="613" actId="478"/>
          <ac:spMkLst>
            <pc:docMk/>
            <pc:sldMk cId="3968165039" sldId="338"/>
            <ac:spMk id="6" creationId="{00000000-0000-0000-0000-000000000000}"/>
          </ac:spMkLst>
        </pc:spChg>
        <pc:picChg chg="del">
          <ac:chgData name="Mariana Rocha" userId="0a3173bd-d0ed-4c32-8e4c-b90c820606c5" providerId="ADAL" clId="{DCC3A51D-31E8-5BC6-970B-354B54D5302A}" dt="2025-11-26T15:04:36.122" v="612" actId="478"/>
          <ac:picMkLst>
            <pc:docMk/>
            <pc:sldMk cId="3968165039" sldId="338"/>
            <ac:picMk id="2" creationId="{00000000-0000-0000-0000-000000000000}"/>
          </ac:picMkLst>
        </pc:picChg>
        <pc:picChg chg="mod">
          <ac:chgData name="Mariana Rocha" userId="0a3173bd-d0ed-4c32-8e4c-b90c820606c5" providerId="ADAL" clId="{DCC3A51D-31E8-5BC6-970B-354B54D5302A}" dt="2025-11-26T15:05:24.506" v="621" actId="1076"/>
          <ac:picMkLst>
            <pc:docMk/>
            <pc:sldMk cId="3968165039" sldId="338"/>
            <ac:picMk id="4" creationId="{00000000-0000-0000-0000-000000000000}"/>
          </ac:picMkLst>
        </pc:picChg>
      </pc:sldChg>
      <pc:sldChg chg="delSp modSp mod">
        <pc:chgData name="Mariana Rocha" userId="0a3173bd-d0ed-4c32-8e4c-b90c820606c5" providerId="ADAL" clId="{DCC3A51D-31E8-5BC6-970B-354B54D5302A}" dt="2025-11-26T15:06:40.306" v="652" actId="1038"/>
        <pc:sldMkLst>
          <pc:docMk/>
          <pc:sldMk cId="4060202393" sldId="339"/>
        </pc:sldMkLst>
        <pc:spChg chg="mod">
          <ac:chgData name="Mariana Rocha" userId="0a3173bd-d0ed-4c32-8e4c-b90c820606c5" providerId="ADAL" clId="{DCC3A51D-31E8-5BC6-970B-354B54D5302A}" dt="2025-11-26T15:05:43.318" v="629" actId="20577"/>
          <ac:spMkLst>
            <pc:docMk/>
            <pc:sldMk cId="4060202393" sldId="339"/>
            <ac:spMk id="3" creationId="{00000000-0000-0000-0000-000000000000}"/>
          </ac:spMkLst>
        </pc:spChg>
        <pc:spChg chg="mod">
          <ac:chgData name="Mariana Rocha" userId="0a3173bd-d0ed-4c32-8e4c-b90c820606c5" providerId="ADAL" clId="{DCC3A51D-31E8-5BC6-970B-354B54D5302A}" dt="2025-11-26T15:06:40.306" v="652" actId="1038"/>
          <ac:spMkLst>
            <pc:docMk/>
            <pc:sldMk cId="4060202393" sldId="339"/>
            <ac:spMk id="5" creationId="{00000000-0000-0000-0000-000000000000}"/>
          </ac:spMkLst>
        </pc:spChg>
        <pc:picChg chg="del">
          <ac:chgData name="Mariana Rocha" userId="0a3173bd-d0ed-4c32-8e4c-b90c820606c5" providerId="ADAL" clId="{DCC3A51D-31E8-5BC6-970B-354B54D5302A}" dt="2025-11-26T15:05:47.596" v="630" actId="478"/>
          <ac:picMkLst>
            <pc:docMk/>
            <pc:sldMk cId="4060202393" sldId="339"/>
            <ac:picMk id="2" creationId="{00000000-0000-0000-0000-000000000000}"/>
          </ac:picMkLst>
        </pc:picChg>
        <pc:picChg chg="mod">
          <ac:chgData name="Mariana Rocha" userId="0a3173bd-d0ed-4c32-8e4c-b90c820606c5" providerId="ADAL" clId="{DCC3A51D-31E8-5BC6-970B-354B54D5302A}" dt="2025-11-26T15:06:08.941" v="639" actId="1076"/>
          <ac:picMkLst>
            <pc:docMk/>
            <pc:sldMk cId="4060202393" sldId="339"/>
            <ac:picMk id="4" creationId="{00000000-0000-0000-0000-000000000000}"/>
          </ac:picMkLst>
        </pc:picChg>
      </pc:sldChg>
      <pc:sldChg chg="delSp modSp mod">
        <pc:chgData name="Mariana Rocha" userId="0a3173bd-d0ed-4c32-8e4c-b90c820606c5" providerId="ADAL" clId="{DCC3A51D-31E8-5BC6-970B-354B54D5302A}" dt="2025-11-26T15:07:33.337" v="673" actId="20577"/>
        <pc:sldMkLst>
          <pc:docMk/>
          <pc:sldMk cId="3298769510" sldId="340"/>
        </pc:sldMkLst>
        <pc:spChg chg="mod">
          <ac:chgData name="Mariana Rocha" userId="0a3173bd-d0ed-4c32-8e4c-b90c820606c5" providerId="ADAL" clId="{DCC3A51D-31E8-5BC6-970B-354B54D5302A}" dt="2025-11-26T15:07:06.211" v="660" actId="14100"/>
          <ac:spMkLst>
            <pc:docMk/>
            <pc:sldMk cId="3298769510" sldId="340"/>
            <ac:spMk id="3" creationId="{00000000-0000-0000-0000-000000000000}"/>
          </ac:spMkLst>
        </pc:spChg>
        <pc:spChg chg="mod">
          <ac:chgData name="Mariana Rocha" userId="0a3173bd-d0ed-4c32-8e4c-b90c820606c5" providerId="ADAL" clId="{DCC3A51D-31E8-5BC6-970B-354B54D5302A}" dt="2025-11-26T15:07:33.337" v="673" actId="20577"/>
          <ac:spMkLst>
            <pc:docMk/>
            <pc:sldMk cId="3298769510" sldId="340"/>
            <ac:spMk id="5" creationId="{00000000-0000-0000-0000-000000000000}"/>
          </ac:spMkLst>
        </pc:spChg>
        <pc:picChg chg="del">
          <ac:chgData name="Mariana Rocha" userId="0a3173bd-d0ed-4c32-8e4c-b90c820606c5" providerId="ADAL" clId="{DCC3A51D-31E8-5BC6-970B-354B54D5302A}" dt="2025-11-26T15:07:24.529" v="668" actId="478"/>
          <ac:picMkLst>
            <pc:docMk/>
            <pc:sldMk cId="3298769510" sldId="340"/>
            <ac:picMk id="2" creationId="{00000000-0000-0000-0000-000000000000}"/>
          </ac:picMkLst>
        </pc:picChg>
        <pc:picChg chg="mod">
          <ac:chgData name="Mariana Rocha" userId="0a3173bd-d0ed-4c32-8e4c-b90c820606c5" providerId="ADAL" clId="{DCC3A51D-31E8-5BC6-970B-354B54D5302A}" dt="2025-11-26T15:07:19.096" v="665" actId="1076"/>
          <ac:picMkLst>
            <pc:docMk/>
            <pc:sldMk cId="3298769510" sldId="340"/>
            <ac:picMk id="4" creationId="{00000000-0000-0000-0000-000000000000}"/>
          </ac:picMkLst>
        </pc:picChg>
      </pc:sldChg>
      <pc:sldChg chg="modSp mod">
        <pc:chgData name="Mariana Rocha" userId="0a3173bd-d0ed-4c32-8e4c-b90c820606c5" providerId="ADAL" clId="{DCC3A51D-31E8-5BC6-970B-354B54D5302A}" dt="2025-11-26T15:07:59.699" v="683" actId="1076"/>
        <pc:sldMkLst>
          <pc:docMk/>
          <pc:sldMk cId="3137207939" sldId="341"/>
        </pc:sldMkLst>
        <pc:spChg chg="mod">
          <ac:chgData name="Mariana Rocha" userId="0a3173bd-d0ed-4c32-8e4c-b90c820606c5" providerId="ADAL" clId="{DCC3A51D-31E8-5BC6-970B-354B54D5302A}" dt="2025-11-26T15:07:45.548" v="679" actId="20577"/>
          <ac:spMkLst>
            <pc:docMk/>
            <pc:sldMk cId="3137207939" sldId="341"/>
            <ac:spMk id="3" creationId="{00000000-0000-0000-0000-000000000000}"/>
          </ac:spMkLst>
        </pc:spChg>
        <pc:spChg chg="mod">
          <ac:chgData name="Mariana Rocha" userId="0a3173bd-d0ed-4c32-8e4c-b90c820606c5" providerId="ADAL" clId="{DCC3A51D-31E8-5BC6-970B-354B54D5302A}" dt="2025-11-26T15:07:59.699" v="683" actId="1076"/>
          <ac:spMkLst>
            <pc:docMk/>
            <pc:sldMk cId="3137207939" sldId="341"/>
            <ac:spMk id="10" creationId="{00000000-0000-0000-0000-000000000000}"/>
          </ac:spMkLst>
        </pc:spChg>
      </pc:sldChg>
      <pc:sldChg chg="modSp del">
        <pc:chgData name="Mariana Rocha" userId="0a3173bd-d0ed-4c32-8e4c-b90c820606c5" providerId="ADAL" clId="{DCC3A51D-31E8-5BC6-970B-354B54D5302A}" dt="2025-11-26T14:54:38.430" v="510" actId="2696"/>
        <pc:sldMkLst>
          <pc:docMk/>
          <pc:sldMk cId="0" sldId="344"/>
        </pc:sldMkLst>
        <pc:spChg chg="mod">
          <ac:chgData name="Mariana Rocha" userId="0a3173bd-d0ed-4c32-8e4c-b90c820606c5" providerId="ADAL" clId="{DCC3A51D-31E8-5BC6-970B-354B54D5302A}" dt="2025-11-25T14:29:55.665" v="0"/>
          <ac:spMkLst>
            <pc:docMk/>
            <pc:sldMk cId="0" sldId="344"/>
            <ac:spMk id="2" creationId="{00000000-0000-0000-0000-000000000000}"/>
          </ac:spMkLst>
        </pc:spChg>
      </pc:sldChg>
      <pc:sldChg chg="modSp mod">
        <pc:chgData name="Mariana Rocha" userId="0a3173bd-d0ed-4c32-8e4c-b90c820606c5" providerId="ADAL" clId="{DCC3A51D-31E8-5BC6-970B-354B54D5302A}" dt="2025-11-26T14:55:20.278" v="517" actId="14100"/>
        <pc:sldMkLst>
          <pc:docMk/>
          <pc:sldMk cId="0" sldId="345"/>
        </pc:sldMkLst>
        <pc:spChg chg="mod">
          <ac:chgData name="Mariana Rocha" userId="0a3173bd-d0ed-4c32-8e4c-b90c820606c5" providerId="ADAL" clId="{DCC3A51D-31E8-5BC6-970B-354B54D5302A}" dt="2025-11-26T14:55:07.271" v="514" actId="14100"/>
          <ac:spMkLst>
            <pc:docMk/>
            <pc:sldMk cId="0" sldId="345"/>
            <ac:spMk id="3" creationId="{00000000-0000-0000-0000-000000000000}"/>
          </ac:spMkLst>
        </pc:spChg>
        <pc:spChg chg="mod">
          <ac:chgData name="Mariana Rocha" userId="0a3173bd-d0ed-4c32-8e4c-b90c820606c5" providerId="ADAL" clId="{DCC3A51D-31E8-5BC6-970B-354B54D5302A}" dt="2025-11-26T14:55:20.278" v="517" actId="14100"/>
          <ac:spMkLst>
            <pc:docMk/>
            <pc:sldMk cId="0" sldId="345"/>
            <ac:spMk id="4" creationId="{00000000-0000-0000-0000-000000000000}"/>
          </ac:spMkLst>
        </pc:spChg>
      </pc:sldChg>
      <pc:sldChg chg="del">
        <pc:chgData name="Mariana Rocha" userId="0a3173bd-d0ed-4c32-8e4c-b90c820606c5" providerId="ADAL" clId="{DCC3A51D-31E8-5BC6-970B-354B54D5302A}" dt="2025-11-26T14:54:44.268" v="512" actId="2696"/>
        <pc:sldMkLst>
          <pc:docMk/>
          <pc:sldMk cId="0" sldId="346"/>
        </pc:sldMkLst>
      </pc:sldChg>
      <pc:sldChg chg="del">
        <pc:chgData name="Mariana Rocha" userId="0a3173bd-d0ed-4c32-8e4c-b90c820606c5" providerId="ADAL" clId="{DCC3A51D-31E8-5BC6-970B-354B54D5302A}" dt="2025-11-26T14:54:44.266" v="511" actId="2696"/>
        <pc:sldMkLst>
          <pc:docMk/>
          <pc:sldMk cId="0" sldId="349"/>
        </pc:sldMkLst>
      </pc:sldChg>
      <pc:sldChg chg="delSp modSp del mod">
        <pc:chgData name="Mariana Rocha" userId="0a3173bd-d0ed-4c32-8e4c-b90c820606c5" providerId="ADAL" clId="{DCC3A51D-31E8-5BC6-970B-354B54D5302A}" dt="2025-11-26T14:57:08.946" v="541" actId="2696"/>
        <pc:sldMkLst>
          <pc:docMk/>
          <pc:sldMk cId="0" sldId="351"/>
        </pc:sldMkLst>
        <pc:spChg chg="del">
          <ac:chgData name="Mariana Rocha" userId="0a3173bd-d0ed-4c32-8e4c-b90c820606c5" providerId="ADAL" clId="{DCC3A51D-31E8-5BC6-970B-354B54D5302A}" dt="2025-11-26T14:55:31.361" v="520" actId="478"/>
          <ac:spMkLst>
            <pc:docMk/>
            <pc:sldMk cId="0" sldId="351"/>
            <ac:spMk id="3" creationId="{00000000-0000-0000-0000-000000000000}"/>
          </ac:spMkLst>
        </pc:spChg>
        <pc:spChg chg="mod">
          <ac:chgData name="Mariana Rocha" userId="0a3173bd-d0ed-4c32-8e4c-b90c820606c5" providerId="ADAL" clId="{DCC3A51D-31E8-5BC6-970B-354B54D5302A}" dt="2025-11-26T14:55:29.521" v="519" actId="14100"/>
          <ac:spMkLst>
            <pc:docMk/>
            <pc:sldMk cId="0" sldId="351"/>
            <ac:spMk id="7" creationId="{00000000-0000-0000-0000-000000000000}"/>
          </ac:spMkLst>
        </pc:spChg>
        <pc:spChg chg="mod">
          <ac:chgData name="Mariana Rocha" userId="0a3173bd-d0ed-4c32-8e4c-b90c820606c5" providerId="ADAL" clId="{DCC3A51D-31E8-5BC6-970B-354B54D5302A}" dt="2025-11-26T14:55:38.276" v="521" actId="108"/>
          <ac:spMkLst>
            <pc:docMk/>
            <pc:sldMk cId="0" sldId="351"/>
            <ac:spMk id="8" creationId="{00000000-0000-0000-0000-000000000000}"/>
          </ac:spMkLst>
        </pc:spChg>
      </pc:sldChg>
      <pc:sldChg chg="modSp mod">
        <pc:chgData name="Mariana Rocha" userId="0a3173bd-d0ed-4c32-8e4c-b90c820606c5" providerId="ADAL" clId="{DCC3A51D-31E8-5BC6-970B-354B54D5302A}" dt="2025-11-26T14:57:05.107" v="540" actId="2711"/>
        <pc:sldMkLst>
          <pc:docMk/>
          <pc:sldMk cId="0" sldId="359"/>
        </pc:sldMkLst>
        <pc:spChg chg="mod">
          <ac:chgData name="Mariana Rocha" userId="0a3173bd-d0ed-4c32-8e4c-b90c820606c5" providerId="ADAL" clId="{DCC3A51D-31E8-5BC6-970B-354B54D5302A}" dt="2025-11-26T14:56:24.273" v="534" actId="20577"/>
          <ac:spMkLst>
            <pc:docMk/>
            <pc:sldMk cId="0" sldId="359"/>
            <ac:spMk id="9" creationId="{00000000-0000-0000-0000-000000000000}"/>
          </ac:spMkLst>
        </pc:spChg>
        <pc:spChg chg="mod">
          <ac:chgData name="Mariana Rocha" userId="0a3173bd-d0ed-4c32-8e4c-b90c820606c5" providerId="ADAL" clId="{DCC3A51D-31E8-5BC6-970B-354B54D5302A}" dt="2025-11-26T14:57:05.107" v="540" actId="2711"/>
          <ac:spMkLst>
            <pc:docMk/>
            <pc:sldMk cId="0" sldId="359"/>
            <ac:spMk id="10" creationId="{00000000-0000-0000-0000-000000000000}"/>
          </ac:spMkLst>
        </pc:spChg>
      </pc:sldChg>
      <pc:sldChg chg="del">
        <pc:chgData name="Mariana Rocha" userId="0a3173bd-d0ed-4c32-8e4c-b90c820606c5" providerId="ADAL" clId="{DCC3A51D-31E8-5BC6-970B-354B54D5302A}" dt="2025-11-26T14:57:10.895" v="542" actId="2696"/>
        <pc:sldMkLst>
          <pc:docMk/>
          <pc:sldMk cId="0" sldId="360"/>
        </pc:sldMkLst>
      </pc:sldChg>
      <pc:sldChg chg="modSp mod">
        <pc:chgData name="Mariana Rocha" userId="0a3173bd-d0ed-4c32-8e4c-b90c820606c5" providerId="ADAL" clId="{DCC3A51D-31E8-5BC6-970B-354B54D5302A}" dt="2025-11-26T14:57:24.566" v="543" actId="108"/>
        <pc:sldMkLst>
          <pc:docMk/>
          <pc:sldMk cId="0" sldId="361"/>
        </pc:sldMkLst>
        <pc:spChg chg="mod">
          <ac:chgData name="Mariana Rocha" userId="0a3173bd-d0ed-4c32-8e4c-b90c820606c5" providerId="ADAL" clId="{DCC3A51D-31E8-5BC6-970B-354B54D5302A}" dt="2025-11-26T14:57:24.566" v="543" actId="108"/>
          <ac:spMkLst>
            <pc:docMk/>
            <pc:sldMk cId="0" sldId="361"/>
            <ac:spMk id="3" creationId="{00000000-0000-0000-0000-000000000000}"/>
          </ac:spMkLst>
        </pc:spChg>
      </pc:sldChg>
      <pc:sldChg chg="modSp del">
        <pc:chgData name="Mariana Rocha" userId="0a3173bd-d0ed-4c32-8e4c-b90c820606c5" providerId="ADAL" clId="{DCC3A51D-31E8-5BC6-970B-354B54D5302A}" dt="2025-11-26T15:26:18.055" v="801" actId="2696"/>
        <pc:sldMkLst>
          <pc:docMk/>
          <pc:sldMk cId="0" sldId="362"/>
        </pc:sldMkLst>
        <pc:spChg chg="mod">
          <ac:chgData name="Mariana Rocha" userId="0a3173bd-d0ed-4c32-8e4c-b90c820606c5" providerId="ADAL" clId="{DCC3A51D-31E8-5BC6-970B-354B54D5302A}" dt="2025-11-25T14:29:55.665" v="0"/>
          <ac:spMkLst>
            <pc:docMk/>
            <pc:sldMk cId="0" sldId="362"/>
            <ac:spMk id="2" creationId="{00000000-0000-0000-0000-000000000000}"/>
          </ac:spMkLst>
        </pc:spChg>
      </pc:sldChg>
      <pc:sldChg chg="delSp modSp mod">
        <pc:chgData name="Mariana Rocha" userId="0a3173bd-d0ed-4c32-8e4c-b90c820606c5" providerId="ADAL" clId="{DCC3A51D-31E8-5BC6-970B-354B54D5302A}" dt="2025-11-26T15:35:10.225" v="919" actId="1076"/>
        <pc:sldMkLst>
          <pc:docMk/>
          <pc:sldMk cId="0" sldId="363"/>
        </pc:sldMkLst>
        <pc:spChg chg="del">
          <ac:chgData name="Mariana Rocha" userId="0a3173bd-d0ed-4c32-8e4c-b90c820606c5" providerId="ADAL" clId="{DCC3A51D-31E8-5BC6-970B-354B54D5302A}" dt="2025-11-26T15:35:06.617" v="918" actId="478"/>
          <ac:spMkLst>
            <pc:docMk/>
            <pc:sldMk cId="0" sldId="363"/>
            <ac:spMk id="2" creationId="{00000000-0000-0000-0000-000000000000}"/>
          </ac:spMkLst>
        </pc:spChg>
        <pc:spChg chg="mod">
          <ac:chgData name="Mariana Rocha" userId="0a3173bd-d0ed-4c32-8e4c-b90c820606c5" providerId="ADAL" clId="{DCC3A51D-31E8-5BC6-970B-354B54D5302A}" dt="2025-11-26T15:34:18.987" v="901" actId="14100"/>
          <ac:spMkLst>
            <pc:docMk/>
            <pc:sldMk cId="0" sldId="363"/>
            <ac:spMk id="3" creationId="{00000000-0000-0000-0000-000000000000}"/>
          </ac:spMkLst>
        </pc:spChg>
        <pc:spChg chg="mod">
          <ac:chgData name="Mariana Rocha" userId="0a3173bd-d0ed-4c32-8e4c-b90c820606c5" providerId="ADAL" clId="{DCC3A51D-31E8-5BC6-970B-354B54D5302A}" dt="2025-11-26T15:35:10.225" v="919" actId="1076"/>
          <ac:spMkLst>
            <pc:docMk/>
            <pc:sldMk cId="0" sldId="363"/>
            <ac:spMk id="4" creationId="{00000000-0000-0000-0000-000000000000}"/>
          </ac:spMkLst>
        </pc:spChg>
      </pc:sldChg>
      <pc:sldChg chg="addSp delSp modSp mod">
        <pc:chgData name="Mariana Rocha" userId="0a3173bd-d0ed-4c32-8e4c-b90c820606c5" providerId="ADAL" clId="{DCC3A51D-31E8-5BC6-970B-354B54D5302A}" dt="2025-11-26T15:37:24.263" v="954" actId="20577"/>
        <pc:sldMkLst>
          <pc:docMk/>
          <pc:sldMk cId="0" sldId="364"/>
        </pc:sldMkLst>
        <pc:spChg chg="del">
          <ac:chgData name="Mariana Rocha" userId="0a3173bd-d0ed-4c32-8e4c-b90c820606c5" providerId="ADAL" clId="{DCC3A51D-31E8-5BC6-970B-354B54D5302A}" dt="2025-11-26T15:36:14.611" v="938" actId="478"/>
          <ac:spMkLst>
            <pc:docMk/>
            <pc:sldMk cId="0" sldId="364"/>
            <ac:spMk id="2" creationId="{00000000-0000-0000-0000-000000000000}"/>
          </ac:spMkLst>
        </pc:spChg>
        <pc:spChg chg="del">
          <ac:chgData name="Mariana Rocha" userId="0a3173bd-d0ed-4c32-8e4c-b90c820606c5" providerId="ADAL" clId="{DCC3A51D-31E8-5BC6-970B-354B54D5302A}" dt="2025-11-26T15:36:50.309" v="946" actId="478"/>
          <ac:spMkLst>
            <pc:docMk/>
            <pc:sldMk cId="0" sldId="364"/>
            <ac:spMk id="3" creationId="{00000000-0000-0000-0000-000000000000}"/>
          </ac:spMkLst>
        </pc:spChg>
        <pc:spChg chg="del">
          <ac:chgData name="Mariana Rocha" userId="0a3173bd-d0ed-4c32-8e4c-b90c820606c5" providerId="ADAL" clId="{DCC3A51D-31E8-5BC6-970B-354B54D5302A}" dt="2025-11-26T15:35:29.404" v="925" actId="478"/>
          <ac:spMkLst>
            <pc:docMk/>
            <pc:sldMk cId="0" sldId="364"/>
            <ac:spMk id="4" creationId="{00000000-0000-0000-0000-000000000000}"/>
          </ac:spMkLst>
        </pc:spChg>
        <pc:spChg chg="del">
          <ac:chgData name="Mariana Rocha" userId="0a3173bd-d0ed-4c32-8e4c-b90c820606c5" providerId="ADAL" clId="{DCC3A51D-31E8-5BC6-970B-354B54D5302A}" dt="2025-11-26T15:35:36.574" v="927" actId="478"/>
          <ac:spMkLst>
            <pc:docMk/>
            <pc:sldMk cId="0" sldId="364"/>
            <ac:spMk id="5" creationId="{00000000-0000-0000-0000-000000000000}"/>
          </ac:spMkLst>
        </pc:spChg>
        <pc:spChg chg="mod">
          <ac:chgData name="Mariana Rocha" userId="0a3173bd-d0ed-4c32-8e4c-b90c820606c5" providerId="ADAL" clId="{DCC3A51D-31E8-5BC6-970B-354B54D5302A}" dt="2025-11-26T15:35:22.126" v="921" actId="14100"/>
          <ac:spMkLst>
            <pc:docMk/>
            <pc:sldMk cId="0" sldId="364"/>
            <ac:spMk id="6" creationId="{00000000-0000-0000-0000-000000000000}"/>
          </ac:spMkLst>
        </pc:spChg>
        <pc:spChg chg="add del mod">
          <ac:chgData name="Mariana Rocha" userId="0a3173bd-d0ed-4c32-8e4c-b90c820606c5" providerId="ADAL" clId="{DCC3A51D-31E8-5BC6-970B-354B54D5302A}" dt="2025-11-26T15:37:24.263" v="954" actId="20577"/>
          <ac:spMkLst>
            <pc:docMk/>
            <pc:sldMk cId="0" sldId="364"/>
            <ac:spMk id="10" creationId="{00000000-0000-0000-0000-000000000000}"/>
          </ac:spMkLst>
        </pc:spChg>
        <pc:spChg chg="add mod">
          <ac:chgData name="Mariana Rocha" userId="0a3173bd-d0ed-4c32-8e4c-b90c820606c5" providerId="ADAL" clId="{DCC3A51D-31E8-5BC6-970B-354B54D5302A}" dt="2025-11-26T15:36:53.659" v="947" actId="2710"/>
          <ac:spMkLst>
            <pc:docMk/>
            <pc:sldMk cId="0" sldId="364"/>
            <ac:spMk id="12" creationId="{441CC038-095C-A0AF-1195-86B389CFE72D}"/>
          </ac:spMkLst>
        </pc:spChg>
        <pc:grpChg chg="del">
          <ac:chgData name="Mariana Rocha" userId="0a3173bd-d0ed-4c32-8e4c-b90c820606c5" providerId="ADAL" clId="{DCC3A51D-31E8-5BC6-970B-354B54D5302A}" dt="2025-11-26T15:36:09.653" v="936" actId="478"/>
          <ac:grpSpMkLst>
            <pc:docMk/>
            <pc:sldMk cId="0" sldId="364"/>
            <ac:grpSpMk id="7" creationId="{00000000-0000-0000-0000-000000000000}"/>
          </ac:grpSpMkLst>
        </pc:grpChg>
      </pc:sldChg>
      <pc:sldChg chg="modSp mod">
        <pc:chgData name="Mariana Rocha" userId="0a3173bd-d0ed-4c32-8e4c-b90c820606c5" providerId="ADAL" clId="{DCC3A51D-31E8-5BC6-970B-354B54D5302A}" dt="2025-11-26T15:37:45.477" v="955" actId="108"/>
        <pc:sldMkLst>
          <pc:docMk/>
          <pc:sldMk cId="0" sldId="365"/>
        </pc:sldMkLst>
        <pc:spChg chg="mod">
          <ac:chgData name="Mariana Rocha" userId="0a3173bd-d0ed-4c32-8e4c-b90c820606c5" providerId="ADAL" clId="{DCC3A51D-31E8-5BC6-970B-354B54D5302A}" dt="2025-11-26T15:37:45.477" v="955" actId="108"/>
          <ac:spMkLst>
            <pc:docMk/>
            <pc:sldMk cId="0" sldId="365"/>
            <ac:spMk id="3" creationId="{00000000-0000-0000-0000-000000000000}"/>
          </ac:spMkLst>
        </pc:spChg>
      </pc:sldChg>
      <pc:sldChg chg="modSp del">
        <pc:chgData name="Mariana Rocha" userId="0a3173bd-d0ed-4c32-8e4c-b90c820606c5" providerId="ADAL" clId="{DCC3A51D-31E8-5BC6-970B-354B54D5302A}" dt="2025-11-26T15:26:30.913" v="802" actId="2696"/>
        <pc:sldMkLst>
          <pc:docMk/>
          <pc:sldMk cId="0" sldId="366"/>
        </pc:sldMkLst>
        <pc:spChg chg="mod">
          <ac:chgData name="Mariana Rocha" userId="0a3173bd-d0ed-4c32-8e4c-b90c820606c5" providerId="ADAL" clId="{DCC3A51D-31E8-5BC6-970B-354B54D5302A}" dt="2025-11-25T14:29:55.665" v="0"/>
          <ac:spMkLst>
            <pc:docMk/>
            <pc:sldMk cId="0" sldId="366"/>
            <ac:spMk id="2" creationId="{00000000-0000-0000-0000-000000000000}"/>
          </ac:spMkLst>
        </pc:spChg>
      </pc:sldChg>
      <pc:sldChg chg="addSp delSp modSp mod">
        <pc:chgData name="Mariana Rocha" userId="0a3173bd-d0ed-4c32-8e4c-b90c820606c5" providerId="ADAL" clId="{DCC3A51D-31E8-5BC6-970B-354B54D5302A}" dt="2025-11-26T15:40:03" v="983" actId="108"/>
        <pc:sldMkLst>
          <pc:docMk/>
          <pc:sldMk cId="0" sldId="367"/>
        </pc:sldMkLst>
        <pc:spChg chg="del mod">
          <ac:chgData name="Mariana Rocha" userId="0a3173bd-d0ed-4c32-8e4c-b90c820606c5" providerId="ADAL" clId="{DCC3A51D-31E8-5BC6-970B-354B54D5302A}" dt="2025-11-26T15:39:40.055" v="979" actId="478"/>
          <ac:spMkLst>
            <pc:docMk/>
            <pc:sldMk cId="0" sldId="367"/>
            <ac:spMk id="3" creationId="{00000000-0000-0000-0000-000000000000}"/>
          </ac:spMkLst>
        </pc:spChg>
        <pc:spChg chg="add mod">
          <ac:chgData name="Mariana Rocha" userId="0a3173bd-d0ed-4c32-8e4c-b90c820606c5" providerId="ADAL" clId="{DCC3A51D-31E8-5BC6-970B-354B54D5302A}" dt="2025-11-26T15:40:03" v="983" actId="108"/>
          <ac:spMkLst>
            <pc:docMk/>
            <pc:sldMk cId="0" sldId="367"/>
            <ac:spMk id="38" creationId="{9429664F-0B7D-0838-2D15-7CB16D90BE86}"/>
          </ac:spMkLst>
        </pc:spChg>
        <pc:spChg chg="add del mod">
          <ac:chgData name="Mariana Rocha" userId="0a3173bd-d0ed-4c32-8e4c-b90c820606c5" providerId="ADAL" clId="{DCC3A51D-31E8-5BC6-970B-354B54D5302A}" dt="2025-11-26T15:39:41.733" v="980" actId="478"/>
          <ac:spMkLst>
            <pc:docMk/>
            <pc:sldMk cId="0" sldId="367"/>
            <ac:spMk id="40" creationId="{EAD0602F-0C5C-0609-3A76-33BF00EB8BAD}"/>
          </ac:spMkLst>
        </pc:spChg>
        <pc:spChg chg="add mod">
          <ac:chgData name="Mariana Rocha" userId="0a3173bd-d0ed-4c32-8e4c-b90c820606c5" providerId="ADAL" clId="{DCC3A51D-31E8-5BC6-970B-354B54D5302A}" dt="2025-11-26T15:39:53.420" v="982" actId="1076"/>
          <ac:spMkLst>
            <pc:docMk/>
            <pc:sldMk cId="0" sldId="367"/>
            <ac:spMk id="41" creationId="{DA153F78-0516-1CFD-26B3-A589545038F7}"/>
          </ac:spMkLst>
        </pc:spChg>
        <pc:spChg chg="add mod">
          <ac:chgData name="Mariana Rocha" userId="0a3173bd-d0ed-4c32-8e4c-b90c820606c5" providerId="ADAL" clId="{DCC3A51D-31E8-5BC6-970B-354B54D5302A}" dt="2025-11-26T15:39:53.420" v="982" actId="1076"/>
          <ac:spMkLst>
            <pc:docMk/>
            <pc:sldMk cId="0" sldId="367"/>
            <ac:spMk id="42" creationId="{98DB16CE-BDF3-F949-45EB-3A4CF7D193FA}"/>
          </ac:spMkLst>
        </pc:spChg>
      </pc:sldChg>
      <pc:sldChg chg="addSp delSp modSp mod">
        <pc:chgData name="Mariana Rocha" userId="0a3173bd-d0ed-4c32-8e4c-b90c820606c5" providerId="ADAL" clId="{DCC3A51D-31E8-5BC6-970B-354B54D5302A}" dt="2025-11-26T15:40:44.392" v="992" actId="403"/>
        <pc:sldMkLst>
          <pc:docMk/>
          <pc:sldMk cId="0" sldId="368"/>
        </pc:sldMkLst>
        <pc:spChg chg="mod">
          <ac:chgData name="Mariana Rocha" userId="0a3173bd-d0ed-4c32-8e4c-b90c820606c5" providerId="ADAL" clId="{DCC3A51D-31E8-5BC6-970B-354B54D5302A}" dt="2025-11-26T15:40:11.963" v="985" actId="14100"/>
          <ac:spMkLst>
            <pc:docMk/>
            <pc:sldMk cId="0" sldId="368"/>
            <ac:spMk id="3" creationId="{00000000-0000-0000-0000-000000000000}"/>
          </ac:spMkLst>
        </pc:spChg>
        <pc:spChg chg="mod">
          <ac:chgData name="Mariana Rocha" userId="0a3173bd-d0ed-4c32-8e4c-b90c820606c5" providerId="ADAL" clId="{DCC3A51D-31E8-5BC6-970B-354B54D5302A}" dt="2025-11-26T15:40:34.345" v="987" actId="20577"/>
          <ac:spMkLst>
            <pc:docMk/>
            <pc:sldMk cId="0" sldId="368"/>
            <ac:spMk id="5" creationId="{00000000-0000-0000-0000-000000000000}"/>
          </ac:spMkLst>
        </pc:spChg>
        <pc:spChg chg="mod">
          <ac:chgData name="Mariana Rocha" userId="0a3173bd-d0ed-4c32-8e4c-b90c820606c5" providerId="ADAL" clId="{DCC3A51D-31E8-5BC6-970B-354B54D5302A}" dt="2025-11-26T15:40:19.758" v="986" actId="108"/>
          <ac:spMkLst>
            <pc:docMk/>
            <pc:sldMk cId="0" sldId="368"/>
            <ac:spMk id="9" creationId="{00000000-0000-0000-0000-000000000000}"/>
          </ac:spMkLst>
        </pc:spChg>
        <pc:spChg chg="add mod">
          <ac:chgData name="Mariana Rocha" userId="0a3173bd-d0ed-4c32-8e4c-b90c820606c5" providerId="ADAL" clId="{DCC3A51D-31E8-5BC6-970B-354B54D5302A}" dt="2025-11-26T15:40:44.392" v="992" actId="403"/>
          <ac:spMkLst>
            <pc:docMk/>
            <pc:sldMk cId="0" sldId="368"/>
            <ac:spMk id="12" creationId="{1D8DEE33-549B-903E-BB76-9DBE2D3BA531}"/>
          </ac:spMkLst>
        </pc:spChg>
        <pc:grpChg chg="del">
          <ac:chgData name="Mariana Rocha" userId="0a3173bd-d0ed-4c32-8e4c-b90c820606c5" providerId="ADAL" clId="{DCC3A51D-31E8-5BC6-970B-354B54D5302A}" dt="2025-11-26T15:40:36.183" v="988" actId="478"/>
          <ac:grpSpMkLst>
            <pc:docMk/>
            <pc:sldMk cId="0" sldId="368"/>
            <ac:grpSpMk id="4" creationId="{00000000-0000-0000-0000-000000000000}"/>
          </ac:grpSpMkLst>
        </pc:grpChg>
      </pc:sldChg>
      <pc:sldChg chg="addSp delSp modSp mod">
        <pc:chgData name="Mariana Rocha" userId="0a3173bd-d0ed-4c32-8e4c-b90c820606c5" providerId="ADAL" clId="{DCC3A51D-31E8-5BC6-970B-354B54D5302A}" dt="2025-11-26T15:41:43.333" v="1003" actId="20577"/>
        <pc:sldMkLst>
          <pc:docMk/>
          <pc:sldMk cId="0" sldId="369"/>
        </pc:sldMkLst>
        <pc:spChg chg="mod">
          <ac:chgData name="Mariana Rocha" userId="0a3173bd-d0ed-4c32-8e4c-b90c820606c5" providerId="ADAL" clId="{DCC3A51D-31E8-5BC6-970B-354B54D5302A}" dt="2025-11-26T15:40:57.738" v="994" actId="14100"/>
          <ac:spMkLst>
            <pc:docMk/>
            <pc:sldMk cId="0" sldId="369"/>
            <ac:spMk id="3" creationId="{00000000-0000-0000-0000-000000000000}"/>
          </ac:spMkLst>
        </pc:spChg>
        <pc:spChg chg="mod">
          <ac:chgData name="Mariana Rocha" userId="0a3173bd-d0ed-4c32-8e4c-b90c820606c5" providerId="ADAL" clId="{DCC3A51D-31E8-5BC6-970B-354B54D5302A}" dt="2025-11-26T15:41:43.333" v="1003" actId="20577"/>
          <ac:spMkLst>
            <pc:docMk/>
            <pc:sldMk cId="0" sldId="369"/>
            <ac:spMk id="4" creationId="{00000000-0000-0000-0000-000000000000}"/>
          </ac:spMkLst>
        </pc:spChg>
        <pc:spChg chg="del">
          <ac:chgData name="Mariana Rocha" userId="0a3173bd-d0ed-4c32-8e4c-b90c820606c5" providerId="ADAL" clId="{DCC3A51D-31E8-5BC6-970B-354B54D5302A}" dt="2025-11-26T15:41:34.876" v="998" actId="478"/>
          <ac:spMkLst>
            <pc:docMk/>
            <pc:sldMk cId="0" sldId="369"/>
            <ac:spMk id="5" creationId="{00000000-0000-0000-0000-000000000000}"/>
          </ac:spMkLst>
        </pc:spChg>
        <pc:spChg chg="del">
          <ac:chgData name="Mariana Rocha" userId="0a3173bd-d0ed-4c32-8e4c-b90c820606c5" providerId="ADAL" clId="{DCC3A51D-31E8-5BC6-970B-354B54D5302A}" dt="2025-11-26T15:41:32.323" v="997" actId="478"/>
          <ac:spMkLst>
            <pc:docMk/>
            <pc:sldMk cId="0" sldId="369"/>
            <ac:spMk id="6" creationId="{00000000-0000-0000-0000-000000000000}"/>
          </ac:spMkLst>
        </pc:spChg>
        <pc:spChg chg="add mod">
          <ac:chgData name="Mariana Rocha" userId="0a3173bd-d0ed-4c32-8e4c-b90c820606c5" providerId="ADAL" clId="{DCC3A51D-31E8-5BC6-970B-354B54D5302A}" dt="2025-11-26T15:41:42.102" v="1002" actId="1076"/>
          <ac:spMkLst>
            <pc:docMk/>
            <pc:sldMk cId="0" sldId="369"/>
            <ac:spMk id="12" creationId="{4D4C0891-BB4F-EE9E-618A-CF0D8008B86E}"/>
          </ac:spMkLst>
        </pc:spChg>
      </pc:sldChg>
      <pc:sldChg chg="addSp delSp modSp mod">
        <pc:chgData name="Mariana Rocha" userId="0a3173bd-d0ed-4c32-8e4c-b90c820606c5" providerId="ADAL" clId="{DCC3A51D-31E8-5BC6-970B-354B54D5302A}" dt="2025-11-26T15:42:36.120" v="1012" actId="1076"/>
        <pc:sldMkLst>
          <pc:docMk/>
          <pc:sldMk cId="0" sldId="370"/>
        </pc:sldMkLst>
        <pc:spChg chg="mod">
          <ac:chgData name="Mariana Rocha" userId="0a3173bd-d0ed-4c32-8e4c-b90c820606c5" providerId="ADAL" clId="{DCC3A51D-31E8-5BC6-970B-354B54D5302A}" dt="2025-11-26T15:41:54.914" v="1005" actId="14100"/>
          <ac:spMkLst>
            <pc:docMk/>
            <pc:sldMk cId="0" sldId="370"/>
            <ac:spMk id="3" creationId="{00000000-0000-0000-0000-000000000000}"/>
          </ac:spMkLst>
        </pc:spChg>
        <pc:spChg chg="mod">
          <ac:chgData name="Mariana Rocha" userId="0a3173bd-d0ed-4c32-8e4c-b90c820606c5" providerId="ADAL" clId="{DCC3A51D-31E8-5BC6-970B-354B54D5302A}" dt="2025-11-26T15:42:00.134" v="1006" actId="108"/>
          <ac:spMkLst>
            <pc:docMk/>
            <pc:sldMk cId="0" sldId="370"/>
            <ac:spMk id="4" creationId="{00000000-0000-0000-0000-000000000000}"/>
          </ac:spMkLst>
        </pc:spChg>
        <pc:spChg chg="del">
          <ac:chgData name="Mariana Rocha" userId="0a3173bd-d0ed-4c32-8e4c-b90c820606c5" providerId="ADAL" clId="{DCC3A51D-31E8-5BC6-970B-354B54D5302A}" dt="2025-11-26T15:42:28.431" v="1008" actId="478"/>
          <ac:spMkLst>
            <pc:docMk/>
            <pc:sldMk cId="0" sldId="370"/>
            <ac:spMk id="5" creationId="{00000000-0000-0000-0000-000000000000}"/>
          </ac:spMkLst>
        </pc:spChg>
        <pc:spChg chg="del">
          <ac:chgData name="Mariana Rocha" userId="0a3173bd-d0ed-4c32-8e4c-b90c820606c5" providerId="ADAL" clId="{DCC3A51D-31E8-5BC6-970B-354B54D5302A}" dt="2025-11-26T15:42:24.828" v="1007" actId="478"/>
          <ac:spMkLst>
            <pc:docMk/>
            <pc:sldMk cId="0" sldId="370"/>
            <ac:spMk id="6" creationId="{00000000-0000-0000-0000-000000000000}"/>
          </ac:spMkLst>
        </pc:spChg>
        <pc:spChg chg="add mod">
          <ac:chgData name="Mariana Rocha" userId="0a3173bd-d0ed-4c32-8e4c-b90c820606c5" providerId="ADAL" clId="{DCC3A51D-31E8-5BC6-970B-354B54D5302A}" dt="2025-11-26T15:42:36.120" v="1012" actId="1076"/>
          <ac:spMkLst>
            <pc:docMk/>
            <pc:sldMk cId="0" sldId="370"/>
            <ac:spMk id="9" creationId="{67E488ED-59A9-36B6-33BC-1311C48579B8}"/>
          </ac:spMkLst>
        </pc:spChg>
      </pc:sldChg>
      <pc:sldChg chg="addSp delSp modSp mod">
        <pc:chgData name="Mariana Rocha" userId="0a3173bd-d0ed-4c32-8e4c-b90c820606c5" providerId="ADAL" clId="{DCC3A51D-31E8-5BC6-970B-354B54D5302A}" dt="2025-11-26T15:43:25.912" v="1021" actId="1076"/>
        <pc:sldMkLst>
          <pc:docMk/>
          <pc:sldMk cId="0" sldId="371"/>
        </pc:sldMkLst>
        <pc:spChg chg="mod">
          <ac:chgData name="Mariana Rocha" userId="0a3173bd-d0ed-4c32-8e4c-b90c820606c5" providerId="ADAL" clId="{DCC3A51D-31E8-5BC6-970B-354B54D5302A}" dt="2025-11-26T15:42:42.470" v="1013" actId="108"/>
          <ac:spMkLst>
            <pc:docMk/>
            <pc:sldMk cId="0" sldId="371"/>
            <ac:spMk id="3" creationId="{00000000-0000-0000-0000-000000000000}"/>
          </ac:spMkLst>
        </pc:spChg>
        <pc:spChg chg="mod">
          <ac:chgData name="Mariana Rocha" userId="0a3173bd-d0ed-4c32-8e4c-b90c820606c5" providerId="ADAL" clId="{DCC3A51D-31E8-5BC6-970B-354B54D5302A}" dt="2025-11-26T15:43:25.912" v="1021" actId="1076"/>
          <ac:spMkLst>
            <pc:docMk/>
            <pc:sldMk cId="0" sldId="371"/>
            <ac:spMk id="4" creationId="{00000000-0000-0000-0000-000000000000}"/>
          </ac:spMkLst>
        </pc:spChg>
        <pc:spChg chg="del">
          <ac:chgData name="Mariana Rocha" userId="0a3173bd-d0ed-4c32-8e4c-b90c820606c5" providerId="ADAL" clId="{DCC3A51D-31E8-5BC6-970B-354B54D5302A}" dt="2025-11-26T15:43:07.590" v="1015" actId="478"/>
          <ac:spMkLst>
            <pc:docMk/>
            <pc:sldMk cId="0" sldId="371"/>
            <ac:spMk id="5" creationId="{00000000-0000-0000-0000-000000000000}"/>
          </ac:spMkLst>
        </pc:spChg>
        <pc:spChg chg="del">
          <ac:chgData name="Mariana Rocha" userId="0a3173bd-d0ed-4c32-8e4c-b90c820606c5" providerId="ADAL" clId="{DCC3A51D-31E8-5BC6-970B-354B54D5302A}" dt="2025-11-26T15:43:04.526" v="1014" actId="478"/>
          <ac:spMkLst>
            <pc:docMk/>
            <pc:sldMk cId="0" sldId="371"/>
            <ac:spMk id="6" creationId="{00000000-0000-0000-0000-000000000000}"/>
          </ac:spMkLst>
        </pc:spChg>
        <pc:spChg chg="add mod">
          <ac:chgData name="Mariana Rocha" userId="0a3173bd-d0ed-4c32-8e4c-b90c820606c5" providerId="ADAL" clId="{DCC3A51D-31E8-5BC6-970B-354B54D5302A}" dt="2025-11-26T15:43:19.055" v="1019" actId="1076"/>
          <ac:spMkLst>
            <pc:docMk/>
            <pc:sldMk cId="0" sldId="371"/>
            <ac:spMk id="11" creationId="{5EF8F6AC-25C0-A2FB-8CF0-80C497648D7E}"/>
          </ac:spMkLst>
        </pc:spChg>
      </pc:sldChg>
      <pc:sldChg chg="addSp delSp modSp mod">
        <pc:chgData name="Mariana Rocha" userId="0a3173bd-d0ed-4c32-8e4c-b90c820606c5" providerId="ADAL" clId="{DCC3A51D-31E8-5BC6-970B-354B54D5302A}" dt="2025-11-26T15:44:54.069" v="1038" actId="1076"/>
        <pc:sldMkLst>
          <pc:docMk/>
          <pc:sldMk cId="0" sldId="372"/>
        </pc:sldMkLst>
        <pc:spChg chg="mod">
          <ac:chgData name="Mariana Rocha" userId="0a3173bd-d0ed-4c32-8e4c-b90c820606c5" providerId="ADAL" clId="{DCC3A51D-31E8-5BC6-970B-354B54D5302A}" dt="2025-11-26T15:43:59.697" v="1025" actId="14100"/>
          <ac:spMkLst>
            <pc:docMk/>
            <pc:sldMk cId="0" sldId="372"/>
            <ac:spMk id="4" creationId="{00000000-0000-0000-0000-000000000000}"/>
          </ac:spMkLst>
        </pc:spChg>
        <pc:spChg chg="del">
          <ac:chgData name="Mariana Rocha" userId="0a3173bd-d0ed-4c32-8e4c-b90c820606c5" providerId="ADAL" clId="{DCC3A51D-31E8-5BC6-970B-354B54D5302A}" dt="2025-11-26T15:44:14.206" v="1026" actId="478"/>
          <ac:spMkLst>
            <pc:docMk/>
            <pc:sldMk cId="0" sldId="372"/>
            <ac:spMk id="5" creationId="{516E9535-6C70-094D-97A3-0A84101DC788}"/>
          </ac:spMkLst>
        </pc:spChg>
        <pc:spChg chg="add mod">
          <ac:chgData name="Mariana Rocha" userId="0a3173bd-d0ed-4c32-8e4c-b90c820606c5" providerId="ADAL" clId="{DCC3A51D-31E8-5BC6-970B-354B54D5302A}" dt="2025-11-26T15:44:54.069" v="1038" actId="1076"/>
          <ac:spMkLst>
            <pc:docMk/>
            <pc:sldMk cId="0" sldId="372"/>
            <ac:spMk id="6" creationId="{9D3E1D4F-4472-36F0-7649-27FAD9983E1C}"/>
          </ac:spMkLst>
        </pc:spChg>
        <pc:spChg chg="mod">
          <ac:chgData name="Mariana Rocha" userId="0a3173bd-d0ed-4c32-8e4c-b90c820606c5" providerId="ADAL" clId="{DCC3A51D-31E8-5BC6-970B-354B54D5302A}" dt="2025-11-26T15:43:42.779" v="1023" actId="108"/>
          <ac:spMkLst>
            <pc:docMk/>
            <pc:sldMk cId="0" sldId="372"/>
            <ac:spMk id="8" creationId="{35233A5A-1EB3-014C-A07A-79D401089037}"/>
          </ac:spMkLst>
        </pc:spChg>
      </pc:sldChg>
      <pc:sldChg chg="del">
        <pc:chgData name="Mariana Rocha" userId="0a3173bd-d0ed-4c32-8e4c-b90c820606c5" providerId="ADAL" clId="{DCC3A51D-31E8-5BC6-970B-354B54D5302A}" dt="2025-11-25T14:52:23.865" v="344" actId="2696"/>
        <pc:sldMkLst>
          <pc:docMk/>
          <pc:sldMk cId="3260611812" sldId="396"/>
        </pc:sldMkLst>
      </pc:sldChg>
      <pc:sldChg chg="del">
        <pc:chgData name="Mariana Rocha" userId="0a3173bd-d0ed-4c32-8e4c-b90c820606c5" providerId="ADAL" clId="{DCC3A51D-31E8-5BC6-970B-354B54D5302A}" dt="2025-11-25T14:52:23.889" v="345" actId="2696"/>
        <pc:sldMkLst>
          <pc:docMk/>
          <pc:sldMk cId="2777190112" sldId="397"/>
        </pc:sldMkLst>
      </pc:sldChg>
      <pc:sldChg chg="del">
        <pc:chgData name="Mariana Rocha" userId="0a3173bd-d0ed-4c32-8e4c-b90c820606c5" providerId="ADAL" clId="{DCC3A51D-31E8-5BC6-970B-354B54D5302A}" dt="2025-11-25T14:52:23.923" v="346" actId="2696"/>
        <pc:sldMkLst>
          <pc:docMk/>
          <pc:sldMk cId="1735130445" sldId="398"/>
        </pc:sldMkLst>
      </pc:sldChg>
      <pc:sldChg chg="del">
        <pc:chgData name="Mariana Rocha" userId="0a3173bd-d0ed-4c32-8e4c-b90c820606c5" providerId="ADAL" clId="{DCC3A51D-31E8-5BC6-970B-354B54D5302A}" dt="2025-11-26T14:45:28.918" v="432" actId="2696"/>
        <pc:sldMkLst>
          <pc:docMk/>
          <pc:sldMk cId="735759597" sldId="399"/>
        </pc:sldMkLst>
      </pc:sldChg>
      <pc:sldChg chg="del">
        <pc:chgData name="Mariana Rocha" userId="0a3173bd-d0ed-4c32-8e4c-b90c820606c5" providerId="ADAL" clId="{DCC3A51D-31E8-5BC6-970B-354B54D5302A}" dt="2025-11-26T14:45:28.915" v="431" actId="2696"/>
        <pc:sldMkLst>
          <pc:docMk/>
          <pc:sldMk cId="3246382307" sldId="400"/>
        </pc:sldMkLst>
      </pc:sldChg>
      <pc:sldChg chg="del">
        <pc:chgData name="Mariana Rocha" userId="0a3173bd-d0ed-4c32-8e4c-b90c820606c5" providerId="ADAL" clId="{DCC3A51D-31E8-5BC6-970B-354B54D5302A}" dt="2025-11-26T14:45:28.913" v="430" actId="2696"/>
        <pc:sldMkLst>
          <pc:docMk/>
          <pc:sldMk cId="1502888976" sldId="401"/>
        </pc:sldMkLst>
      </pc:sldChg>
      <pc:sldChg chg="del">
        <pc:chgData name="Mariana Rocha" userId="0a3173bd-d0ed-4c32-8e4c-b90c820606c5" providerId="ADAL" clId="{DCC3A51D-31E8-5BC6-970B-354B54D5302A}" dt="2025-11-26T15:12:17.122" v="684" actId="2696"/>
        <pc:sldMkLst>
          <pc:docMk/>
          <pc:sldMk cId="147495096" sldId="403"/>
        </pc:sldMkLst>
      </pc:sldChg>
      <pc:sldChg chg="del">
        <pc:chgData name="Mariana Rocha" userId="0a3173bd-d0ed-4c32-8e4c-b90c820606c5" providerId="ADAL" clId="{DCC3A51D-31E8-5BC6-970B-354B54D5302A}" dt="2025-11-26T15:12:17.777" v="685" actId="2696"/>
        <pc:sldMkLst>
          <pc:docMk/>
          <pc:sldMk cId="963886498" sldId="404"/>
        </pc:sldMkLst>
      </pc:sldChg>
      <pc:sldChg chg="del">
        <pc:chgData name="Mariana Rocha" userId="0a3173bd-d0ed-4c32-8e4c-b90c820606c5" providerId="ADAL" clId="{DCC3A51D-31E8-5BC6-970B-354B54D5302A}" dt="2025-11-26T15:12:22.311" v="686" actId="2696"/>
        <pc:sldMkLst>
          <pc:docMk/>
          <pc:sldMk cId="3554048572" sldId="405"/>
        </pc:sldMkLst>
      </pc:sldChg>
      <pc:sldChg chg="addSp delSp modSp mod">
        <pc:chgData name="Mariana Rocha" userId="0a3173bd-d0ed-4c32-8e4c-b90c820606c5" providerId="ADAL" clId="{DCC3A51D-31E8-5BC6-970B-354B54D5302A}" dt="2025-11-26T14:58:12.062" v="553" actId="20577"/>
        <pc:sldMkLst>
          <pc:docMk/>
          <pc:sldMk cId="2376711992" sldId="406"/>
        </pc:sldMkLst>
        <pc:spChg chg="del">
          <ac:chgData name="Mariana Rocha" userId="0a3173bd-d0ed-4c32-8e4c-b90c820606c5" providerId="ADAL" clId="{DCC3A51D-31E8-5BC6-970B-354B54D5302A}" dt="2025-11-26T14:57:59.241" v="547" actId="478"/>
          <ac:spMkLst>
            <pc:docMk/>
            <pc:sldMk cId="2376711992" sldId="406"/>
            <ac:spMk id="2" creationId="{00000000-0000-0000-0000-000000000000}"/>
          </ac:spMkLst>
        </pc:spChg>
        <pc:spChg chg="mod">
          <ac:chgData name="Mariana Rocha" userId="0a3173bd-d0ed-4c32-8e4c-b90c820606c5" providerId="ADAL" clId="{DCC3A51D-31E8-5BC6-970B-354B54D5302A}" dt="2025-11-26T14:57:30.787" v="544" actId="108"/>
          <ac:spMkLst>
            <pc:docMk/>
            <pc:sldMk cId="2376711992" sldId="406"/>
            <ac:spMk id="3" creationId="{00000000-0000-0000-0000-000000000000}"/>
          </ac:spMkLst>
        </pc:spChg>
        <pc:spChg chg="mod">
          <ac:chgData name="Mariana Rocha" userId="0a3173bd-d0ed-4c32-8e4c-b90c820606c5" providerId="ADAL" clId="{DCC3A51D-31E8-5BC6-970B-354B54D5302A}" dt="2025-11-26T14:57:39.960" v="545" actId="403"/>
          <ac:spMkLst>
            <pc:docMk/>
            <pc:sldMk cId="2376711992" sldId="406"/>
            <ac:spMk id="5" creationId="{F98D757D-DD51-314B-B0E4-2F03A0DAFE5D}"/>
          </ac:spMkLst>
        </pc:spChg>
        <pc:spChg chg="add mod">
          <ac:chgData name="Mariana Rocha" userId="0a3173bd-d0ed-4c32-8e4c-b90c820606c5" providerId="ADAL" clId="{DCC3A51D-31E8-5BC6-970B-354B54D5302A}" dt="2025-11-26T14:58:12.062" v="553" actId="20577"/>
          <ac:spMkLst>
            <pc:docMk/>
            <pc:sldMk cId="2376711992" sldId="406"/>
            <ac:spMk id="6" creationId="{1B2033F6-C12A-B39E-B9B9-28E25E9DF300}"/>
          </ac:spMkLst>
        </pc:spChg>
        <pc:spChg chg="del">
          <ac:chgData name="Mariana Rocha" userId="0a3173bd-d0ed-4c32-8e4c-b90c820606c5" providerId="ADAL" clId="{DCC3A51D-31E8-5BC6-970B-354B54D5302A}" dt="2025-11-26T14:57:57.405" v="546" actId="478"/>
          <ac:spMkLst>
            <pc:docMk/>
            <pc:sldMk cId="2376711992" sldId="406"/>
            <ac:spMk id="9" creationId="{B0A01CCF-582C-6741-9E45-37016053F817}"/>
          </ac:spMkLst>
        </pc:spChg>
      </pc:sldChg>
      <pc:sldChg chg="addSp delSp modSp mod">
        <pc:chgData name="Mariana Rocha" userId="0a3173bd-d0ed-4c32-8e4c-b90c820606c5" providerId="ADAL" clId="{DCC3A51D-31E8-5BC6-970B-354B54D5302A}" dt="2025-11-26T15:39:15.241" v="974" actId="14100"/>
        <pc:sldMkLst>
          <pc:docMk/>
          <pc:sldMk cId="2467497032" sldId="407"/>
        </pc:sldMkLst>
        <pc:spChg chg="add mod">
          <ac:chgData name="Mariana Rocha" userId="0a3173bd-d0ed-4c32-8e4c-b90c820606c5" providerId="ADAL" clId="{DCC3A51D-31E8-5BC6-970B-354B54D5302A}" dt="2025-11-26T15:39:15.241" v="974" actId="14100"/>
          <ac:spMkLst>
            <pc:docMk/>
            <pc:sldMk cId="2467497032" sldId="407"/>
            <ac:spMk id="3" creationId="{7B816292-5D48-88AE-05D1-86FD2DD8ACE6}"/>
          </ac:spMkLst>
        </pc:spChg>
        <pc:spChg chg="mod">
          <ac:chgData name="Mariana Rocha" userId="0a3173bd-d0ed-4c32-8e4c-b90c820606c5" providerId="ADAL" clId="{DCC3A51D-31E8-5BC6-970B-354B54D5302A}" dt="2025-11-26T15:38:38.362" v="967" actId="1076"/>
          <ac:spMkLst>
            <pc:docMk/>
            <pc:sldMk cId="2467497032" sldId="407"/>
            <ac:spMk id="4" creationId="{00000000-0000-0000-0000-000000000000}"/>
          </ac:spMkLst>
        </pc:spChg>
        <pc:spChg chg="mod">
          <ac:chgData name="Mariana Rocha" userId="0a3173bd-d0ed-4c32-8e4c-b90c820606c5" providerId="ADAL" clId="{DCC3A51D-31E8-5BC6-970B-354B54D5302A}" dt="2025-11-26T15:37:55.374" v="957" actId="1076"/>
          <ac:spMkLst>
            <pc:docMk/>
            <pc:sldMk cId="2467497032" sldId="407"/>
            <ac:spMk id="7" creationId="{10E9C82D-873F-D54F-A24C-A6CC60B10728}"/>
          </ac:spMkLst>
        </pc:spChg>
        <pc:spChg chg="del">
          <ac:chgData name="Mariana Rocha" userId="0a3173bd-d0ed-4c32-8e4c-b90c820606c5" providerId="ADAL" clId="{DCC3A51D-31E8-5BC6-970B-354B54D5302A}" dt="2025-11-26T15:38:14.241" v="959" actId="478"/>
          <ac:spMkLst>
            <pc:docMk/>
            <pc:sldMk cId="2467497032" sldId="407"/>
            <ac:spMk id="8" creationId="{D5FAA5FE-8ACF-264A-B2F0-C291B6594AFB}"/>
          </ac:spMkLst>
        </pc:spChg>
      </pc:sldChg>
      <pc:sldChg chg="modSp mod">
        <pc:chgData name="Mariana Rocha" userId="0a3173bd-d0ed-4c32-8e4c-b90c820606c5" providerId="ADAL" clId="{DCC3A51D-31E8-5BC6-970B-354B54D5302A}" dt="2025-11-26T15:43:34.199" v="1022" actId="108"/>
        <pc:sldMkLst>
          <pc:docMk/>
          <pc:sldMk cId="3465941699" sldId="408"/>
        </pc:sldMkLst>
        <pc:spChg chg="mod">
          <ac:chgData name="Mariana Rocha" userId="0a3173bd-d0ed-4c32-8e4c-b90c820606c5" providerId="ADAL" clId="{DCC3A51D-31E8-5BC6-970B-354B54D5302A}" dt="2025-11-26T15:43:34.199" v="1022" actId="108"/>
          <ac:spMkLst>
            <pc:docMk/>
            <pc:sldMk cId="3465941699" sldId="408"/>
            <ac:spMk id="3" creationId="{00000000-0000-0000-0000-000000000000}"/>
          </ac:spMkLst>
        </pc:spChg>
      </pc:sldChg>
      <pc:sldChg chg="addSp delSp modSp mod">
        <pc:chgData name="Mariana Rocha" userId="0a3173bd-d0ed-4c32-8e4c-b90c820606c5" providerId="ADAL" clId="{DCC3A51D-31E8-5BC6-970B-354B54D5302A}" dt="2025-11-26T15:02:44.429" v="565" actId="20577"/>
        <pc:sldMkLst>
          <pc:docMk/>
          <pc:sldMk cId="3763253011" sldId="409"/>
        </pc:sldMkLst>
        <pc:spChg chg="mod">
          <ac:chgData name="Mariana Rocha" userId="0a3173bd-d0ed-4c32-8e4c-b90c820606c5" providerId="ADAL" clId="{DCC3A51D-31E8-5BC6-970B-354B54D5302A}" dt="2025-11-26T15:02:44.429" v="565" actId="20577"/>
          <ac:spMkLst>
            <pc:docMk/>
            <pc:sldMk cId="3763253011" sldId="409"/>
            <ac:spMk id="3" creationId="{D28C29FE-5DF9-E720-D099-0098AAA94518}"/>
          </ac:spMkLst>
        </pc:spChg>
        <pc:spChg chg="del">
          <ac:chgData name="Mariana Rocha" userId="0a3173bd-d0ed-4c32-8e4c-b90c820606c5" providerId="ADAL" clId="{DCC3A51D-31E8-5BC6-970B-354B54D5302A}" dt="2025-11-26T14:58:47.312" v="555" actId="478"/>
          <ac:spMkLst>
            <pc:docMk/>
            <pc:sldMk cId="3763253011" sldId="409"/>
            <ac:spMk id="4" creationId="{DD2AC845-2626-54F7-2939-535BB1243C2F}"/>
          </ac:spMkLst>
        </pc:spChg>
        <pc:spChg chg="add mod">
          <ac:chgData name="Mariana Rocha" userId="0a3173bd-d0ed-4c32-8e4c-b90c820606c5" providerId="ADAL" clId="{DCC3A51D-31E8-5BC6-970B-354B54D5302A}" dt="2025-11-26T14:58:55.652" v="559" actId="1076"/>
          <ac:spMkLst>
            <pc:docMk/>
            <pc:sldMk cId="3763253011" sldId="409"/>
            <ac:spMk id="5" creationId="{9D759EEC-4A27-413C-C9C3-8520F1C58DAB}"/>
          </ac:spMkLst>
        </pc:spChg>
        <pc:picChg chg="mod">
          <ac:chgData name="Mariana Rocha" userId="0a3173bd-d0ed-4c32-8e4c-b90c820606c5" providerId="ADAL" clId="{DCC3A51D-31E8-5BC6-970B-354B54D5302A}" dt="2025-11-26T14:58:30.748" v="554" actId="14100"/>
          <ac:picMkLst>
            <pc:docMk/>
            <pc:sldMk cId="3763253011" sldId="409"/>
            <ac:picMk id="1026" creationId="{A0778692-F6CF-EE9F-4649-C20ABAB987FC}"/>
          </ac:picMkLst>
        </pc:picChg>
      </pc:sldChg>
      <pc:sldChg chg="modSp add mod">
        <pc:chgData name="Mariana Rocha" userId="0a3173bd-d0ed-4c32-8e4c-b90c820606c5" providerId="ADAL" clId="{DCC3A51D-31E8-5BC6-970B-354B54D5302A}" dt="2025-11-25T14:30:17.201" v="4" actId="20577"/>
        <pc:sldMkLst>
          <pc:docMk/>
          <pc:sldMk cId="0" sldId="420"/>
        </pc:sldMkLst>
        <pc:spChg chg="mod">
          <ac:chgData name="Mariana Rocha" userId="0a3173bd-d0ed-4c32-8e4c-b90c820606c5" providerId="ADAL" clId="{DCC3A51D-31E8-5BC6-970B-354B54D5302A}" dt="2025-11-25T14:30:17.201" v="4" actId="20577"/>
          <ac:spMkLst>
            <pc:docMk/>
            <pc:sldMk cId="0" sldId="420"/>
            <ac:spMk id="26" creationId="{2ABE34C9-C9F3-88B9-7DC7-48B60D3134CC}"/>
          </ac:spMkLst>
        </pc:spChg>
      </pc:sldChg>
      <pc:sldChg chg="addSp delSp modSp add mod">
        <pc:chgData name="Mariana Rocha" userId="0a3173bd-d0ed-4c32-8e4c-b90c820606c5" providerId="ADAL" clId="{DCC3A51D-31E8-5BC6-970B-354B54D5302A}" dt="2025-11-25T14:50:24.192" v="331" actId="1036"/>
        <pc:sldMkLst>
          <pc:docMk/>
          <pc:sldMk cId="3723716634" sldId="421"/>
        </pc:sldMkLst>
        <pc:spChg chg="del">
          <ac:chgData name="Mariana Rocha" userId="0a3173bd-d0ed-4c32-8e4c-b90c820606c5" providerId="ADAL" clId="{DCC3A51D-31E8-5BC6-970B-354B54D5302A}" dt="2025-11-25T14:50:17.180" v="324" actId="478"/>
          <ac:spMkLst>
            <pc:docMk/>
            <pc:sldMk cId="3723716634" sldId="421"/>
            <ac:spMk id="3" creationId="{E20E2484-612F-AE2F-E757-0E66B7FF9DD7}"/>
          </ac:spMkLst>
        </pc:spChg>
        <pc:spChg chg="add del mod">
          <ac:chgData name="Mariana Rocha" userId="0a3173bd-d0ed-4c32-8e4c-b90c820606c5" providerId="ADAL" clId="{DCC3A51D-31E8-5BC6-970B-354B54D5302A}" dt="2025-11-25T14:48:45.323" v="317" actId="478"/>
          <ac:spMkLst>
            <pc:docMk/>
            <pc:sldMk cId="3723716634" sldId="421"/>
            <ac:spMk id="4" creationId="{60978EFC-26B9-16C9-5482-834E4C167FAD}"/>
          </ac:spMkLst>
        </pc:spChg>
        <pc:spChg chg="mod">
          <ac:chgData name="Mariana Rocha" userId="0a3173bd-d0ed-4c32-8e4c-b90c820606c5" providerId="ADAL" clId="{DCC3A51D-31E8-5BC6-970B-354B54D5302A}" dt="2025-11-25T14:50:19.829" v="325" actId="1076"/>
          <ac:spMkLst>
            <pc:docMk/>
            <pc:sldMk cId="3723716634" sldId="421"/>
            <ac:spMk id="6" creationId="{C6256361-49D0-0F09-CA69-9E1984366E40}"/>
          </ac:spMkLst>
        </pc:spChg>
        <pc:spChg chg="del">
          <ac:chgData name="Mariana Rocha" userId="0a3173bd-d0ed-4c32-8e4c-b90c820606c5" providerId="ADAL" clId="{DCC3A51D-31E8-5BC6-970B-354B54D5302A}" dt="2025-11-25T14:41:45.481" v="299" actId="478"/>
          <ac:spMkLst>
            <pc:docMk/>
            <pc:sldMk cId="3723716634" sldId="421"/>
            <ac:spMk id="7" creationId="{E198A630-A889-C704-9F6C-EA735FF9FD09}"/>
          </ac:spMkLst>
        </pc:spChg>
        <pc:spChg chg="del">
          <ac:chgData name="Mariana Rocha" userId="0a3173bd-d0ed-4c32-8e4c-b90c820606c5" providerId="ADAL" clId="{DCC3A51D-31E8-5BC6-970B-354B54D5302A}" dt="2025-11-25T14:41:47.990" v="300" actId="478"/>
          <ac:spMkLst>
            <pc:docMk/>
            <pc:sldMk cId="3723716634" sldId="421"/>
            <ac:spMk id="9" creationId="{5569DC18-26A1-EBD1-0E55-A9F198C4811A}"/>
          </ac:spMkLst>
        </pc:spChg>
        <pc:picChg chg="add mod">
          <ac:chgData name="Mariana Rocha" userId="0a3173bd-d0ed-4c32-8e4c-b90c820606c5" providerId="ADAL" clId="{DCC3A51D-31E8-5BC6-970B-354B54D5302A}" dt="2025-11-25T14:50:24.192" v="331" actId="1036"/>
          <ac:picMkLst>
            <pc:docMk/>
            <pc:sldMk cId="3723716634" sldId="421"/>
            <ac:picMk id="8" creationId="{CC3BFBE0-AE6D-A80B-AE68-9944C43CB280}"/>
          </ac:picMkLst>
        </pc:picChg>
      </pc:sldChg>
      <pc:sldChg chg="add">
        <pc:chgData name="Mariana Rocha" userId="0a3173bd-d0ed-4c32-8e4c-b90c820606c5" providerId="ADAL" clId="{DCC3A51D-31E8-5BC6-970B-354B54D5302A}" dt="2025-11-25T14:48:28.291" v="316" actId="2890"/>
        <pc:sldMkLst>
          <pc:docMk/>
          <pc:sldMk cId="1699159742" sldId="422"/>
        </pc:sldMkLst>
      </pc:sldChg>
      <pc:sldChg chg="addSp modSp add mod">
        <pc:chgData name="Mariana Rocha" userId="0a3173bd-d0ed-4c32-8e4c-b90c820606c5" providerId="ADAL" clId="{DCC3A51D-31E8-5BC6-970B-354B54D5302A}" dt="2025-11-25T14:52:06.907" v="343" actId="1076"/>
        <pc:sldMkLst>
          <pc:docMk/>
          <pc:sldMk cId="692411000" sldId="423"/>
        </pc:sldMkLst>
        <pc:spChg chg="mod">
          <ac:chgData name="Mariana Rocha" userId="0a3173bd-d0ed-4c32-8e4c-b90c820606c5" providerId="ADAL" clId="{DCC3A51D-31E8-5BC6-970B-354B54D5302A}" dt="2025-11-25T14:51:36.467" v="333" actId="20577"/>
          <ac:spMkLst>
            <pc:docMk/>
            <pc:sldMk cId="692411000" sldId="423"/>
            <ac:spMk id="4" creationId="{1E837B97-3E1E-08FD-AD2E-5F2932AF562B}"/>
          </ac:spMkLst>
        </pc:spChg>
        <pc:spChg chg="add mod">
          <ac:chgData name="Mariana Rocha" userId="0a3173bd-d0ed-4c32-8e4c-b90c820606c5" providerId="ADAL" clId="{DCC3A51D-31E8-5BC6-970B-354B54D5302A}" dt="2025-11-25T14:52:06.907" v="343" actId="1076"/>
          <ac:spMkLst>
            <pc:docMk/>
            <pc:sldMk cId="692411000" sldId="423"/>
            <ac:spMk id="5" creationId="{60454291-E9CE-AC6B-A2E8-012577AF3EBB}"/>
          </ac:spMkLst>
        </pc:spChg>
      </pc:sldChg>
      <pc:sldChg chg="modSp add del mod ord">
        <pc:chgData name="Mariana Rocha" userId="0a3173bd-d0ed-4c32-8e4c-b90c820606c5" providerId="ADAL" clId="{DCC3A51D-31E8-5BC6-970B-354B54D5302A}" dt="2025-11-26T14:42:33.463" v="409" actId="2696"/>
        <pc:sldMkLst>
          <pc:docMk/>
          <pc:sldMk cId="2665819643" sldId="424"/>
        </pc:sldMkLst>
        <pc:spChg chg="mod">
          <ac:chgData name="Mariana Rocha" userId="0a3173bd-d0ed-4c32-8e4c-b90c820606c5" providerId="ADAL" clId="{DCC3A51D-31E8-5BC6-970B-354B54D5302A}" dt="2025-11-26T14:42:31.348" v="408" actId="20577"/>
          <ac:spMkLst>
            <pc:docMk/>
            <pc:sldMk cId="2665819643" sldId="424"/>
            <ac:spMk id="4" creationId="{4C1EB685-3FDE-C209-2F75-2A9F3B7FCBA7}"/>
          </ac:spMkLst>
        </pc:spChg>
      </pc:sldChg>
      <pc:sldChg chg="addSp delSp modSp add mod ord">
        <pc:chgData name="Mariana Rocha" userId="0a3173bd-d0ed-4c32-8e4c-b90c820606c5" providerId="ADAL" clId="{DCC3A51D-31E8-5BC6-970B-354B54D5302A}" dt="2025-11-26T14:43:45.026" v="427" actId="403"/>
        <pc:sldMkLst>
          <pc:docMk/>
          <pc:sldMk cId="2677662438" sldId="424"/>
        </pc:sldMkLst>
        <pc:spChg chg="del">
          <ac:chgData name="Mariana Rocha" userId="0a3173bd-d0ed-4c32-8e4c-b90c820606c5" providerId="ADAL" clId="{DCC3A51D-31E8-5BC6-970B-354B54D5302A}" dt="2025-11-26T14:43:00.248" v="412" actId="478"/>
          <ac:spMkLst>
            <pc:docMk/>
            <pc:sldMk cId="2677662438" sldId="424"/>
            <ac:spMk id="4" creationId="{31B6B3D0-3ADB-3044-A383-F4A23F32DBAA}"/>
          </ac:spMkLst>
        </pc:spChg>
        <pc:spChg chg="add mod">
          <ac:chgData name="Mariana Rocha" userId="0a3173bd-d0ed-4c32-8e4c-b90c820606c5" providerId="ADAL" clId="{DCC3A51D-31E8-5BC6-970B-354B54D5302A}" dt="2025-11-26T14:43:45.026" v="427" actId="403"/>
          <ac:spMkLst>
            <pc:docMk/>
            <pc:sldMk cId="2677662438" sldId="424"/>
            <ac:spMk id="5" creationId="{6246808C-3DF2-7D91-B1AB-F61B3A95CEFE}"/>
          </ac:spMkLst>
        </pc:spChg>
        <pc:spChg chg="add mod">
          <ac:chgData name="Mariana Rocha" userId="0a3173bd-d0ed-4c32-8e4c-b90c820606c5" providerId="ADAL" clId="{DCC3A51D-31E8-5BC6-970B-354B54D5302A}" dt="2025-11-26T14:43:40.976" v="425" actId="14100"/>
          <ac:spMkLst>
            <pc:docMk/>
            <pc:sldMk cId="2677662438" sldId="424"/>
            <ac:spMk id="8" creationId="{BA9AB155-0352-2FAB-7771-6CDEF1565CF0}"/>
          </ac:spMkLst>
        </pc:spChg>
      </pc:sldChg>
      <pc:sldChg chg="add ord">
        <pc:chgData name="Mariana Rocha" userId="0a3173bd-d0ed-4c32-8e4c-b90c820606c5" providerId="ADAL" clId="{DCC3A51D-31E8-5BC6-970B-354B54D5302A}" dt="2025-11-26T14:44:01.597" v="429" actId="20578"/>
        <pc:sldMkLst>
          <pc:docMk/>
          <pc:sldMk cId="1184979280" sldId="425"/>
        </pc:sldMkLst>
      </pc:sldChg>
      <pc:sldChg chg="addSp delSp modSp add mod ord">
        <pc:chgData name="Mariana Rocha" userId="0a3173bd-d0ed-4c32-8e4c-b90c820606c5" providerId="ADAL" clId="{DCC3A51D-31E8-5BC6-970B-354B54D5302A}" dt="2025-11-26T14:53:32.022" v="509" actId="14100"/>
        <pc:sldMkLst>
          <pc:docMk/>
          <pc:sldMk cId="3835017847" sldId="426"/>
        </pc:sldMkLst>
        <pc:spChg chg="add del mod">
          <ac:chgData name="Mariana Rocha" userId="0a3173bd-d0ed-4c32-8e4c-b90c820606c5" providerId="ADAL" clId="{DCC3A51D-31E8-5BC6-970B-354B54D5302A}" dt="2025-11-26T14:52:32.078" v="484" actId="478"/>
          <ac:spMkLst>
            <pc:docMk/>
            <pc:sldMk cId="3835017847" sldId="426"/>
            <ac:spMk id="4" creationId="{06F6D3D4-E4FD-55C0-4F3A-C4F9DC49116F}"/>
          </ac:spMkLst>
        </pc:spChg>
        <pc:spChg chg="del mod">
          <ac:chgData name="Mariana Rocha" userId="0a3173bd-d0ed-4c32-8e4c-b90c820606c5" providerId="ADAL" clId="{DCC3A51D-31E8-5BC6-970B-354B54D5302A}" dt="2025-11-26T14:52:30.170" v="483" actId="478"/>
          <ac:spMkLst>
            <pc:docMk/>
            <pc:sldMk cId="3835017847" sldId="426"/>
            <ac:spMk id="5" creationId="{69B1F0AC-9D61-D3CE-942C-3B7B9CED6CA7}"/>
          </ac:spMkLst>
        </pc:spChg>
        <pc:spChg chg="mod">
          <ac:chgData name="Mariana Rocha" userId="0a3173bd-d0ed-4c32-8e4c-b90c820606c5" providerId="ADAL" clId="{DCC3A51D-31E8-5BC6-970B-354B54D5302A}" dt="2025-11-26T14:53:26.167" v="503" actId="1076"/>
          <ac:spMkLst>
            <pc:docMk/>
            <pc:sldMk cId="3835017847" sldId="426"/>
            <ac:spMk id="6" creationId="{E0E386C4-7D2A-EA62-2150-DBCA87B53D8C}"/>
          </ac:spMkLst>
        </pc:spChg>
        <pc:spChg chg="del">
          <ac:chgData name="Mariana Rocha" userId="0a3173bd-d0ed-4c32-8e4c-b90c820606c5" providerId="ADAL" clId="{DCC3A51D-31E8-5BC6-970B-354B54D5302A}" dt="2025-11-26T14:52:03.801" v="478" actId="478"/>
          <ac:spMkLst>
            <pc:docMk/>
            <pc:sldMk cId="3835017847" sldId="426"/>
            <ac:spMk id="8" creationId="{4FD022B1-9F2F-DF81-B55F-4AE935029E0F}"/>
          </ac:spMkLst>
        </pc:spChg>
        <pc:spChg chg="add mod">
          <ac:chgData name="Mariana Rocha" userId="0a3173bd-d0ed-4c32-8e4c-b90c820606c5" providerId="ADAL" clId="{DCC3A51D-31E8-5BC6-970B-354B54D5302A}" dt="2025-11-26T14:53:32.022" v="509" actId="14100"/>
          <ac:spMkLst>
            <pc:docMk/>
            <pc:sldMk cId="3835017847" sldId="426"/>
            <ac:spMk id="9" creationId="{43988550-C85A-8DAC-B9F5-18EA5DBC1084}"/>
          </ac:spMkLst>
        </pc:spChg>
        <pc:picChg chg="add mod">
          <ac:chgData name="Mariana Rocha" userId="0a3173bd-d0ed-4c32-8e4c-b90c820606c5" providerId="ADAL" clId="{DCC3A51D-31E8-5BC6-970B-354B54D5302A}" dt="2025-11-26T14:53:29.029" v="508" actId="1035"/>
          <ac:picMkLst>
            <pc:docMk/>
            <pc:sldMk cId="3835017847" sldId="426"/>
            <ac:picMk id="1026" creationId="{570C6863-02BA-4630-6F14-C1584C485161}"/>
          </ac:picMkLst>
        </pc:picChg>
      </pc:sldChg>
      <pc:sldChg chg="add">
        <pc:chgData name="Mariana Rocha" userId="0a3173bd-d0ed-4c32-8e4c-b90c820606c5" providerId="ADAL" clId="{DCC3A51D-31E8-5BC6-970B-354B54D5302A}" dt="2025-11-26T14:52:26.001" v="482" actId="2890"/>
        <pc:sldMkLst>
          <pc:docMk/>
          <pc:sldMk cId="73243180" sldId="427"/>
        </pc:sldMkLst>
      </pc:sldChg>
      <pc:sldChg chg="add del">
        <pc:chgData name="Mariana Rocha" userId="0a3173bd-d0ed-4c32-8e4c-b90c820606c5" providerId="ADAL" clId="{DCC3A51D-31E8-5BC6-970B-354B54D5302A}" dt="2025-11-26T15:12:44.190" v="688" actId="2696"/>
        <pc:sldMkLst>
          <pc:docMk/>
          <pc:sldMk cId="304376279" sldId="428"/>
        </pc:sldMkLst>
      </pc:sldChg>
      <pc:sldChg chg="addSp delSp modSp add mod">
        <pc:chgData name="Mariana Rocha" userId="0a3173bd-d0ed-4c32-8e4c-b90c820606c5" providerId="ADAL" clId="{DCC3A51D-31E8-5BC6-970B-354B54D5302A}" dt="2025-11-26T15:14:33.002" v="707" actId="1076"/>
        <pc:sldMkLst>
          <pc:docMk/>
          <pc:sldMk cId="1662863597" sldId="428"/>
        </pc:sldMkLst>
        <pc:spChg chg="mod">
          <ac:chgData name="Mariana Rocha" userId="0a3173bd-d0ed-4c32-8e4c-b90c820606c5" providerId="ADAL" clId="{DCC3A51D-31E8-5BC6-970B-354B54D5302A}" dt="2025-11-26T15:14:27.751" v="705" actId="1076"/>
          <ac:spMkLst>
            <pc:docMk/>
            <pc:sldMk cId="1662863597" sldId="428"/>
            <ac:spMk id="3" creationId="{241FC1F2-A30C-988C-6E56-96377AD415AA}"/>
          </ac:spMkLst>
        </pc:spChg>
        <pc:spChg chg="del">
          <ac:chgData name="Mariana Rocha" userId="0a3173bd-d0ed-4c32-8e4c-b90c820606c5" providerId="ADAL" clId="{DCC3A51D-31E8-5BC6-970B-354B54D5302A}" dt="2025-11-26T15:13:10.902" v="690" actId="478"/>
          <ac:spMkLst>
            <pc:docMk/>
            <pc:sldMk cId="1662863597" sldId="428"/>
            <ac:spMk id="5" creationId="{1856E798-4FBC-63FA-CE64-71A1CF83374E}"/>
          </ac:spMkLst>
        </pc:spChg>
        <pc:spChg chg="del">
          <ac:chgData name="Mariana Rocha" userId="0a3173bd-d0ed-4c32-8e4c-b90c820606c5" providerId="ADAL" clId="{DCC3A51D-31E8-5BC6-970B-354B54D5302A}" dt="2025-11-26T15:13:13.741" v="691" actId="478"/>
          <ac:spMkLst>
            <pc:docMk/>
            <pc:sldMk cId="1662863597" sldId="428"/>
            <ac:spMk id="6" creationId="{7E31A228-B2AE-47AC-256D-CD4DC818D7B3}"/>
          </ac:spMkLst>
        </pc:spChg>
        <pc:picChg chg="add mod">
          <ac:chgData name="Mariana Rocha" userId="0a3173bd-d0ed-4c32-8e4c-b90c820606c5" providerId="ADAL" clId="{DCC3A51D-31E8-5BC6-970B-354B54D5302A}" dt="2025-11-26T15:14:33.002" v="707" actId="1076"/>
          <ac:picMkLst>
            <pc:docMk/>
            <pc:sldMk cId="1662863597" sldId="428"/>
            <ac:picMk id="4" creationId="{7BC88AFE-66B0-4B56-3BB0-7F8E4932B799}"/>
          </ac:picMkLst>
        </pc:picChg>
      </pc:sldChg>
      <pc:sldChg chg="addSp delSp modSp add mod">
        <pc:chgData name="Mariana Rocha" userId="0a3173bd-d0ed-4c32-8e4c-b90c820606c5" providerId="ADAL" clId="{DCC3A51D-31E8-5BC6-970B-354B54D5302A}" dt="2025-11-26T15:22:40.217" v="731" actId="403"/>
        <pc:sldMkLst>
          <pc:docMk/>
          <pc:sldMk cId="3501286434" sldId="429"/>
        </pc:sldMkLst>
        <pc:spChg chg="del">
          <ac:chgData name="Mariana Rocha" userId="0a3173bd-d0ed-4c32-8e4c-b90c820606c5" providerId="ADAL" clId="{DCC3A51D-31E8-5BC6-970B-354B54D5302A}" dt="2025-11-26T15:21:26.869" v="709" actId="478"/>
          <ac:spMkLst>
            <pc:docMk/>
            <pc:sldMk cId="3501286434" sldId="429"/>
            <ac:spMk id="3" creationId="{CCB6B00D-2045-DD91-D800-084AC44923B6}"/>
          </ac:spMkLst>
        </pc:spChg>
        <pc:spChg chg="add del mod">
          <ac:chgData name="Mariana Rocha" userId="0a3173bd-d0ed-4c32-8e4c-b90c820606c5" providerId="ADAL" clId="{DCC3A51D-31E8-5BC6-970B-354B54D5302A}" dt="2025-11-26T15:21:28.202" v="710" actId="478"/>
          <ac:spMkLst>
            <pc:docMk/>
            <pc:sldMk cId="3501286434" sldId="429"/>
            <ac:spMk id="4" creationId="{6B1283B6-896C-BAE8-A7D3-27147BA54205}"/>
          </ac:spMkLst>
        </pc:spChg>
        <pc:spChg chg="mod">
          <ac:chgData name="Mariana Rocha" userId="0a3173bd-d0ed-4c32-8e4c-b90c820606c5" providerId="ADAL" clId="{DCC3A51D-31E8-5BC6-970B-354B54D5302A}" dt="2025-11-26T15:22:08.900" v="724" actId="1076"/>
          <ac:spMkLst>
            <pc:docMk/>
            <pc:sldMk cId="3501286434" sldId="429"/>
            <ac:spMk id="5" creationId="{13205BBA-ED73-BE40-B0A8-8CB4B56282E2}"/>
          </ac:spMkLst>
        </pc:spChg>
        <pc:spChg chg="del">
          <ac:chgData name="Mariana Rocha" userId="0a3173bd-d0ed-4c32-8e4c-b90c820606c5" providerId="ADAL" clId="{DCC3A51D-31E8-5BC6-970B-354B54D5302A}" dt="2025-11-26T15:22:11.026" v="725" actId="478"/>
          <ac:spMkLst>
            <pc:docMk/>
            <pc:sldMk cId="3501286434" sldId="429"/>
            <ac:spMk id="6" creationId="{7319F7C5-947E-1183-E69F-AB8E73FAB3C3}"/>
          </ac:spMkLst>
        </pc:spChg>
        <pc:spChg chg="add mod">
          <ac:chgData name="Mariana Rocha" userId="0a3173bd-d0ed-4c32-8e4c-b90c820606c5" providerId="ADAL" clId="{DCC3A51D-31E8-5BC6-970B-354B54D5302A}" dt="2025-11-26T15:21:32.873" v="711"/>
          <ac:spMkLst>
            <pc:docMk/>
            <pc:sldMk cId="3501286434" sldId="429"/>
            <ac:spMk id="7" creationId="{429F2E27-C703-74C1-5F2E-2D54A6FCF076}"/>
          </ac:spMkLst>
        </pc:spChg>
        <pc:spChg chg="add mod">
          <ac:chgData name="Mariana Rocha" userId="0a3173bd-d0ed-4c32-8e4c-b90c820606c5" providerId="ADAL" clId="{DCC3A51D-31E8-5BC6-970B-354B54D5302A}" dt="2025-11-26T15:22:40.217" v="731" actId="403"/>
          <ac:spMkLst>
            <pc:docMk/>
            <pc:sldMk cId="3501286434" sldId="429"/>
            <ac:spMk id="9" creationId="{9FDB174F-58EA-6ED5-2E8B-7DE2D197FAD9}"/>
          </ac:spMkLst>
        </pc:spChg>
      </pc:sldChg>
      <pc:sldChg chg="addSp delSp modSp add mod">
        <pc:chgData name="Mariana Rocha" userId="0a3173bd-d0ed-4c32-8e4c-b90c820606c5" providerId="ADAL" clId="{DCC3A51D-31E8-5BC6-970B-354B54D5302A}" dt="2025-11-26T15:24:04.606" v="765" actId="1076"/>
        <pc:sldMkLst>
          <pc:docMk/>
          <pc:sldMk cId="1103869505" sldId="430"/>
        </pc:sldMkLst>
        <pc:spChg chg="add mod">
          <ac:chgData name="Mariana Rocha" userId="0a3173bd-d0ed-4c32-8e4c-b90c820606c5" providerId="ADAL" clId="{DCC3A51D-31E8-5BC6-970B-354B54D5302A}" dt="2025-11-26T15:24:04.606" v="765" actId="1076"/>
          <ac:spMkLst>
            <pc:docMk/>
            <pc:sldMk cId="1103869505" sldId="430"/>
            <ac:spMk id="3" creationId="{B9867EF0-4E11-47B0-9914-6D85BA660AD6}"/>
          </ac:spMkLst>
        </pc:spChg>
        <pc:spChg chg="mod">
          <ac:chgData name="Mariana Rocha" userId="0a3173bd-d0ed-4c32-8e4c-b90c820606c5" providerId="ADAL" clId="{DCC3A51D-31E8-5BC6-970B-354B54D5302A}" dt="2025-11-26T15:23:30.904" v="758" actId="20577"/>
          <ac:spMkLst>
            <pc:docMk/>
            <pc:sldMk cId="1103869505" sldId="430"/>
            <ac:spMk id="5" creationId="{755179D3-8D1A-4527-16C8-BDC4F0613697}"/>
          </ac:spMkLst>
        </pc:spChg>
        <pc:spChg chg="del">
          <ac:chgData name="Mariana Rocha" userId="0a3173bd-d0ed-4c32-8e4c-b90c820606c5" providerId="ADAL" clId="{DCC3A51D-31E8-5BC6-970B-354B54D5302A}" dt="2025-11-26T15:23:51.318" v="759" actId="478"/>
          <ac:spMkLst>
            <pc:docMk/>
            <pc:sldMk cId="1103869505" sldId="430"/>
            <ac:spMk id="9" creationId="{53DF2E74-7A43-30E9-56D4-ED0F61772662}"/>
          </ac:spMkLst>
        </pc:spChg>
      </pc:sldChg>
      <pc:sldChg chg="addSp delSp modSp add mod">
        <pc:chgData name="Mariana Rocha" userId="0a3173bd-d0ed-4c32-8e4c-b90c820606c5" providerId="ADAL" clId="{DCC3A51D-31E8-5BC6-970B-354B54D5302A}" dt="2025-11-26T15:26:13.256" v="800" actId="1076"/>
        <pc:sldMkLst>
          <pc:docMk/>
          <pc:sldMk cId="426493568" sldId="431"/>
        </pc:sldMkLst>
        <pc:spChg chg="del">
          <ac:chgData name="Mariana Rocha" userId="0a3173bd-d0ed-4c32-8e4c-b90c820606c5" providerId="ADAL" clId="{DCC3A51D-31E8-5BC6-970B-354B54D5302A}" dt="2025-11-26T15:25:06.131" v="775" actId="478"/>
          <ac:spMkLst>
            <pc:docMk/>
            <pc:sldMk cId="426493568" sldId="431"/>
            <ac:spMk id="3" creationId="{846867CB-F4CB-3BE2-BB1B-EEE772BD991D}"/>
          </ac:spMkLst>
        </pc:spChg>
        <pc:spChg chg="add mod">
          <ac:chgData name="Mariana Rocha" userId="0a3173bd-d0ed-4c32-8e4c-b90c820606c5" providerId="ADAL" clId="{DCC3A51D-31E8-5BC6-970B-354B54D5302A}" dt="2025-11-26T15:26:04.043" v="798" actId="113"/>
          <ac:spMkLst>
            <pc:docMk/>
            <pc:sldMk cId="426493568" sldId="431"/>
            <ac:spMk id="4" creationId="{36EEAD14-9052-3C11-9706-F29E227F7AAB}"/>
          </ac:spMkLst>
        </pc:spChg>
        <pc:spChg chg="mod">
          <ac:chgData name="Mariana Rocha" userId="0a3173bd-d0ed-4c32-8e4c-b90c820606c5" providerId="ADAL" clId="{DCC3A51D-31E8-5BC6-970B-354B54D5302A}" dt="2025-11-26T15:26:13.256" v="800" actId="1076"/>
          <ac:spMkLst>
            <pc:docMk/>
            <pc:sldMk cId="426493568" sldId="431"/>
            <ac:spMk id="5" creationId="{EDA990AE-E466-594D-D9FF-A8635967DB86}"/>
          </ac:spMkLst>
        </pc:spChg>
      </pc:sldChg>
      <pc:sldChg chg="addSp delSp modSp add mod ord">
        <pc:chgData name="Mariana Rocha" userId="0a3173bd-d0ed-4c32-8e4c-b90c820606c5" providerId="ADAL" clId="{DCC3A51D-31E8-5BC6-970B-354B54D5302A}" dt="2025-11-26T15:29:27.849" v="862" actId="20578"/>
        <pc:sldMkLst>
          <pc:docMk/>
          <pc:sldMk cId="394509876" sldId="432"/>
        </pc:sldMkLst>
        <pc:spChg chg="del">
          <ac:chgData name="Mariana Rocha" userId="0a3173bd-d0ed-4c32-8e4c-b90c820606c5" providerId="ADAL" clId="{DCC3A51D-31E8-5BC6-970B-354B54D5302A}" dt="2025-11-26T15:27:37.752" v="804" actId="478"/>
          <ac:spMkLst>
            <pc:docMk/>
            <pc:sldMk cId="394509876" sldId="432"/>
            <ac:spMk id="4" creationId="{37CE0F6B-6077-E0A5-9A97-41FA8BBDB168}"/>
          </ac:spMkLst>
        </pc:spChg>
        <pc:spChg chg="del">
          <ac:chgData name="Mariana Rocha" userId="0a3173bd-d0ed-4c32-8e4c-b90c820606c5" providerId="ADAL" clId="{DCC3A51D-31E8-5BC6-970B-354B54D5302A}" dt="2025-11-26T15:27:39.958" v="805" actId="478"/>
          <ac:spMkLst>
            <pc:docMk/>
            <pc:sldMk cId="394509876" sldId="432"/>
            <ac:spMk id="5" creationId="{06639391-4F1D-A44E-D369-79F69AF5C88D}"/>
          </ac:spMkLst>
        </pc:spChg>
        <pc:spChg chg="mod">
          <ac:chgData name="Mariana Rocha" userId="0a3173bd-d0ed-4c32-8e4c-b90c820606c5" providerId="ADAL" clId="{DCC3A51D-31E8-5BC6-970B-354B54D5302A}" dt="2025-11-26T15:29:14.450" v="855" actId="1036"/>
          <ac:spMkLst>
            <pc:docMk/>
            <pc:sldMk cId="394509876" sldId="432"/>
            <ac:spMk id="7" creationId="{7CF955A6-138F-1244-2C67-A58835F7DA76}"/>
          </ac:spMkLst>
        </pc:spChg>
        <pc:spChg chg="add mod">
          <ac:chgData name="Mariana Rocha" userId="0a3173bd-d0ed-4c32-8e4c-b90c820606c5" providerId="ADAL" clId="{DCC3A51D-31E8-5BC6-970B-354B54D5302A}" dt="2025-11-26T15:29:17.575" v="860" actId="1035"/>
          <ac:spMkLst>
            <pc:docMk/>
            <pc:sldMk cId="394509876" sldId="432"/>
            <ac:spMk id="8" creationId="{CEE72057-2FE7-88BD-FCD8-98B8773D6951}"/>
          </ac:spMkLst>
        </pc:spChg>
        <pc:picChg chg="add mod">
          <ac:chgData name="Mariana Rocha" userId="0a3173bd-d0ed-4c32-8e4c-b90c820606c5" providerId="ADAL" clId="{DCC3A51D-31E8-5BC6-970B-354B54D5302A}" dt="2025-11-26T15:28:33.117" v="818" actId="1076"/>
          <ac:picMkLst>
            <pc:docMk/>
            <pc:sldMk cId="394509876" sldId="432"/>
            <ac:picMk id="3" creationId="{787F20F2-5115-F13B-1A86-2111F5B2E8A4}"/>
          </ac:picMkLst>
        </pc:picChg>
      </pc:sldChg>
      <pc:sldChg chg="addSp delSp modSp add mod">
        <pc:chgData name="Mariana Rocha" userId="0a3173bd-d0ed-4c32-8e4c-b90c820606c5" providerId="ADAL" clId="{DCC3A51D-31E8-5BC6-970B-354B54D5302A}" dt="2025-11-26T15:31:55.805" v="895"/>
        <pc:sldMkLst>
          <pc:docMk/>
          <pc:sldMk cId="312160357" sldId="433"/>
        </pc:sldMkLst>
        <pc:spChg chg="add mod">
          <ac:chgData name="Mariana Rocha" userId="0a3173bd-d0ed-4c32-8e4c-b90c820606c5" providerId="ADAL" clId="{DCC3A51D-31E8-5BC6-970B-354B54D5302A}" dt="2025-11-26T15:30:54.186" v="881" actId="14100"/>
          <ac:spMkLst>
            <pc:docMk/>
            <pc:sldMk cId="312160357" sldId="433"/>
            <ac:spMk id="3" creationId="{7F5334FD-3589-6A50-4FB9-D8BA226E9108}"/>
          </ac:spMkLst>
        </pc:spChg>
        <pc:spChg chg="del">
          <ac:chgData name="Mariana Rocha" userId="0a3173bd-d0ed-4c32-8e4c-b90c820606c5" providerId="ADAL" clId="{DCC3A51D-31E8-5BC6-970B-354B54D5302A}" dt="2025-11-26T15:30:04.489" v="874" actId="478"/>
          <ac:spMkLst>
            <pc:docMk/>
            <pc:sldMk cId="312160357" sldId="433"/>
            <ac:spMk id="4" creationId="{600E49EE-0234-411A-C9D8-44F9AD443D56}"/>
          </ac:spMkLst>
        </pc:spChg>
        <pc:spChg chg="mod">
          <ac:chgData name="Mariana Rocha" userId="0a3173bd-d0ed-4c32-8e4c-b90c820606c5" providerId="ADAL" clId="{DCC3A51D-31E8-5BC6-970B-354B54D5302A}" dt="2025-11-26T15:31:01.408" v="884" actId="403"/>
          <ac:spMkLst>
            <pc:docMk/>
            <pc:sldMk cId="312160357" sldId="433"/>
            <ac:spMk id="5" creationId="{3EC07EA2-FB69-A3B5-CEF8-1B0C567F2CB6}"/>
          </ac:spMkLst>
        </pc:spChg>
        <pc:spChg chg="del">
          <ac:chgData name="Mariana Rocha" userId="0a3173bd-d0ed-4c32-8e4c-b90c820606c5" providerId="ADAL" clId="{DCC3A51D-31E8-5BC6-970B-354B54D5302A}" dt="2025-11-26T15:31:53.797" v="893" actId="478"/>
          <ac:spMkLst>
            <pc:docMk/>
            <pc:sldMk cId="312160357" sldId="433"/>
            <ac:spMk id="7" creationId="{E4FC0602-59CA-F822-5DFE-790BEE435203}"/>
          </ac:spMkLst>
        </pc:spChg>
        <pc:spChg chg="add del mod">
          <ac:chgData name="Mariana Rocha" userId="0a3173bd-d0ed-4c32-8e4c-b90c820606c5" providerId="ADAL" clId="{DCC3A51D-31E8-5BC6-970B-354B54D5302A}" dt="2025-11-26T15:31:55.304" v="894" actId="478"/>
          <ac:spMkLst>
            <pc:docMk/>
            <pc:sldMk cId="312160357" sldId="433"/>
            <ac:spMk id="8" creationId="{9EC927DF-A0D1-080C-7057-45E205EAEA19}"/>
          </ac:spMkLst>
        </pc:spChg>
        <pc:spChg chg="add mod">
          <ac:chgData name="Mariana Rocha" userId="0a3173bd-d0ed-4c32-8e4c-b90c820606c5" providerId="ADAL" clId="{DCC3A51D-31E8-5BC6-970B-354B54D5302A}" dt="2025-11-26T15:31:55.805" v="895"/>
          <ac:spMkLst>
            <pc:docMk/>
            <pc:sldMk cId="312160357" sldId="433"/>
            <ac:spMk id="9" creationId="{EA7582C7-6EFE-2D35-0970-D3C173AF938A}"/>
          </ac:spMkLst>
        </pc:spChg>
      </pc:sldChg>
      <pc:sldChg chg="add del">
        <pc:chgData name="Mariana Rocha" userId="0a3173bd-d0ed-4c32-8e4c-b90c820606c5" providerId="ADAL" clId="{DCC3A51D-31E8-5BC6-970B-354B54D5302A}" dt="2025-11-26T15:32:03.841" v="899" actId="2696"/>
        <pc:sldMkLst>
          <pc:docMk/>
          <pc:sldMk cId="3197913769" sldId="434"/>
        </pc:sldMkLst>
      </pc:sldChg>
      <pc:sldChg chg="addSp delSp modSp add mod">
        <pc:chgData name="Mariana Rocha" userId="0a3173bd-d0ed-4c32-8e4c-b90c820606c5" providerId="ADAL" clId="{DCC3A51D-31E8-5BC6-970B-354B54D5302A}" dt="2025-11-26T15:32:01.583" v="898"/>
        <pc:sldMkLst>
          <pc:docMk/>
          <pc:sldMk cId="935161979" sldId="435"/>
        </pc:sldMkLst>
        <pc:spChg chg="del">
          <ac:chgData name="Mariana Rocha" userId="0a3173bd-d0ed-4c32-8e4c-b90c820606c5" providerId="ADAL" clId="{DCC3A51D-31E8-5BC6-970B-354B54D5302A}" dt="2025-11-26T15:31:35.229" v="889" actId="478"/>
          <ac:spMkLst>
            <pc:docMk/>
            <pc:sldMk cId="935161979" sldId="435"/>
            <ac:spMk id="3" creationId="{7F72B37A-79BE-505A-7810-E9154F90C04D}"/>
          </ac:spMkLst>
        </pc:spChg>
        <pc:spChg chg="add mod">
          <ac:chgData name="Mariana Rocha" userId="0a3173bd-d0ed-4c32-8e4c-b90c820606c5" providerId="ADAL" clId="{DCC3A51D-31E8-5BC6-970B-354B54D5302A}" dt="2025-11-26T15:31:40.580" v="892" actId="1076"/>
          <ac:spMkLst>
            <pc:docMk/>
            <pc:sldMk cId="935161979" sldId="435"/>
            <ac:spMk id="4" creationId="{99A1F3FD-D032-0416-AF62-A72B1910FFDF}"/>
          </ac:spMkLst>
        </pc:spChg>
        <pc:spChg chg="mod">
          <ac:chgData name="Mariana Rocha" userId="0a3173bd-d0ed-4c32-8e4c-b90c820606c5" providerId="ADAL" clId="{DCC3A51D-31E8-5BC6-970B-354B54D5302A}" dt="2025-11-26T15:31:19.003" v="888"/>
          <ac:spMkLst>
            <pc:docMk/>
            <pc:sldMk cId="935161979" sldId="435"/>
            <ac:spMk id="5" creationId="{901B2424-7502-2D82-4726-87FD034D5A7E}"/>
          </ac:spMkLst>
        </pc:spChg>
        <pc:spChg chg="del">
          <ac:chgData name="Mariana Rocha" userId="0a3173bd-d0ed-4c32-8e4c-b90c820606c5" providerId="ADAL" clId="{DCC3A51D-31E8-5BC6-970B-354B54D5302A}" dt="2025-11-26T15:31:58.696" v="896" actId="478"/>
          <ac:spMkLst>
            <pc:docMk/>
            <pc:sldMk cId="935161979" sldId="435"/>
            <ac:spMk id="7" creationId="{204870DA-FBFA-C3CB-907C-3B7C10AAA316}"/>
          </ac:spMkLst>
        </pc:spChg>
        <pc:spChg chg="add del mod">
          <ac:chgData name="Mariana Rocha" userId="0a3173bd-d0ed-4c32-8e4c-b90c820606c5" providerId="ADAL" clId="{DCC3A51D-31E8-5BC6-970B-354B54D5302A}" dt="2025-11-26T15:32:01.122" v="897" actId="478"/>
          <ac:spMkLst>
            <pc:docMk/>
            <pc:sldMk cId="935161979" sldId="435"/>
            <ac:spMk id="8" creationId="{3F70FC88-242D-035D-08C7-1373349BA45E}"/>
          </ac:spMkLst>
        </pc:spChg>
        <pc:spChg chg="add mod">
          <ac:chgData name="Mariana Rocha" userId="0a3173bd-d0ed-4c32-8e4c-b90c820606c5" providerId="ADAL" clId="{DCC3A51D-31E8-5BC6-970B-354B54D5302A}" dt="2025-11-26T15:32:01.583" v="898"/>
          <ac:spMkLst>
            <pc:docMk/>
            <pc:sldMk cId="935161979" sldId="435"/>
            <ac:spMk id="9" creationId="{869F22A6-CA16-B579-7E71-507CB744FC9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317E-4B72-DDFC-3395-0AFCCE2FD98E}"/>
              </a:ext>
            </a:extLst>
          </p:cNvPr>
          <p:cNvSpPr>
            <a:spLocks noGrp="1"/>
          </p:cNvSpPr>
          <p:nvPr>
            <p:ph type="ctrTitle"/>
          </p:nvPr>
        </p:nvSpPr>
        <p:spPr>
          <a:xfrm>
            <a:off x="1336675" y="1236678"/>
            <a:ext cx="8020050" cy="2630781"/>
          </a:xfrm>
        </p:spPr>
        <p:txBody>
          <a:bodyPr anchor="b"/>
          <a:lstStyle>
            <a:lvl1pPr algn="ctr">
              <a:defRPr sz="5259"/>
            </a:lvl1pPr>
          </a:lstStyle>
          <a:p>
            <a:r>
              <a:rPr lang="en-GB"/>
              <a:t>Click to edit Master title style</a:t>
            </a:r>
          </a:p>
        </p:txBody>
      </p:sp>
      <p:sp>
        <p:nvSpPr>
          <p:cNvPr id="3" name="Subtitle 2">
            <a:extLst>
              <a:ext uri="{FF2B5EF4-FFF2-40B4-BE49-F238E27FC236}">
                <a16:creationId xmlns:a16="http://schemas.microsoft.com/office/drawing/2014/main" id="{7DC926A8-BE5E-DB34-24F4-F8937FEFA617}"/>
              </a:ext>
            </a:extLst>
          </p:cNvPr>
          <p:cNvSpPr>
            <a:spLocks noGrp="1"/>
          </p:cNvSpPr>
          <p:nvPr>
            <p:ph type="subTitle" idx="1"/>
          </p:nvPr>
        </p:nvSpPr>
        <p:spPr>
          <a:xfrm>
            <a:off x="1336675" y="3968912"/>
            <a:ext cx="8020050" cy="1824405"/>
          </a:xfrm>
        </p:spPr>
        <p:txBody>
          <a:bodyPr/>
          <a:lstStyle>
            <a:lvl1pPr marL="0" indent="0" algn="ctr">
              <a:buNone/>
              <a:defRPr sz="2103"/>
            </a:lvl1pPr>
            <a:lvl2pPr marL="400689" indent="0" algn="ctr">
              <a:buNone/>
              <a:defRPr sz="1753"/>
            </a:lvl2pPr>
            <a:lvl3pPr marL="801378" indent="0" algn="ctr">
              <a:buNone/>
              <a:defRPr sz="1578"/>
            </a:lvl3pPr>
            <a:lvl4pPr marL="1202068" indent="0" algn="ctr">
              <a:buNone/>
              <a:defRPr sz="1402"/>
            </a:lvl4pPr>
            <a:lvl5pPr marL="1602757" indent="0" algn="ctr">
              <a:buNone/>
              <a:defRPr sz="1402"/>
            </a:lvl5pPr>
            <a:lvl6pPr marL="2003447" indent="0" algn="ctr">
              <a:buNone/>
              <a:defRPr sz="1402"/>
            </a:lvl6pPr>
            <a:lvl7pPr marL="2404136" indent="0" algn="ctr">
              <a:buNone/>
              <a:defRPr sz="1402"/>
            </a:lvl7pPr>
            <a:lvl8pPr marL="2804825" indent="0" algn="ctr">
              <a:buNone/>
              <a:defRPr sz="1402"/>
            </a:lvl8pPr>
            <a:lvl9pPr marL="3205515" indent="0" algn="ctr">
              <a:buNone/>
              <a:defRPr sz="1402"/>
            </a:lvl9pPr>
          </a:lstStyle>
          <a:p>
            <a:r>
              <a:rPr lang="en-GB"/>
              <a:t>Click to edit Master subtitle style</a:t>
            </a:r>
          </a:p>
        </p:txBody>
      </p:sp>
      <p:sp>
        <p:nvSpPr>
          <p:cNvPr id="4" name="Date Placeholder 3">
            <a:extLst>
              <a:ext uri="{FF2B5EF4-FFF2-40B4-BE49-F238E27FC236}">
                <a16:creationId xmlns:a16="http://schemas.microsoft.com/office/drawing/2014/main" id="{BA5AE87C-D5AB-C13D-F314-AE2B2F13007F}"/>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B2E1232-B827-66CE-45E4-0AC0EE014F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D97826-01BA-CB0F-0792-6716C480512F}"/>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680440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B007DB-BAC0-B5F7-CD3D-D722F4B0FC67}"/>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dirty="0"/>
          </a:p>
        </p:txBody>
      </p:sp>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A45A55-EFF2-43B6-B7BF-52DAEFC6D4F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solidFill>
              </a:defRPr>
            </a:lvl1pPr>
          </a:lstStyle>
          <a:p>
            <a:endParaRPr lang="en-GB" dirty="0"/>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solidFill>
              </a:defRPr>
            </a:lvl1pPr>
          </a:lstStyle>
          <a:p>
            <a:fld id="{1AE971F0-0CD2-4C47-8087-EBCE9716EA84}" type="slidenum">
              <a:rPr lang="en-GB" smtClean="0"/>
              <a:pPr/>
              <a:t>‹#›</a:t>
            </a:fld>
            <a:endParaRPr lang="en-GB" dirty="0"/>
          </a:p>
        </p:txBody>
      </p:sp>
    </p:spTree>
    <p:extLst>
      <p:ext uri="{BB962C8B-B14F-4D97-AF65-F5344CB8AC3E}">
        <p14:creationId xmlns:p14="http://schemas.microsoft.com/office/powerpoint/2010/main" val="1340821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Qu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lumMod val="65000"/>
                  </a:schemeClr>
                </a:solidFill>
              </a:defRPr>
            </a:lvl1pPr>
          </a:lstStyle>
          <a:p>
            <a:endParaRPr lang="en-GB"/>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dirty="0"/>
          </a:p>
        </p:txBody>
      </p:sp>
      <p:pic>
        <p:nvPicPr>
          <p:cNvPr id="8" name="Graphic 7" descr="The following is a quote: ">
            <a:extLst>
              <a:ext uri="{FF2B5EF4-FFF2-40B4-BE49-F238E27FC236}">
                <a16:creationId xmlns:a16="http://schemas.microsoft.com/office/drawing/2014/main" id="{BBC1D34B-9075-8D03-3A5C-E7D33712D62A}"/>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6312" y="2011569"/>
            <a:ext cx="1828160" cy="2296659"/>
          </a:xfrm>
          <a:prstGeom prst="rect">
            <a:avLst/>
          </a:prstGeom>
        </p:spPr>
      </p:pic>
      <p:sp>
        <p:nvSpPr>
          <p:cNvPr id="10" name="Text Placeholder 9">
            <a:extLst>
              <a:ext uri="{FF2B5EF4-FFF2-40B4-BE49-F238E27FC236}">
                <a16:creationId xmlns:a16="http://schemas.microsoft.com/office/drawing/2014/main" id="{71D05262-A873-B471-8864-15D00174DECC}"/>
              </a:ext>
            </a:extLst>
          </p:cNvPr>
          <p:cNvSpPr>
            <a:spLocks noGrp="1"/>
          </p:cNvSpPr>
          <p:nvPr>
            <p:ph type="body" sz="quarter" idx="13"/>
          </p:nvPr>
        </p:nvSpPr>
        <p:spPr>
          <a:xfrm>
            <a:off x="2406015" y="2366655"/>
            <a:ext cx="7552214" cy="41823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dirty="0"/>
          </a:p>
        </p:txBody>
      </p:sp>
    </p:spTree>
    <p:extLst>
      <p:ext uri="{BB962C8B-B14F-4D97-AF65-F5344CB8AC3E}">
        <p14:creationId xmlns:p14="http://schemas.microsoft.com/office/powerpoint/2010/main" val="2091920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729602" y="1883879"/>
            <a:ext cx="9223058" cy="3143294"/>
          </a:xfrm>
        </p:spPr>
        <p:txBody>
          <a:bodyPr anchor="b"/>
          <a:lstStyle>
            <a:lvl1pPr>
              <a:defRPr sz="5259">
                <a:solidFill>
                  <a:schemeClr val="accent3"/>
                </a:solidFill>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3DD4156-1D08-F755-3CB7-F04B4CB23105}"/>
              </a:ext>
            </a:extLst>
          </p:cNvPr>
          <p:cNvSpPr>
            <a:spLocks noGrp="1"/>
          </p:cNvSpPr>
          <p:nvPr>
            <p:ph type="body" idx="1"/>
          </p:nvPr>
        </p:nvSpPr>
        <p:spPr>
          <a:xfrm>
            <a:off x="729602" y="5056909"/>
            <a:ext cx="9223058" cy="1652984"/>
          </a:xfrm>
        </p:spPr>
        <p:txBody>
          <a:bodyPr/>
          <a:lstStyle>
            <a:lvl1pPr marL="0" indent="0">
              <a:buNone/>
              <a:defRPr sz="2103">
                <a:solidFill>
                  <a:schemeClr val="tx1">
                    <a:tint val="75000"/>
                  </a:schemeClr>
                </a:solidFill>
              </a:defRPr>
            </a:lvl1pPr>
            <a:lvl2pPr marL="400689" indent="0">
              <a:buNone/>
              <a:defRPr sz="1753">
                <a:solidFill>
                  <a:schemeClr val="tx1">
                    <a:tint val="75000"/>
                  </a:schemeClr>
                </a:solidFill>
              </a:defRPr>
            </a:lvl2pPr>
            <a:lvl3pPr marL="801378" indent="0">
              <a:buNone/>
              <a:defRPr sz="1578">
                <a:solidFill>
                  <a:schemeClr val="tx1">
                    <a:tint val="75000"/>
                  </a:schemeClr>
                </a:solidFill>
              </a:defRPr>
            </a:lvl3pPr>
            <a:lvl4pPr marL="1202068" indent="0">
              <a:buNone/>
              <a:defRPr sz="1402">
                <a:solidFill>
                  <a:schemeClr val="tx1">
                    <a:tint val="75000"/>
                  </a:schemeClr>
                </a:solidFill>
              </a:defRPr>
            </a:lvl4pPr>
            <a:lvl5pPr marL="1602757" indent="0">
              <a:buNone/>
              <a:defRPr sz="1402">
                <a:solidFill>
                  <a:schemeClr val="tx1">
                    <a:tint val="75000"/>
                  </a:schemeClr>
                </a:solidFill>
              </a:defRPr>
            </a:lvl5pPr>
            <a:lvl6pPr marL="2003447" indent="0">
              <a:buNone/>
              <a:defRPr sz="1402">
                <a:solidFill>
                  <a:schemeClr val="tx1">
                    <a:tint val="75000"/>
                  </a:schemeClr>
                </a:solidFill>
              </a:defRPr>
            </a:lvl6pPr>
            <a:lvl7pPr marL="2404136" indent="0">
              <a:buNone/>
              <a:defRPr sz="1402">
                <a:solidFill>
                  <a:schemeClr val="tx1">
                    <a:tint val="75000"/>
                  </a:schemeClr>
                </a:solidFill>
              </a:defRPr>
            </a:lvl7pPr>
            <a:lvl8pPr marL="2804825" indent="0">
              <a:buNone/>
              <a:defRPr sz="1402">
                <a:solidFill>
                  <a:schemeClr val="tx1">
                    <a:tint val="75000"/>
                  </a:schemeClr>
                </a:solidFill>
              </a:defRPr>
            </a:lvl8pPr>
            <a:lvl9pPr marL="3205515" indent="0">
              <a:buNone/>
              <a:defRPr sz="1402">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lvl1pPr>
              <a:defRPr>
                <a:solidFill>
                  <a:schemeClr val="bg1">
                    <a:lumMod val="65000"/>
                  </a:schemeClr>
                </a:solidFill>
              </a:defRPr>
            </a:lvl1pPr>
          </a:lstStyle>
          <a:p>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1694010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729602" y="5307122"/>
            <a:ext cx="9223058" cy="1348503"/>
          </a:xfrm>
        </p:spPr>
        <p:txBody>
          <a:bodyPr anchor="b">
            <a:normAutofit/>
          </a:bodyPr>
          <a:lstStyle>
            <a:lvl1pPr algn="ctr">
              <a:defRPr sz="4732">
                <a:solidFill>
                  <a:schemeClr val="accent3"/>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8" name="Content Placeholder 7">
            <a:extLst>
              <a:ext uri="{FF2B5EF4-FFF2-40B4-BE49-F238E27FC236}">
                <a16:creationId xmlns:a16="http://schemas.microsoft.com/office/drawing/2014/main" id="{459A2BA5-1AB5-DB59-3C54-16713B4E4270}"/>
              </a:ext>
            </a:extLst>
          </p:cNvPr>
          <p:cNvSpPr>
            <a:spLocks noGrp="1"/>
          </p:cNvSpPr>
          <p:nvPr>
            <p:ph sz="quarter" idx="13"/>
          </p:nvPr>
        </p:nvSpPr>
        <p:spPr>
          <a:xfrm>
            <a:off x="2415762" y="785388"/>
            <a:ext cx="5959343" cy="452173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Tree>
    <p:extLst>
      <p:ext uri="{BB962C8B-B14F-4D97-AF65-F5344CB8AC3E}">
        <p14:creationId xmlns:p14="http://schemas.microsoft.com/office/powerpoint/2010/main" val="393940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B0BE543-0448-3A4C-5F33-EAD956CEEC4F}"/>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2" name="Title 1">
            <a:extLst>
              <a:ext uri="{FF2B5EF4-FFF2-40B4-BE49-F238E27FC236}">
                <a16:creationId xmlns:a16="http://schemas.microsoft.com/office/drawing/2014/main" id="{109FF7AA-B49C-D561-FA47-CB24D2FBF6F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5761E7E-A789-0692-DCFA-73EB3A13A57D}"/>
              </a:ext>
            </a:extLst>
          </p:cNvPr>
          <p:cNvSpPr>
            <a:spLocks noGrp="1"/>
          </p:cNvSpPr>
          <p:nvPr>
            <p:ph sz="half" idx="1"/>
          </p:nvPr>
        </p:nvSpPr>
        <p:spPr>
          <a:xfrm>
            <a:off x="735171" y="2011569"/>
            <a:ext cx="4544695" cy="479453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C5CDC2F-840C-693F-493D-EB4B70B8294B}"/>
              </a:ext>
            </a:extLst>
          </p:cNvPr>
          <p:cNvSpPr>
            <a:spLocks noGrp="1"/>
          </p:cNvSpPr>
          <p:nvPr>
            <p:ph sz="half" idx="2"/>
          </p:nvPr>
        </p:nvSpPr>
        <p:spPr>
          <a:xfrm>
            <a:off x="5413535" y="2011569"/>
            <a:ext cx="4544695" cy="479453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52413D37-E198-0C87-31DE-C825CE017A07}"/>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EF355D9D-23CD-C2B7-2CB9-63A7B666AA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6C84A3F-2DEF-A695-73CD-C8A79EDD75B4}"/>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95132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557A7C-8356-9C4D-0FD4-A2809BBA22A6}"/>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2" name="Title 1">
            <a:extLst>
              <a:ext uri="{FF2B5EF4-FFF2-40B4-BE49-F238E27FC236}">
                <a16:creationId xmlns:a16="http://schemas.microsoft.com/office/drawing/2014/main" id="{8C23E5D6-F819-DF80-8C6A-FE0FD23685EF}"/>
              </a:ext>
            </a:extLst>
          </p:cNvPr>
          <p:cNvSpPr>
            <a:spLocks noGrp="1"/>
          </p:cNvSpPr>
          <p:nvPr>
            <p:ph type="title"/>
          </p:nvPr>
        </p:nvSpPr>
        <p:spPr>
          <a:xfrm>
            <a:off x="736564" y="402314"/>
            <a:ext cx="9223058" cy="1460574"/>
          </a:xfrm>
        </p:spPr>
        <p:txBody>
          <a:bodyPr/>
          <a:lstStyle/>
          <a:p>
            <a:r>
              <a:rPr lang="en-GB"/>
              <a:t>Click to edit Master title style</a:t>
            </a:r>
          </a:p>
        </p:txBody>
      </p:sp>
      <p:sp>
        <p:nvSpPr>
          <p:cNvPr id="3" name="Text Placeholder 2">
            <a:extLst>
              <a:ext uri="{FF2B5EF4-FFF2-40B4-BE49-F238E27FC236}">
                <a16:creationId xmlns:a16="http://schemas.microsoft.com/office/drawing/2014/main" id="{40634751-4015-7A9E-A494-E4825F6D8AC9}"/>
              </a:ext>
            </a:extLst>
          </p:cNvPr>
          <p:cNvSpPr>
            <a:spLocks noGrp="1"/>
          </p:cNvSpPr>
          <p:nvPr>
            <p:ph type="body" idx="1"/>
          </p:nvPr>
        </p:nvSpPr>
        <p:spPr>
          <a:xfrm>
            <a:off x="736566" y="1852392"/>
            <a:ext cx="4523809" cy="907829"/>
          </a:xfrm>
        </p:spPr>
        <p:txBody>
          <a:bodyPr anchor="b"/>
          <a:lstStyle>
            <a:lvl1pPr marL="0" indent="0">
              <a:buNone/>
              <a:defRPr sz="2103" b="1"/>
            </a:lvl1pPr>
            <a:lvl2pPr marL="400689" indent="0">
              <a:buNone/>
              <a:defRPr sz="1753" b="1"/>
            </a:lvl2pPr>
            <a:lvl3pPr marL="801378" indent="0">
              <a:buNone/>
              <a:defRPr sz="1578" b="1"/>
            </a:lvl3pPr>
            <a:lvl4pPr marL="1202068" indent="0">
              <a:buNone/>
              <a:defRPr sz="1402" b="1"/>
            </a:lvl4pPr>
            <a:lvl5pPr marL="1602757" indent="0">
              <a:buNone/>
              <a:defRPr sz="1402" b="1"/>
            </a:lvl5pPr>
            <a:lvl6pPr marL="2003447" indent="0">
              <a:buNone/>
              <a:defRPr sz="1402" b="1"/>
            </a:lvl6pPr>
            <a:lvl7pPr marL="2404136" indent="0">
              <a:buNone/>
              <a:defRPr sz="1402" b="1"/>
            </a:lvl7pPr>
            <a:lvl8pPr marL="2804825" indent="0">
              <a:buNone/>
              <a:defRPr sz="1402" b="1"/>
            </a:lvl8pPr>
            <a:lvl9pPr marL="3205515" indent="0">
              <a:buNone/>
              <a:defRPr sz="1402" b="1"/>
            </a:lvl9pPr>
          </a:lstStyle>
          <a:p>
            <a:pPr lvl="0"/>
            <a:r>
              <a:rPr lang="en-GB"/>
              <a:t>Click to edit Master text styles</a:t>
            </a:r>
          </a:p>
        </p:txBody>
      </p:sp>
      <p:sp>
        <p:nvSpPr>
          <p:cNvPr id="4" name="Content Placeholder 3">
            <a:extLst>
              <a:ext uri="{FF2B5EF4-FFF2-40B4-BE49-F238E27FC236}">
                <a16:creationId xmlns:a16="http://schemas.microsoft.com/office/drawing/2014/main" id="{7DD0E5A5-4B18-9989-88ED-D6B31265D2DA}"/>
              </a:ext>
            </a:extLst>
          </p:cNvPr>
          <p:cNvSpPr>
            <a:spLocks noGrp="1"/>
          </p:cNvSpPr>
          <p:nvPr>
            <p:ph sz="half" idx="2"/>
          </p:nvPr>
        </p:nvSpPr>
        <p:spPr>
          <a:xfrm>
            <a:off x="736566" y="2760222"/>
            <a:ext cx="4523809" cy="4059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7685D65-C667-2456-E06F-F0E68B2E5CEA}"/>
              </a:ext>
            </a:extLst>
          </p:cNvPr>
          <p:cNvSpPr>
            <a:spLocks noGrp="1"/>
          </p:cNvSpPr>
          <p:nvPr>
            <p:ph type="body" sz="quarter" idx="3"/>
          </p:nvPr>
        </p:nvSpPr>
        <p:spPr>
          <a:xfrm>
            <a:off x="5413534" y="1852392"/>
            <a:ext cx="4546088" cy="907829"/>
          </a:xfrm>
        </p:spPr>
        <p:txBody>
          <a:bodyPr anchor="b"/>
          <a:lstStyle>
            <a:lvl1pPr marL="0" indent="0">
              <a:buNone/>
              <a:defRPr sz="2103" b="1"/>
            </a:lvl1pPr>
            <a:lvl2pPr marL="400689" indent="0">
              <a:buNone/>
              <a:defRPr sz="1753" b="1"/>
            </a:lvl2pPr>
            <a:lvl3pPr marL="801378" indent="0">
              <a:buNone/>
              <a:defRPr sz="1578" b="1"/>
            </a:lvl3pPr>
            <a:lvl4pPr marL="1202068" indent="0">
              <a:buNone/>
              <a:defRPr sz="1402" b="1"/>
            </a:lvl4pPr>
            <a:lvl5pPr marL="1602757" indent="0">
              <a:buNone/>
              <a:defRPr sz="1402" b="1"/>
            </a:lvl5pPr>
            <a:lvl6pPr marL="2003447" indent="0">
              <a:buNone/>
              <a:defRPr sz="1402" b="1"/>
            </a:lvl6pPr>
            <a:lvl7pPr marL="2404136" indent="0">
              <a:buNone/>
              <a:defRPr sz="1402" b="1"/>
            </a:lvl7pPr>
            <a:lvl8pPr marL="2804825" indent="0">
              <a:buNone/>
              <a:defRPr sz="1402" b="1"/>
            </a:lvl8pPr>
            <a:lvl9pPr marL="3205515" indent="0">
              <a:buNone/>
              <a:defRPr sz="1402" b="1"/>
            </a:lvl9pPr>
          </a:lstStyle>
          <a:p>
            <a:pPr lvl="0"/>
            <a:r>
              <a:rPr lang="en-GB"/>
              <a:t>Click to edit Master text styles</a:t>
            </a:r>
          </a:p>
        </p:txBody>
      </p:sp>
      <p:sp>
        <p:nvSpPr>
          <p:cNvPr id="6" name="Content Placeholder 5">
            <a:extLst>
              <a:ext uri="{FF2B5EF4-FFF2-40B4-BE49-F238E27FC236}">
                <a16:creationId xmlns:a16="http://schemas.microsoft.com/office/drawing/2014/main" id="{C944F890-33E6-BD4B-978A-E4B20968B85C}"/>
              </a:ext>
            </a:extLst>
          </p:cNvPr>
          <p:cNvSpPr>
            <a:spLocks noGrp="1"/>
          </p:cNvSpPr>
          <p:nvPr>
            <p:ph sz="quarter" idx="4"/>
          </p:nvPr>
        </p:nvSpPr>
        <p:spPr>
          <a:xfrm>
            <a:off x="5413534" y="2760222"/>
            <a:ext cx="4546088" cy="4059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DE26AA7C-81D8-7C95-3E01-76956024FF9F}"/>
              </a:ext>
            </a:extLst>
          </p:cNvPr>
          <p:cNvSpPr>
            <a:spLocks noGrp="1"/>
          </p:cNvSpPr>
          <p:nvPr>
            <p:ph type="dt" sz="half" idx="10"/>
          </p:nvPr>
        </p:nvSpPr>
        <p:spPr/>
        <p:txBody>
          <a:bodyPr/>
          <a:lstStyle/>
          <a:p>
            <a:endParaRPr lang="en-GB"/>
          </a:p>
        </p:txBody>
      </p:sp>
      <p:sp>
        <p:nvSpPr>
          <p:cNvPr id="8" name="Footer Placeholder 7">
            <a:extLst>
              <a:ext uri="{FF2B5EF4-FFF2-40B4-BE49-F238E27FC236}">
                <a16:creationId xmlns:a16="http://schemas.microsoft.com/office/drawing/2014/main" id="{137830B1-02EA-A7DB-8FCF-32C06C3E0B2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580A6F-5EBE-2DCC-8CCB-9F05EA6645C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4214206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C00E1A-F73B-4343-8C36-A161A0EDF3C9}"/>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2" name="Title 1">
            <a:extLst>
              <a:ext uri="{FF2B5EF4-FFF2-40B4-BE49-F238E27FC236}">
                <a16:creationId xmlns:a16="http://schemas.microsoft.com/office/drawing/2014/main" id="{7DCD2DC0-0D4F-4B0E-7C43-38073564822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1278B6D-6F61-EF5E-B5CC-F72AA2353D1E}"/>
              </a:ext>
            </a:extLst>
          </p:cNvPr>
          <p:cNvSpPr>
            <a:spLocks noGrp="1"/>
          </p:cNvSpPr>
          <p:nvPr>
            <p:ph type="dt" sz="half" idx="10"/>
          </p:nvPr>
        </p:nvSpPr>
        <p:spPr/>
        <p:txBody>
          <a:bodyPr/>
          <a:lstStyle/>
          <a:p>
            <a:endParaRPr lang="en-GB"/>
          </a:p>
        </p:txBody>
      </p:sp>
      <p:sp>
        <p:nvSpPr>
          <p:cNvPr id="4" name="Footer Placeholder 3">
            <a:extLst>
              <a:ext uri="{FF2B5EF4-FFF2-40B4-BE49-F238E27FC236}">
                <a16:creationId xmlns:a16="http://schemas.microsoft.com/office/drawing/2014/main" id="{527A9D98-33BD-A8E4-155E-07D8B622BE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C44C4ED-AE87-B167-6C8F-8D62A01C4EB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140747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137182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3917942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19946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3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1976913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4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803655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5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32457388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6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2514843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7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10015667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8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39534975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9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18650545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10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32575063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1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30781531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1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258377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Blank w colour">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9256056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B3F2E4F-D69A-C303-0281-6BB8BC65FA1A}"/>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2" name="Title 1">
            <a:extLst>
              <a:ext uri="{FF2B5EF4-FFF2-40B4-BE49-F238E27FC236}">
                <a16:creationId xmlns:a16="http://schemas.microsoft.com/office/drawing/2014/main" id="{DFE483EC-461E-3DF8-7723-85858B62097E}"/>
              </a:ext>
            </a:extLst>
          </p:cNvPr>
          <p:cNvSpPr>
            <a:spLocks noGrp="1"/>
          </p:cNvSpPr>
          <p:nvPr>
            <p:ph type="title"/>
          </p:nvPr>
        </p:nvSpPr>
        <p:spPr>
          <a:xfrm>
            <a:off x="736564" y="503767"/>
            <a:ext cx="3448900" cy="1763183"/>
          </a:xfrm>
        </p:spPr>
        <p:txBody>
          <a:bodyPr anchor="b"/>
          <a:lstStyle>
            <a:lvl1pPr>
              <a:defRPr sz="2805"/>
            </a:lvl1pPr>
          </a:lstStyle>
          <a:p>
            <a:r>
              <a:rPr lang="en-GB"/>
              <a:t>Click to edit Master title style</a:t>
            </a:r>
          </a:p>
        </p:txBody>
      </p:sp>
      <p:sp>
        <p:nvSpPr>
          <p:cNvPr id="3" name="Content Placeholder 2">
            <a:extLst>
              <a:ext uri="{FF2B5EF4-FFF2-40B4-BE49-F238E27FC236}">
                <a16:creationId xmlns:a16="http://schemas.microsoft.com/office/drawing/2014/main" id="{5ED0BA06-04AB-09B5-645C-2091343E99D4}"/>
              </a:ext>
            </a:extLst>
          </p:cNvPr>
          <p:cNvSpPr>
            <a:spLocks noGrp="1"/>
          </p:cNvSpPr>
          <p:nvPr>
            <p:ph idx="1"/>
          </p:nvPr>
        </p:nvSpPr>
        <p:spPr>
          <a:xfrm>
            <a:off x="4546088" y="1087997"/>
            <a:ext cx="5413534" cy="5370012"/>
          </a:xfrm>
        </p:spPr>
        <p:txBody>
          <a:bodyPr/>
          <a:lstStyle>
            <a:lvl1pPr>
              <a:defRPr sz="2805"/>
            </a:lvl1pPr>
            <a:lvl2pPr>
              <a:defRPr sz="2454"/>
            </a:lvl2pPr>
            <a:lvl3pPr>
              <a:defRPr sz="2103"/>
            </a:lvl3pPr>
            <a:lvl4pPr>
              <a:defRPr sz="1753"/>
            </a:lvl4pPr>
            <a:lvl5pPr>
              <a:defRPr sz="1753"/>
            </a:lvl5pPr>
            <a:lvl6pPr>
              <a:defRPr sz="1753"/>
            </a:lvl6pPr>
            <a:lvl7pPr>
              <a:defRPr sz="1753"/>
            </a:lvl7pPr>
            <a:lvl8pPr>
              <a:defRPr sz="1753"/>
            </a:lvl8pPr>
            <a:lvl9pPr>
              <a:defRPr sz="1753"/>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FD91B3F-7C7C-73B9-77CB-A11B1FCF8579}"/>
              </a:ext>
            </a:extLst>
          </p:cNvPr>
          <p:cNvSpPr>
            <a:spLocks noGrp="1"/>
          </p:cNvSpPr>
          <p:nvPr>
            <p:ph type="body" sz="half" idx="2"/>
          </p:nvPr>
        </p:nvSpPr>
        <p:spPr>
          <a:xfrm>
            <a:off x="736564" y="2266950"/>
            <a:ext cx="3448900" cy="4199806"/>
          </a:xfrm>
        </p:spPr>
        <p:txBody>
          <a:bodyPr/>
          <a:lstStyle>
            <a:lvl1pPr marL="0" indent="0">
              <a:buNone/>
              <a:defRPr sz="1402"/>
            </a:lvl1pPr>
            <a:lvl2pPr marL="400689" indent="0">
              <a:buNone/>
              <a:defRPr sz="1227"/>
            </a:lvl2pPr>
            <a:lvl3pPr marL="801378" indent="0">
              <a:buNone/>
              <a:defRPr sz="1052"/>
            </a:lvl3pPr>
            <a:lvl4pPr marL="1202068" indent="0">
              <a:buNone/>
              <a:defRPr sz="876"/>
            </a:lvl4pPr>
            <a:lvl5pPr marL="1602757" indent="0">
              <a:buNone/>
              <a:defRPr sz="876"/>
            </a:lvl5pPr>
            <a:lvl6pPr marL="2003447" indent="0">
              <a:buNone/>
              <a:defRPr sz="876"/>
            </a:lvl6pPr>
            <a:lvl7pPr marL="2404136" indent="0">
              <a:buNone/>
              <a:defRPr sz="876"/>
            </a:lvl7pPr>
            <a:lvl8pPr marL="2804825" indent="0">
              <a:buNone/>
              <a:defRPr sz="876"/>
            </a:lvl8pPr>
            <a:lvl9pPr marL="3205515" indent="0">
              <a:buNone/>
              <a:defRPr sz="876"/>
            </a:lvl9pPr>
          </a:lstStyle>
          <a:p>
            <a:pPr lvl="0"/>
            <a:r>
              <a:rPr lang="en-GB"/>
              <a:t>Click to edit Master text styles</a:t>
            </a:r>
          </a:p>
        </p:txBody>
      </p:sp>
      <p:sp>
        <p:nvSpPr>
          <p:cNvPr id="5" name="Date Placeholder 4">
            <a:extLst>
              <a:ext uri="{FF2B5EF4-FFF2-40B4-BE49-F238E27FC236}">
                <a16:creationId xmlns:a16="http://schemas.microsoft.com/office/drawing/2014/main" id="{4167F290-2545-0C2B-78A6-D50CE3D009E9}"/>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770E117D-2169-6E39-149C-5FBECD5E76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83838A-4F66-F529-E239-3AE7FBEDEB56}"/>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4991911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4395A0-EB10-01E3-39B4-075A8ACEABC7}"/>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2" name="Title 1">
            <a:extLst>
              <a:ext uri="{FF2B5EF4-FFF2-40B4-BE49-F238E27FC236}">
                <a16:creationId xmlns:a16="http://schemas.microsoft.com/office/drawing/2014/main" id="{232FAE3E-C2EA-DDE4-4229-9EB50F2F1449}"/>
              </a:ext>
            </a:extLst>
          </p:cNvPr>
          <p:cNvSpPr>
            <a:spLocks noGrp="1"/>
          </p:cNvSpPr>
          <p:nvPr>
            <p:ph type="title"/>
          </p:nvPr>
        </p:nvSpPr>
        <p:spPr>
          <a:xfrm>
            <a:off x="736564" y="503767"/>
            <a:ext cx="3448900" cy="1763183"/>
          </a:xfrm>
        </p:spPr>
        <p:txBody>
          <a:bodyPr anchor="b"/>
          <a:lstStyle>
            <a:lvl1pPr>
              <a:defRPr sz="2805"/>
            </a:lvl1pPr>
          </a:lstStyle>
          <a:p>
            <a:r>
              <a:rPr lang="en-GB"/>
              <a:t>Click to edit Master title style</a:t>
            </a:r>
          </a:p>
        </p:txBody>
      </p:sp>
      <p:sp>
        <p:nvSpPr>
          <p:cNvPr id="3" name="Picture Placeholder 2">
            <a:extLst>
              <a:ext uri="{FF2B5EF4-FFF2-40B4-BE49-F238E27FC236}">
                <a16:creationId xmlns:a16="http://schemas.microsoft.com/office/drawing/2014/main" id="{D6131BBD-51CD-4DC2-4A60-8A48EA6C6A50}"/>
              </a:ext>
            </a:extLst>
          </p:cNvPr>
          <p:cNvSpPr>
            <a:spLocks noGrp="1"/>
          </p:cNvSpPr>
          <p:nvPr>
            <p:ph type="pic" idx="1"/>
          </p:nvPr>
        </p:nvSpPr>
        <p:spPr>
          <a:xfrm>
            <a:off x="4546088" y="1087997"/>
            <a:ext cx="5413534" cy="5370012"/>
          </a:xfrm>
        </p:spPr>
        <p:txBody>
          <a:bodyPr/>
          <a:lstStyle>
            <a:lvl1pPr marL="0" indent="0">
              <a:buNone/>
              <a:defRPr sz="2805"/>
            </a:lvl1pPr>
            <a:lvl2pPr marL="400689" indent="0">
              <a:buNone/>
              <a:defRPr sz="2454"/>
            </a:lvl2pPr>
            <a:lvl3pPr marL="801378" indent="0">
              <a:buNone/>
              <a:defRPr sz="2103"/>
            </a:lvl3pPr>
            <a:lvl4pPr marL="1202068" indent="0">
              <a:buNone/>
              <a:defRPr sz="1753"/>
            </a:lvl4pPr>
            <a:lvl5pPr marL="1602757" indent="0">
              <a:buNone/>
              <a:defRPr sz="1753"/>
            </a:lvl5pPr>
            <a:lvl6pPr marL="2003447" indent="0">
              <a:buNone/>
              <a:defRPr sz="1753"/>
            </a:lvl6pPr>
            <a:lvl7pPr marL="2404136" indent="0">
              <a:buNone/>
              <a:defRPr sz="1753"/>
            </a:lvl7pPr>
            <a:lvl8pPr marL="2804825" indent="0">
              <a:buNone/>
              <a:defRPr sz="1753"/>
            </a:lvl8pPr>
            <a:lvl9pPr marL="3205515" indent="0">
              <a:buNone/>
              <a:defRPr sz="1753"/>
            </a:lvl9pPr>
          </a:lstStyle>
          <a:p>
            <a:r>
              <a:rPr lang="en-GB"/>
              <a:t>Click icon to add picture</a:t>
            </a:r>
          </a:p>
        </p:txBody>
      </p:sp>
      <p:sp>
        <p:nvSpPr>
          <p:cNvPr id="4" name="Text Placeholder 3">
            <a:extLst>
              <a:ext uri="{FF2B5EF4-FFF2-40B4-BE49-F238E27FC236}">
                <a16:creationId xmlns:a16="http://schemas.microsoft.com/office/drawing/2014/main" id="{683B0D01-09EF-1E92-D338-9CD0EBA943D7}"/>
              </a:ext>
            </a:extLst>
          </p:cNvPr>
          <p:cNvSpPr>
            <a:spLocks noGrp="1"/>
          </p:cNvSpPr>
          <p:nvPr>
            <p:ph type="body" sz="half" idx="2"/>
          </p:nvPr>
        </p:nvSpPr>
        <p:spPr>
          <a:xfrm>
            <a:off x="736564" y="2266950"/>
            <a:ext cx="3448900" cy="4199806"/>
          </a:xfrm>
        </p:spPr>
        <p:txBody>
          <a:bodyPr/>
          <a:lstStyle>
            <a:lvl1pPr marL="0" indent="0">
              <a:buNone/>
              <a:defRPr sz="1402"/>
            </a:lvl1pPr>
            <a:lvl2pPr marL="400689" indent="0">
              <a:buNone/>
              <a:defRPr sz="1227"/>
            </a:lvl2pPr>
            <a:lvl3pPr marL="801378" indent="0">
              <a:buNone/>
              <a:defRPr sz="1052"/>
            </a:lvl3pPr>
            <a:lvl4pPr marL="1202068" indent="0">
              <a:buNone/>
              <a:defRPr sz="876"/>
            </a:lvl4pPr>
            <a:lvl5pPr marL="1602757" indent="0">
              <a:buNone/>
              <a:defRPr sz="876"/>
            </a:lvl5pPr>
            <a:lvl6pPr marL="2003447" indent="0">
              <a:buNone/>
              <a:defRPr sz="876"/>
            </a:lvl6pPr>
            <a:lvl7pPr marL="2404136" indent="0">
              <a:buNone/>
              <a:defRPr sz="876"/>
            </a:lvl7pPr>
            <a:lvl8pPr marL="2804825" indent="0">
              <a:buNone/>
              <a:defRPr sz="876"/>
            </a:lvl8pPr>
            <a:lvl9pPr marL="3205515" indent="0">
              <a:buNone/>
              <a:defRPr sz="876"/>
            </a:lvl9pPr>
          </a:lstStyle>
          <a:p>
            <a:pPr lvl="0"/>
            <a:r>
              <a:rPr lang="en-GB"/>
              <a:t>Click to edit Master text styles</a:t>
            </a:r>
          </a:p>
        </p:txBody>
      </p:sp>
      <p:sp>
        <p:nvSpPr>
          <p:cNvPr id="5" name="Date Placeholder 4">
            <a:extLst>
              <a:ext uri="{FF2B5EF4-FFF2-40B4-BE49-F238E27FC236}">
                <a16:creationId xmlns:a16="http://schemas.microsoft.com/office/drawing/2014/main" id="{12B20126-F846-16D0-EBDD-34D48607E985}"/>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1F34FC57-C801-AEF4-1D0A-E095B6450A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951B0C-275C-33D2-9A96-4D0314E6EEA7}"/>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6947518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1A4EC-146B-3381-63D1-52F3C15CB004}"/>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2" name="Title 1">
            <a:extLst>
              <a:ext uri="{FF2B5EF4-FFF2-40B4-BE49-F238E27FC236}">
                <a16:creationId xmlns:a16="http://schemas.microsoft.com/office/drawing/2014/main" id="{B4BEF132-B0C4-CEBA-D9BB-A90CC2A65F9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15F3702-713A-C951-9CCF-955488BC645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E34A4F3-ECB2-56FC-3055-081257812145}"/>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ED1849C6-D413-92F0-6B5F-27BB8AC757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79A6DE-F917-5ECB-80DB-4C5C9924B1F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2313590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213BEA-D64A-CDAB-CB01-CACA6AEFB654}"/>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2" name="Vertical Title 1">
            <a:extLst>
              <a:ext uri="{FF2B5EF4-FFF2-40B4-BE49-F238E27FC236}">
                <a16:creationId xmlns:a16="http://schemas.microsoft.com/office/drawing/2014/main" id="{E2FFD24A-02C7-3C15-C6A2-2FE1816ED4EA}"/>
              </a:ext>
            </a:extLst>
          </p:cNvPr>
          <p:cNvSpPr>
            <a:spLocks noGrp="1"/>
          </p:cNvSpPr>
          <p:nvPr>
            <p:ph type="title" orient="vert"/>
          </p:nvPr>
        </p:nvSpPr>
        <p:spPr>
          <a:xfrm>
            <a:off x="7652465" y="402314"/>
            <a:ext cx="2305764" cy="6403785"/>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07E5EB9-6E42-B9D7-5671-A15D13E20108}"/>
              </a:ext>
            </a:extLst>
          </p:cNvPr>
          <p:cNvSpPr>
            <a:spLocks noGrp="1"/>
          </p:cNvSpPr>
          <p:nvPr>
            <p:ph type="body" orient="vert" idx="1"/>
          </p:nvPr>
        </p:nvSpPr>
        <p:spPr>
          <a:xfrm>
            <a:off x="735171" y="402314"/>
            <a:ext cx="6783626" cy="640378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F3BCAA2-15B7-B922-2788-5986E5EEAC91}"/>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5AD40C5-A7B5-0CB8-7A77-77280AC6ED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DA6257-1CC9-8C66-1C48-A645172DCA15}"/>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5165848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26262123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Times New Roman"/>
                <a:cs typeface="Times New Roman"/>
              </a:defRPr>
            </a:lvl1pPr>
          </a:lstStyle>
          <a:p>
            <a:r>
              <a:rPr lang="en-GB"/>
              <a:t>Click to edit Master title style</a:t>
            </a:r>
            <a:endParaRPr/>
          </a:p>
        </p:txBody>
      </p:sp>
      <p:sp>
        <p:nvSpPr>
          <p:cNvPr id="3" name="Holder 3"/>
          <p:cNvSpPr>
            <a:spLocks noGrp="1"/>
          </p:cNvSpPr>
          <p:nvPr>
            <p:ph sz="half" idx="2"/>
          </p:nvPr>
        </p:nvSpPr>
        <p:spPr>
          <a:xfrm>
            <a:off x="1073911" y="1372841"/>
            <a:ext cx="4032885" cy="4068445"/>
          </a:xfrm>
          <a:prstGeom prst="rect">
            <a:avLst/>
          </a:prstGeom>
        </p:spPr>
        <p:txBody>
          <a:bodyPr wrap="square" lIns="0" tIns="0" rIns="0" bIns="0">
            <a:spAutoFit/>
          </a:bodyPr>
          <a:lstStyle>
            <a:lvl1pPr>
              <a:defRPr sz="2700" b="0" i="0">
                <a:solidFill>
                  <a:schemeClr val="tx1"/>
                </a:solidFill>
                <a:latin typeface="Arial"/>
                <a:cs typeface="Arial"/>
              </a:defRPr>
            </a:lvl1pPr>
          </a:lstStyle>
          <a:p>
            <a:pPr lvl="0"/>
            <a:r>
              <a:rPr lang="en-GB"/>
              <a:t>Click to edit Master text styles</a:t>
            </a:r>
          </a:p>
        </p:txBody>
      </p:sp>
      <p:sp>
        <p:nvSpPr>
          <p:cNvPr id="4" name="Holder 4"/>
          <p:cNvSpPr>
            <a:spLocks noGrp="1"/>
          </p:cNvSpPr>
          <p:nvPr>
            <p:ph sz="half" idx="3"/>
          </p:nvPr>
        </p:nvSpPr>
        <p:spPr>
          <a:xfrm>
            <a:off x="5486652" y="1369793"/>
            <a:ext cx="4093845" cy="5147945"/>
          </a:xfrm>
          <a:prstGeom prst="rect">
            <a:avLst/>
          </a:prstGeom>
        </p:spPr>
        <p:txBody>
          <a:bodyPr wrap="square" lIns="0" tIns="0" rIns="0" bIns="0">
            <a:spAutoFit/>
          </a:bodyPr>
          <a:lstStyle>
            <a:lvl1pPr>
              <a:defRPr sz="2700" b="0" i="0">
                <a:solidFill>
                  <a:schemeClr val="tx1"/>
                </a:solidFill>
                <a:latin typeface="Arial"/>
                <a:cs typeface="Arial"/>
              </a:defRPr>
            </a:lvl1pPr>
          </a:lstStyle>
          <a:p>
            <a:pPr lvl="0"/>
            <a:r>
              <a:rPr lang="en-GB"/>
              <a:t>Click to edit Master text styles</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3133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AFB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0A642-ABE6-FE0E-2BD1-AB0BC48CE28E}"/>
              </a:ext>
            </a:extLst>
          </p:cNvPr>
          <p:cNvSpPr>
            <a:spLocks noGrp="1"/>
          </p:cNvSpPr>
          <p:nvPr>
            <p:ph type="title"/>
          </p:nvPr>
        </p:nvSpPr>
        <p:spPr>
          <a:xfrm>
            <a:off x="735171" y="402314"/>
            <a:ext cx="9223058" cy="1460574"/>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E9047573-978D-7FA9-0D26-40779E9769A3}"/>
              </a:ext>
            </a:extLst>
          </p:cNvPr>
          <p:cNvSpPr>
            <a:spLocks noGrp="1"/>
          </p:cNvSpPr>
          <p:nvPr>
            <p:ph type="body" idx="1"/>
          </p:nvPr>
        </p:nvSpPr>
        <p:spPr>
          <a:xfrm>
            <a:off x="735171" y="2011569"/>
            <a:ext cx="9223058" cy="479453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56631032-3BBA-DDD8-39F1-68FB671B8D3D}"/>
              </a:ext>
            </a:extLst>
          </p:cNvPr>
          <p:cNvSpPr>
            <a:spLocks noGrp="1"/>
          </p:cNvSpPr>
          <p:nvPr>
            <p:ph type="dt" sz="half" idx="2"/>
          </p:nvPr>
        </p:nvSpPr>
        <p:spPr>
          <a:xfrm>
            <a:off x="735172" y="7038904"/>
            <a:ext cx="2406015" cy="402314"/>
          </a:xfrm>
          <a:prstGeom prst="rect">
            <a:avLst/>
          </a:prstGeom>
        </p:spPr>
        <p:txBody>
          <a:bodyPr vert="horz" lIns="91440" tIns="45720" rIns="91440" bIns="45720" rtlCol="0" anchor="ctr"/>
          <a:lstStyle>
            <a:lvl1pPr algn="l">
              <a:defRPr sz="1052">
                <a:solidFill>
                  <a:schemeClr val="bg1"/>
                </a:solidFill>
              </a:defRPr>
            </a:lvl1pPr>
          </a:lstStyle>
          <a:p>
            <a:endParaRPr lang="en-GB" dirty="0"/>
          </a:p>
        </p:txBody>
      </p:sp>
      <p:sp>
        <p:nvSpPr>
          <p:cNvPr id="5" name="Footer Placeholder 4">
            <a:extLst>
              <a:ext uri="{FF2B5EF4-FFF2-40B4-BE49-F238E27FC236}">
                <a16:creationId xmlns:a16="http://schemas.microsoft.com/office/drawing/2014/main" id="{B8C0B08B-CD62-82DF-7BC9-CCDE7E5B639E}"/>
              </a:ext>
            </a:extLst>
          </p:cNvPr>
          <p:cNvSpPr>
            <a:spLocks noGrp="1"/>
          </p:cNvSpPr>
          <p:nvPr>
            <p:ph type="ftr" sz="quarter" idx="3"/>
          </p:nvPr>
        </p:nvSpPr>
        <p:spPr>
          <a:xfrm>
            <a:off x="3542190" y="7038904"/>
            <a:ext cx="3609023" cy="402314"/>
          </a:xfrm>
          <a:prstGeom prst="rect">
            <a:avLst/>
          </a:prstGeom>
        </p:spPr>
        <p:txBody>
          <a:bodyPr vert="horz" lIns="91440" tIns="45720" rIns="91440" bIns="45720" rtlCol="0" anchor="ctr"/>
          <a:lstStyle>
            <a:lvl1pPr algn="ctr">
              <a:defRPr sz="1052">
                <a:solidFill>
                  <a:schemeClr val="bg1"/>
                </a:solidFill>
              </a:defRPr>
            </a:lvl1pPr>
          </a:lstStyle>
          <a:p>
            <a:endParaRPr lang="en-GB"/>
          </a:p>
        </p:txBody>
      </p:sp>
      <p:sp>
        <p:nvSpPr>
          <p:cNvPr id="6" name="Slide Number Placeholder 5">
            <a:extLst>
              <a:ext uri="{FF2B5EF4-FFF2-40B4-BE49-F238E27FC236}">
                <a16:creationId xmlns:a16="http://schemas.microsoft.com/office/drawing/2014/main" id="{02D453A8-267C-532B-1CCE-A59D105FDAE1}"/>
              </a:ext>
            </a:extLst>
          </p:cNvPr>
          <p:cNvSpPr>
            <a:spLocks noGrp="1"/>
          </p:cNvSpPr>
          <p:nvPr>
            <p:ph type="sldNum" sz="quarter" idx="4"/>
          </p:nvPr>
        </p:nvSpPr>
        <p:spPr>
          <a:xfrm>
            <a:off x="7552215" y="7038904"/>
            <a:ext cx="2406015" cy="402314"/>
          </a:xfrm>
          <a:prstGeom prst="rect">
            <a:avLst/>
          </a:prstGeom>
        </p:spPr>
        <p:txBody>
          <a:bodyPr vert="horz" lIns="91440" tIns="45720" rIns="91440" bIns="45720" rtlCol="0" anchor="ctr"/>
          <a:lstStyle>
            <a:lvl1pPr algn="r">
              <a:defRPr sz="1402" b="1">
                <a:solidFill>
                  <a:schemeClr val="bg1"/>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128560168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4" r:id="rId28"/>
  </p:sldLayoutIdLst>
  <p:hf hdr="0" ftr="0" dt="0"/>
  <p:txStyles>
    <p:titleStyle>
      <a:lvl1pPr algn="l" defTabSz="801378" rtl="0" eaLnBrk="1" latinLnBrk="0" hangingPunct="1">
        <a:lnSpc>
          <a:spcPct val="90000"/>
        </a:lnSpc>
        <a:spcBef>
          <a:spcPct val="0"/>
        </a:spcBef>
        <a:buNone/>
        <a:defRPr sz="3856" b="1" kern="1200">
          <a:solidFill>
            <a:srgbClr val="004C6C"/>
          </a:solidFill>
          <a:latin typeface="+mj-lt"/>
          <a:ea typeface="+mj-ea"/>
          <a:cs typeface="+mj-cs"/>
        </a:defRPr>
      </a:lvl1pPr>
    </p:titleStyle>
    <p:bodyStyle>
      <a:lvl1pPr marL="200345" indent="-200345" algn="l" defTabSz="801378" rtl="0" eaLnBrk="1" latinLnBrk="0" hangingPunct="1">
        <a:lnSpc>
          <a:spcPct val="150000"/>
        </a:lnSpc>
        <a:spcBef>
          <a:spcPts val="876"/>
        </a:spcBef>
        <a:buFont typeface="Arial" panose="020B0604020202020204" pitchFamily="34" charset="0"/>
        <a:buChar char="•"/>
        <a:defRPr sz="2454" kern="1200">
          <a:solidFill>
            <a:schemeClr val="tx1"/>
          </a:solidFill>
          <a:latin typeface="+mn-lt"/>
          <a:ea typeface="+mn-ea"/>
          <a:cs typeface="+mn-cs"/>
        </a:defRPr>
      </a:lvl1pPr>
      <a:lvl2pPr marL="601034" indent="-200345" algn="l" defTabSz="801378" rtl="0" eaLnBrk="1" latinLnBrk="0" hangingPunct="1">
        <a:lnSpc>
          <a:spcPct val="150000"/>
        </a:lnSpc>
        <a:spcBef>
          <a:spcPts val="439"/>
        </a:spcBef>
        <a:buFont typeface="Arial" panose="020B0604020202020204" pitchFamily="34" charset="0"/>
        <a:buChar char="•"/>
        <a:defRPr sz="2454" kern="1200">
          <a:solidFill>
            <a:schemeClr val="tx1"/>
          </a:solidFill>
          <a:latin typeface="+mn-lt"/>
          <a:ea typeface="+mn-ea"/>
          <a:cs typeface="+mn-cs"/>
        </a:defRPr>
      </a:lvl2pPr>
      <a:lvl3pPr marL="1001723" indent="-200345" algn="l" defTabSz="801378" rtl="0" eaLnBrk="1" latinLnBrk="0" hangingPunct="1">
        <a:lnSpc>
          <a:spcPct val="150000"/>
        </a:lnSpc>
        <a:spcBef>
          <a:spcPts val="439"/>
        </a:spcBef>
        <a:buFont typeface="Arial" panose="020B0604020202020204" pitchFamily="34" charset="0"/>
        <a:buChar char="•"/>
        <a:defRPr sz="2103" kern="1200">
          <a:solidFill>
            <a:schemeClr val="tx1"/>
          </a:solidFill>
          <a:latin typeface="+mn-lt"/>
          <a:ea typeface="+mn-ea"/>
          <a:cs typeface="+mn-cs"/>
        </a:defRPr>
      </a:lvl3pPr>
      <a:lvl4pPr marL="1402412" indent="-200345" algn="l" defTabSz="801378" rtl="0" eaLnBrk="1" latinLnBrk="0" hangingPunct="1">
        <a:lnSpc>
          <a:spcPct val="150000"/>
        </a:lnSpc>
        <a:spcBef>
          <a:spcPts val="439"/>
        </a:spcBef>
        <a:buFont typeface="Arial" panose="020B0604020202020204" pitchFamily="34" charset="0"/>
        <a:buChar char="•"/>
        <a:defRPr sz="1753" kern="1200">
          <a:solidFill>
            <a:schemeClr val="tx1"/>
          </a:solidFill>
          <a:latin typeface="+mn-lt"/>
          <a:ea typeface="+mn-ea"/>
          <a:cs typeface="+mn-cs"/>
        </a:defRPr>
      </a:lvl4pPr>
      <a:lvl5pPr marL="1803102" indent="-200345" algn="l" defTabSz="801378" rtl="0" eaLnBrk="1" latinLnBrk="0" hangingPunct="1">
        <a:lnSpc>
          <a:spcPct val="150000"/>
        </a:lnSpc>
        <a:spcBef>
          <a:spcPts val="439"/>
        </a:spcBef>
        <a:buFont typeface="Arial" panose="020B0604020202020204" pitchFamily="34" charset="0"/>
        <a:buChar char="•"/>
        <a:defRPr sz="1753" kern="1200">
          <a:solidFill>
            <a:schemeClr val="tx1"/>
          </a:solidFill>
          <a:latin typeface="+mn-lt"/>
          <a:ea typeface="+mn-ea"/>
          <a:cs typeface="+mn-cs"/>
        </a:defRPr>
      </a:lvl5pPr>
      <a:lvl6pPr marL="2203792" indent="-200345" algn="l" defTabSz="801378" rtl="0" eaLnBrk="1" latinLnBrk="0" hangingPunct="1">
        <a:lnSpc>
          <a:spcPct val="90000"/>
        </a:lnSpc>
        <a:spcBef>
          <a:spcPts val="439"/>
        </a:spcBef>
        <a:buFont typeface="Arial" panose="020B0604020202020204" pitchFamily="34" charset="0"/>
        <a:buChar char="•"/>
        <a:defRPr sz="1578" kern="1200">
          <a:solidFill>
            <a:schemeClr val="tx1"/>
          </a:solidFill>
          <a:latin typeface="+mn-lt"/>
          <a:ea typeface="+mn-ea"/>
          <a:cs typeface="+mn-cs"/>
        </a:defRPr>
      </a:lvl6pPr>
      <a:lvl7pPr marL="2604481" indent="-200345" algn="l" defTabSz="801378" rtl="0" eaLnBrk="1" latinLnBrk="0" hangingPunct="1">
        <a:lnSpc>
          <a:spcPct val="90000"/>
        </a:lnSpc>
        <a:spcBef>
          <a:spcPts val="439"/>
        </a:spcBef>
        <a:buFont typeface="Arial" panose="020B0604020202020204" pitchFamily="34" charset="0"/>
        <a:buChar char="•"/>
        <a:defRPr sz="1578" kern="1200">
          <a:solidFill>
            <a:schemeClr val="tx1"/>
          </a:solidFill>
          <a:latin typeface="+mn-lt"/>
          <a:ea typeface="+mn-ea"/>
          <a:cs typeface="+mn-cs"/>
        </a:defRPr>
      </a:lvl7pPr>
      <a:lvl8pPr marL="3005170" indent="-200345" algn="l" defTabSz="801378" rtl="0" eaLnBrk="1" latinLnBrk="0" hangingPunct="1">
        <a:lnSpc>
          <a:spcPct val="90000"/>
        </a:lnSpc>
        <a:spcBef>
          <a:spcPts val="439"/>
        </a:spcBef>
        <a:buFont typeface="Arial" panose="020B0604020202020204" pitchFamily="34" charset="0"/>
        <a:buChar char="•"/>
        <a:defRPr sz="1578" kern="1200">
          <a:solidFill>
            <a:schemeClr val="tx1"/>
          </a:solidFill>
          <a:latin typeface="+mn-lt"/>
          <a:ea typeface="+mn-ea"/>
          <a:cs typeface="+mn-cs"/>
        </a:defRPr>
      </a:lvl8pPr>
      <a:lvl9pPr marL="3405859" indent="-200345" algn="l" defTabSz="801378" rtl="0" eaLnBrk="1" latinLnBrk="0" hangingPunct="1">
        <a:lnSpc>
          <a:spcPct val="90000"/>
        </a:lnSpc>
        <a:spcBef>
          <a:spcPts val="439"/>
        </a:spcBef>
        <a:buFont typeface="Arial" panose="020B0604020202020204" pitchFamily="34" charset="0"/>
        <a:buChar char="•"/>
        <a:defRPr sz="1578" kern="1200">
          <a:solidFill>
            <a:schemeClr val="tx1"/>
          </a:solidFill>
          <a:latin typeface="+mn-lt"/>
          <a:ea typeface="+mn-ea"/>
          <a:cs typeface="+mn-cs"/>
        </a:defRPr>
      </a:lvl9pPr>
    </p:bodyStyle>
    <p:otherStyle>
      <a:defPPr>
        <a:defRPr lang="en-US"/>
      </a:defPPr>
      <a:lvl1pPr marL="0" algn="l" defTabSz="801378" rtl="0" eaLnBrk="1" latinLnBrk="0" hangingPunct="1">
        <a:defRPr sz="1578" kern="1200">
          <a:solidFill>
            <a:schemeClr val="tx1"/>
          </a:solidFill>
          <a:latin typeface="+mn-lt"/>
          <a:ea typeface="+mn-ea"/>
          <a:cs typeface="+mn-cs"/>
        </a:defRPr>
      </a:lvl1pPr>
      <a:lvl2pPr marL="400689" algn="l" defTabSz="801378" rtl="0" eaLnBrk="1" latinLnBrk="0" hangingPunct="1">
        <a:defRPr sz="1578" kern="1200">
          <a:solidFill>
            <a:schemeClr val="tx1"/>
          </a:solidFill>
          <a:latin typeface="+mn-lt"/>
          <a:ea typeface="+mn-ea"/>
          <a:cs typeface="+mn-cs"/>
        </a:defRPr>
      </a:lvl2pPr>
      <a:lvl3pPr marL="801378" algn="l" defTabSz="801378" rtl="0" eaLnBrk="1" latinLnBrk="0" hangingPunct="1">
        <a:defRPr sz="1578" kern="1200">
          <a:solidFill>
            <a:schemeClr val="tx1"/>
          </a:solidFill>
          <a:latin typeface="+mn-lt"/>
          <a:ea typeface="+mn-ea"/>
          <a:cs typeface="+mn-cs"/>
        </a:defRPr>
      </a:lvl3pPr>
      <a:lvl4pPr marL="1202068" algn="l" defTabSz="801378" rtl="0" eaLnBrk="1" latinLnBrk="0" hangingPunct="1">
        <a:defRPr sz="1578" kern="1200">
          <a:solidFill>
            <a:schemeClr val="tx1"/>
          </a:solidFill>
          <a:latin typeface="+mn-lt"/>
          <a:ea typeface="+mn-ea"/>
          <a:cs typeface="+mn-cs"/>
        </a:defRPr>
      </a:lvl4pPr>
      <a:lvl5pPr marL="1602757" algn="l" defTabSz="801378" rtl="0" eaLnBrk="1" latinLnBrk="0" hangingPunct="1">
        <a:defRPr sz="1578" kern="1200">
          <a:solidFill>
            <a:schemeClr val="tx1"/>
          </a:solidFill>
          <a:latin typeface="+mn-lt"/>
          <a:ea typeface="+mn-ea"/>
          <a:cs typeface="+mn-cs"/>
        </a:defRPr>
      </a:lvl5pPr>
      <a:lvl6pPr marL="2003447" algn="l" defTabSz="801378" rtl="0" eaLnBrk="1" latinLnBrk="0" hangingPunct="1">
        <a:defRPr sz="1578" kern="1200">
          <a:solidFill>
            <a:schemeClr val="tx1"/>
          </a:solidFill>
          <a:latin typeface="+mn-lt"/>
          <a:ea typeface="+mn-ea"/>
          <a:cs typeface="+mn-cs"/>
        </a:defRPr>
      </a:lvl6pPr>
      <a:lvl7pPr marL="2404136" algn="l" defTabSz="801378" rtl="0" eaLnBrk="1" latinLnBrk="0" hangingPunct="1">
        <a:defRPr sz="1578" kern="1200">
          <a:solidFill>
            <a:schemeClr val="tx1"/>
          </a:solidFill>
          <a:latin typeface="+mn-lt"/>
          <a:ea typeface="+mn-ea"/>
          <a:cs typeface="+mn-cs"/>
        </a:defRPr>
      </a:lvl7pPr>
      <a:lvl8pPr marL="2804825" algn="l" defTabSz="801378" rtl="0" eaLnBrk="1" latinLnBrk="0" hangingPunct="1">
        <a:defRPr sz="1578" kern="1200">
          <a:solidFill>
            <a:schemeClr val="tx1"/>
          </a:solidFill>
          <a:latin typeface="+mn-lt"/>
          <a:ea typeface="+mn-ea"/>
          <a:cs typeface="+mn-cs"/>
        </a:defRPr>
      </a:lvl8pPr>
      <a:lvl9pPr marL="3205515" algn="l" defTabSz="801378" rtl="0" eaLnBrk="1" latinLnBrk="0" hangingPunct="1">
        <a:defRPr sz="15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2ABE34C9-C9F3-88B9-7DC7-48B60D3134CC}"/>
              </a:ext>
            </a:extLst>
          </p:cNvPr>
          <p:cNvSpPr>
            <a:spLocks noGrp="1"/>
          </p:cNvSpPr>
          <p:nvPr>
            <p:ph type="title"/>
          </p:nvPr>
        </p:nvSpPr>
        <p:spPr>
          <a:xfrm>
            <a:off x="726354" y="2788482"/>
            <a:ext cx="9215314" cy="1459990"/>
          </a:xfrm>
        </p:spPr>
        <p:txBody>
          <a:bodyPr vert="horz" lIns="91363" tIns="45682" rIns="91363" bIns="45682" rtlCol="0" anchor="ctr">
            <a:normAutofit fontScale="90000"/>
          </a:bodyPr>
          <a:lstStyle/>
          <a:p>
            <a:r>
              <a:rPr lang="en-IE" sz="4396" dirty="0">
                <a:solidFill>
                  <a:schemeClr val="tx1"/>
                </a:solidFill>
                <a:latin typeface="Helvetica" pitchFamily="2" charset="0"/>
              </a:rPr>
              <a:t>Module review – part 2</a:t>
            </a:r>
            <a:br>
              <a:rPr lang="en-IE" sz="4396" dirty="0">
                <a:solidFill>
                  <a:schemeClr val="tx1"/>
                </a:solidFill>
                <a:latin typeface="Helvetica" pitchFamily="2" charset="0"/>
              </a:rPr>
            </a:br>
            <a:br>
              <a:rPr lang="en-IE" sz="3997" dirty="0">
                <a:solidFill>
                  <a:schemeClr val="tx1"/>
                </a:solidFill>
                <a:latin typeface="Helvetica" pitchFamily="2" charset="0"/>
              </a:rPr>
            </a:br>
            <a:r>
              <a:rPr lang="en-IE" sz="3597" dirty="0">
                <a:solidFill>
                  <a:schemeClr val="tx1"/>
                </a:solidFill>
                <a:latin typeface="Helvetica" pitchFamily="2" charset="0"/>
              </a:rPr>
              <a:t>Dr Mariana Rocha</a:t>
            </a:r>
            <a:br>
              <a:rPr lang="en-IE" sz="3597" dirty="0">
                <a:solidFill>
                  <a:schemeClr val="tx1"/>
                </a:solidFill>
                <a:latin typeface="Helvetica" pitchFamily="2" charset="0"/>
              </a:rPr>
            </a:br>
            <a:r>
              <a:rPr lang="en-IE" sz="3597" dirty="0">
                <a:solidFill>
                  <a:schemeClr val="tx1"/>
                </a:solidFill>
                <a:latin typeface="Helvetica" pitchFamily="2" charset="0"/>
              </a:rPr>
              <a:t>School of Computer Science</a:t>
            </a:r>
            <a:endParaRPr lang="en-IE" sz="3997" dirty="0">
              <a:solidFill>
                <a:schemeClr val="tx1"/>
              </a:solidFill>
              <a:latin typeface="Helvetica" pitchFamily="2" charset="0"/>
            </a:endParaRPr>
          </a:p>
        </p:txBody>
      </p:sp>
      <p:sp>
        <p:nvSpPr>
          <p:cNvPr id="28" name="TextBox 27">
            <a:extLst>
              <a:ext uri="{FF2B5EF4-FFF2-40B4-BE49-F238E27FC236}">
                <a16:creationId xmlns:a16="http://schemas.microsoft.com/office/drawing/2014/main" id="{F8E066B0-7223-D5C8-AC47-4AE5F2157F6E}"/>
              </a:ext>
            </a:extLst>
          </p:cNvPr>
          <p:cNvSpPr txBox="1"/>
          <p:nvPr/>
        </p:nvSpPr>
        <p:spPr>
          <a:xfrm>
            <a:off x="739044" y="5910059"/>
            <a:ext cx="5735710" cy="492046"/>
          </a:xfrm>
          <a:prstGeom prst="rect">
            <a:avLst/>
          </a:prstGeom>
          <a:noFill/>
        </p:spPr>
        <p:txBody>
          <a:bodyPr wrap="none" lIns="91363" tIns="45682" rIns="91363" bIns="45682" rtlCol="0" anchor="t">
            <a:spAutoFit/>
          </a:bodyPr>
          <a:lstStyle/>
          <a:p>
            <a:r>
              <a:rPr lang="en-US" sz="2598" dirty="0">
                <a:latin typeface="Helvetica" pitchFamily="2" charset="0"/>
                <a:cs typeface="Open sans"/>
              </a:rPr>
              <a:t>CMPU 2007 Databases 1, Lecture 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9296720" y="6870294"/>
            <a:ext cx="391795" cy="0"/>
          </a:xfrm>
          <a:custGeom>
            <a:avLst/>
            <a:gdLst/>
            <a:ahLst/>
            <a:cxnLst/>
            <a:rect l="l" t="t" r="r" b="b"/>
            <a:pathLst>
              <a:path w="391795">
                <a:moveTo>
                  <a:pt x="0" y="0"/>
                </a:moveTo>
                <a:lnTo>
                  <a:pt x="391474" y="0"/>
                </a:lnTo>
              </a:path>
            </a:pathLst>
          </a:custGeom>
          <a:ln w="10072">
            <a:solidFill>
              <a:srgbClr val="9FB8CD"/>
            </a:solidFill>
          </a:ln>
        </p:spPr>
        <p:txBody>
          <a:bodyPr wrap="square" lIns="0" tIns="0" rIns="0" bIns="0" rtlCol="0"/>
          <a:lstStyle/>
          <a:p>
            <a:endParaRPr/>
          </a:p>
        </p:txBody>
      </p:sp>
      <p:sp>
        <p:nvSpPr>
          <p:cNvPr id="6" name="object 6"/>
          <p:cNvSpPr txBox="1">
            <a:spLocks noGrp="1"/>
          </p:cNvSpPr>
          <p:nvPr>
            <p:ph type="title"/>
          </p:nvPr>
        </p:nvSpPr>
        <p:spPr>
          <a:xfrm>
            <a:off x="1073910" y="695637"/>
            <a:ext cx="5034789"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Inserting data</a:t>
            </a:r>
          </a:p>
        </p:txBody>
      </p:sp>
      <p:sp>
        <p:nvSpPr>
          <p:cNvPr id="7" name="object 7"/>
          <p:cNvSpPr txBox="1"/>
          <p:nvPr/>
        </p:nvSpPr>
        <p:spPr>
          <a:xfrm>
            <a:off x="469900" y="1426102"/>
            <a:ext cx="9378189" cy="3788217"/>
          </a:xfrm>
          <a:prstGeom prst="rect">
            <a:avLst/>
          </a:prstGeom>
        </p:spPr>
        <p:txBody>
          <a:bodyPr vert="horz" wrap="square" lIns="0" tIns="48260" rIns="0" bIns="0" rtlCol="0">
            <a:spAutoFit/>
          </a:bodyPr>
          <a:lstStyle/>
          <a:p>
            <a:pPr marL="200505" marR="5080" lvl="1" indent="-200505" defTabSz="802020">
              <a:spcBef>
                <a:spcPts val="877"/>
              </a:spcBef>
              <a:buClr>
                <a:srgbClr val="9FB8CD"/>
              </a:buClr>
              <a:buSzPct val="75000"/>
              <a:buFont typeface="Arial" panose="020B0604020202020204" pitchFamily="34" charset="0"/>
              <a:buChar char="•"/>
              <a:tabLst>
                <a:tab pos="592455" algn="l"/>
                <a:tab pos="593090" algn="l"/>
              </a:tabLst>
            </a:pPr>
            <a:r>
              <a:rPr lang="pt-BR" sz="2200" dirty="0"/>
              <a:t>Before </a:t>
            </a:r>
            <a:r>
              <a:rPr lang="pt-BR" sz="2200" dirty="0" err="1"/>
              <a:t>inserting</a:t>
            </a:r>
            <a:r>
              <a:rPr lang="pt-BR" sz="2200" dirty="0"/>
              <a:t> data, </a:t>
            </a:r>
            <a:r>
              <a:rPr lang="pt-BR" sz="2200" dirty="0" err="1"/>
              <a:t>consider</a:t>
            </a:r>
            <a:r>
              <a:rPr lang="pt-BR" sz="2200" dirty="0"/>
              <a:t>:</a:t>
            </a:r>
            <a:endParaRPr sz="2200" dirty="0"/>
          </a:p>
          <a:p>
            <a:pPr marL="657705" marR="5080" lvl="2" indent="-200505" defTabSz="802020">
              <a:spcBef>
                <a:spcPts val="877"/>
              </a:spcBef>
              <a:buClr>
                <a:srgbClr val="9FB8CD"/>
              </a:buClr>
              <a:buSzPct val="75000"/>
              <a:buFont typeface="Arial" panose="020B0604020202020204" pitchFamily="34" charset="0"/>
              <a:buChar char="•"/>
              <a:tabLst>
                <a:tab pos="592455" algn="l"/>
                <a:tab pos="593090" algn="l"/>
              </a:tabLst>
            </a:pPr>
            <a:r>
              <a:rPr lang="pt-BR" sz="2200" dirty="0"/>
              <a:t>T</a:t>
            </a:r>
            <a:r>
              <a:rPr sz="2200" dirty="0"/>
              <a:t>he format of the table</a:t>
            </a:r>
            <a:r>
              <a:rPr lang="pt-BR" sz="2200" dirty="0"/>
              <a:t> (</a:t>
            </a:r>
            <a:r>
              <a:rPr lang="pt-BR" sz="2200" dirty="0" err="1"/>
              <a:t>the</a:t>
            </a:r>
            <a:r>
              <a:rPr lang="pt-BR" sz="2200" dirty="0"/>
              <a:t> </a:t>
            </a:r>
            <a:r>
              <a:rPr lang="pt-BR" sz="2200" dirty="0" err="1"/>
              <a:t>columns</a:t>
            </a:r>
            <a:r>
              <a:rPr lang="pt-BR" sz="2200" dirty="0"/>
              <a:t> </a:t>
            </a:r>
            <a:r>
              <a:rPr lang="pt-BR" sz="2200" dirty="0" err="1"/>
              <a:t>and</a:t>
            </a:r>
            <a:r>
              <a:rPr lang="pt-BR" sz="2200" dirty="0"/>
              <a:t> </a:t>
            </a:r>
            <a:r>
              <a:rPr lang="pt-BR" sz="2200" dirty="0" err="1"/>
              <a:t>their</a:t>
            </a:r>
            <a:r>
              <a:rPr lang="pt-BR" sz="2200" dirty="0"/>
              <a:t> </a:t>
            </a:r>
            <a:r>
              <a:rPr lang="pt-BR" sz="2200" dirty="0" err="1"/>
              <a:t>constraints</a:t>
            </a:r>
            <a:r>
              <a:rPr lang="pt-BR" sz="2200" dirty="0"/>
              <a:t>)</a:t>
            </a:r>
          </a:p>
          <a:p>
            <a:pPr marL="657705" marR="5080" lvl="2" indent="-200505" defTabSz="802020">
              <a:spcBef>
                <a:spcPts val="877"/>
              </a:spcBef>
              <a:buClr>
                <a:srgbClr val="9FB8CD"/>
              </a:buClr>
              <a:buSzPct val="75000"/>
              <a:buFont typeface="Arial" panose="020B0604020202020204" pitchFamily="34" charset="0"/>
              <a:buChar char="•"/>
              <a:tabLst>
                <a:tab pos="592455" algn="l"/>
                <a:tab pos="593090" algn="l"/>
              </a:tabLst>
            </a:pPr>
            <a:r>
              <a:rPr lang="pt-BR" sz="2200" dirty="0"/>
              <a:t>The </a:t>
            </a:r>
            <a:r>
              <a:rPr lang="pt-BR" sz="2200" dirty="0" err="1"/>
              <a:t>type</a:t>
            </a:r>
            <a:r>
              <a:rPr lang="pt-BR" sz="2200" dirty="0"/>
              <a:t> </a:t>
            </a:r>
            <a:r>
              <a:rPr lang="pt-BR" sz="2200" dirty="0" err="1"/>
              <a:t>of</a:t>
            </a:r>
            <a:r>
              <a:rPr lang="pt-BR" sz="2200" dirty="0"/>
              <a:t> </a:t>
            </a:r>
            <a:r>
              <a:rPr lang="pt-BR" sz="2200" dirty="0" err="1"/>
              <a:t>insert</a:t>
            </a:r>
            <a:r>
              <a:rPr lang="pt-BR" sz="2200" dirty="0"/>
              <a:t>:</a:t>
            </a:r>
          </a:p>
          <a:p>
            <a:pPr marL="1114905" marR="5080" lvl="3" indent="-200505" defTabSz="802020">
              <a:spcBef>
                <a:spcPts val="877"/>
              </a:spcBef>
              <a:buClr>
                <a:srgbClr val="9FB8CD"/>
              </a:buClr>
              <a:buSzPct val="75000"/>
              <a:buFont typeface="Arial" panose="020B0604020202020204" pitchFamily="34" charset="0"/>
              <a:buChar char="•"/>
              <a:tabLst>
                <a:tab pos="592455" algn="l"/>
                <a:tab pos="593090" algn="l"/>
              </a:tabLst>
            </a:pPr>
            <a:r>
              <a:rPr lang="pt-BR" sz="2200" dirty="0"/>
              <a:t>Full </a:t>
            </a:r>
            <a:r>
              <a:rPr lang="pt-BR" sz="2200" dirty="0" err="1"/>
              <a:t>insert</a:t>
            </a:r>
            <a:endParaRPr lang="pt-BR" sz="2200" dirty="0"/>
          </a:p>
          <a:p>
            <a:pPr marL="1114905" marR="5080" lvl="3" indent="-200505" defTabSz="802020">
              <a:spcBef>
                <a:spcPts val="877"/>
              </a:spcBef>
              <a:buClr>
                <a:srgbClr val="9FB8CD"/>
              </a:buClr>
              <a:buSzPct val="75000"/>
              <a:buFont typeface="Arial" panose="020B0604020202020204" pitchFamily="34" charset="0"/>
              <a:buChar char="•"/>
              <a:tabLst>
                <a:tab pos="592455" algn="l"/>
                <a:tab pos="593090" algn="l"/>
              </a:tabLst>
            </a:pPr>
            <a:r>
              <a:rPr lang="pt-BR" sz="2200" dirty="0" err="1"/>
              <a:t>Partial</a:t>
            </a:r>
            <a:r>
              <a:rPr lang="pt-BR" sz="2200" dirty="0"/>
              <a:t> </a:t>
            </a:r>
            <a:r>
              <a:rPr lang="pt-BR" sz="2200" dirty="0" err="1"/>
              <a:t>insert</a:t>
            </a:r>
            <a:endParaRPr sz="2200" dirty="0"/>
          </a:p>
          <a:p>
            <a:pPr marL="200505" marR="5080" lvl="1" indent="-200505" defTabSz="802020">
              <a:spcBef>
                <a:spcPts val="877"/>
              </a:spcBef>
              <a:buClr>
                <a:srgbClr val="9FB8CD"/>
              </a:buClr>
              <a:buSzPct val="75000"/>
              <a:buFont typeface="Arial" panose="020B0604020202020204" pitchFamily="34" charset="0"/>
              <a:buChar char="•"/>
              <a:tabLst>
                <a:tab pos="592455" algn="l"/>
                <a:tab pos="593090" algn="l"/>
              </a:tabLst>
            </a:pPr>
            <a:r>
              <a:rPr sz="2200" dirty="0"/>
              <a:t>All CHAR,VARCHAR and DATE fields must have their values surrounded by single quotes.</a:t>
            </a:r>
          </a:p>
          <a:p>
            <a:pPr marL="200505" marR="5080" lvl="1" indent="-200505" defTabSz="802020">
              <a:spcBef>
                <a:spcPts val="877"/>
              </a:spcBef>
              <a:buClr>
                <a:srgbClr val="9FB8CD"/>
              </a:buClr>
              <a:buSzPct val="75000"/>
              <a:buFont typeface="Arial" panose="020B0604020202020204" pitchFamily="34" charset="0"/>
              <a:buChar char="•"/>
              <a:tabLst>
                <a:tab pos="592455" algn="l"/>
                <a:tab pos="593090" algn="l"/>
              </a:tabLst>
            </a:pPr>
            <a:r>
              <a:rPr sz="2200" dirty="0"/>
              <a:t>If we do not include a column list</a:t>
            </a:r>
            <a:r>
              <a:rPr lang="pt-BR" sz="2200" dirty="0"/>
              <a:t>, PostgreSQL</a:t>
            </a:r>
            <a:r>
              <a:rPr sz="2200" dirty="0"/>
              <a:t> assumes you</a:t>
            </a:r>
            <a:r>
              <a:rPr lang="pt-BR" sz="2200" dirty="0"/>
              <a:t> </a:t>
            </a:r>
            <a:r>
              <a:rPr sz="2200" dirty="0"/>
              <a:t>are inserting data in the column order it expects.</a:t>
            </a:r>
          </a:p>
        </p:txBody>
      </p:sp>
      <p:sp>
        <p:nvSpPr>
          <p:cNvPr id="9" name="object 9"/>
          <p:cNvSpPr txBox="1"/>
          <p:nvPr/>
        </p:nvSpPr>
        <p:spPr>
          <a:xfrm>
            <a:off x="622300" y="5828521"/>
            <a:ext cx="7449184" cy="603754"/>
          </a:xfrm>
          <a:prstGeom prst="rect">
            <a:avLst/>
          </a:prstGeom>
          <a:solidFill>
            <a:srgbClr val="FEF8E4"/>
          </a:solidFill>
        </p:spPr>
        <p:txBody>
          <a:bodyPr vert="horz" wrap="square" lIns="0" tIns="31114" rIns="0" bIns="0" rtlCol="0">
            <a:spAutoFit/>
          </a:bodyPr>
          <a:lstStyle/>
          <a:p>
            <a:pPr marL="91440" marR="1229360">
              <a:lnSpc>
                <a:spcPct val="101099"/>
              </a:lnSpc>
              <a:spcBef>
                <a:spcPts val="244"/>
              </a:spcBef>
            </a:pPr>
            <a:r>
              <a:rPr sz="1900" dirty="0">
                <a:latin typeface="Arial"/>
                <a:cs typeface="Arial"/>
              </a:rPr>
              <a:t>INSERT INTO table (column1, column2, ... column_n ) VALUES  (expression1, expression2, ... expression_n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A1E3437-B907-517C-8FB2-611F6D111562}"/>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C6256361-49D0-0F09-CA69-9E1984366E40}"/>
              </a:ext>
            </a:extLst>
          </p:cNvPr>
          <p:cNvSpPr txBox="1">
            <a:spLocks noGrp="1"/>
          </p:cNvSpPr>
          <p:nvPr>
            <p:ph type="title"/>
          </p:nvPr>
        </p:nvSpPr>
        <p:spPr>
          <a:xfrm>
            <a:off x="1073910" y="283810"/>
            <a:ext cx="6997574"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Winter</a:t>
            </a:r>
            <a:r>
              <a:rPr lang="pt-BR" sz="3859" spc="-20" dirty="0"/>
              <a:t> </a:t>
            </a:r>
            <a:r>
              <a:rPr lang="pt-BR" sz="3859" spc="-20" dirty="0" err="1"/>
              <a:t>exam</a:t>
            </a:r>
            <a:r>
              <a:rPr lang="pt-BR" sz="3859" spc="-20" dirty="0"/>
              <a:t> – 2023/24</a:t>
            </a:r>
            <a:endParaRPr sz="3859" spc="-20" dirty="0"/>
          </a:p>
        </p:txBody>
      </p:sp>
      <p:pic>
        <p:nvPicPr>
          <p:cNvPr id="8" name="Picture 7" descr="A diagram of a movie&#10;&#10;AI-generated content may be incorrect.">
            <a:extLst>
              <a:ext uri="{FF2B5EF4-FFF2-40B4-BE49-F238E27FC236}">
                <a16:creationId xmlns:a16="http://schemas.microsoft.com/office/drawing/2014/main" id="{CC3BFBE0-AE6D-A80B-AE68-9944C43CB2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338" y="1032502"/>
            <a:ext cx="10225661" cy="6555748"/>
          </a:xfrm>
          <a:prstGeom prst="rect">
            <a:avLst/>
          </a:prstGeom>
        </p:spPr>
      </p:pic>
    </p:spTree>
    <p:extLst>
      <p:ext uri="{BB962C8B-B14F-4D97-AF65-F5344CB8AC3E}">
        <p14:creationId xmlns:p14="http://schemas.microsoft.com/office/powerpoint/2010/main" val="3723716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D201626-9007-325C-7FFB-C3579CECCC7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FA6ABEE-C5D7-64E0-5EE0-30AE6C260A24}"/>
              </a:ext>
            </a:extLst>
          </p:cNvPr>
          <p:cNvSpPr/>
          <p:nvPr/>
        </p:nvSpPr>
        <p:spPr>
          <a:xfrm>
            <a:off x="9296720" y="6870294"/>
            <a:ext cx="391795" cy="0"/>
          </a:xfrm>
          <a:custGeom>
            <a:avLst/>
            <a:gdLst/>
            <a:ahLst/>
            <a:cxnLst/>
            <a:rect l="l" t="t" r="r" b="b"/>
            <a:pathLst>
              <a:path w="391795">
                <a:moveTo>
                  <a:pt x="0" y="0"/>
                </a:moveTo>
                <a:lnTo>
                  <a:pt x="391474" y="0"/>
                </a:lnTo>
              </a:path>
            </a:pathLst>
          </a:custGeom>
          <a:ln w="10072">
            <a:solidFill>
              <a:srgbClr val="9FB8CD"/>
            </a:solidFill>
          </a:ln>
        </p:spPr>
        <p:txBody>
          <a:bodyPr wrap="square" lIns="0" tIns="0" rIns="0" bIns="0" rtlCol="0"/>
          <a:lstStyle/>
          <a:p>
            <a:endParaRPr/>
          </a:p>
        </p:txBody>
      </p:sp>
      <p:sp>
        <p:nvSpPr>
          <p:cNvPr id="6" name="object 6">
            <a:extLst>
              <a:ext uri="{FF2B5EF4-FFF2-40B4-BE49-F238E27FC236}">
                <a16:creationId xmlns:a16="http://schemas.microsoft.com/office/drawing/2014/main" id="{A4B90265-DA82-D491-E3C9-8B7B5A39F86B}"/>
              </a:ext>
            </a:extLst>
          </p:cNvPr>
          <p:cNvSpPr txBox="1">
            <a:spLocks noGrp="1"/>
          </p:cNvSpPr>
          <p:nvPr>
            <p:ph type="title"/>
          </p:nvPr>
        </p:nvSpPr>
        <p:spPr>
          <a:xfrm>
            <a:off x="1073910" y="695637"/>
            <a:ext cx="6997574"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Winter</a:t>
            </a:r>
            <a:r>
              <a:rPr lang="pt-BR" sz="3859" spc="-20" dirty="0"/>
              <a:t> </a:t>
            </a:r>
            <a:r>
              <a:rPr lang="pt-BR" sz="3859" spc="-20" dirty="0" err="1"/>
              <a:t>exam</a:t>
            </a:r>
            <a:r>
              <a:rPr lang="pt-BR" sz="3859" spc="-20" dirty="0"/>
              <a:t> – 2023/24</a:t>
            </a:r>
            <a:endParaRPr sz="3859" spc="-20" dirty="0"/>
          </a:p>
        </p:txBody>
      </p:sp>
      <p:sp>
        <p:nvSpPr>
          <p:cNvPr id="4" name="TextBox 3">
            <a:extLst>
              <a:ext uri="{FF2B5EF4-FFF2-40B4-BE49-F238E27FC236}">
                <a16:creationId xmlns:a16="http://schemas.microsoft.com/office/drawing/2014/main" id="{AAEC5D91-5136-7779-3CB8-8AB62B3EEFC1}"/>
              </a:ext>
            </a:extLst>
          </p:cNvPr>
          <p:cNvSpPr txBox="1"/>
          <p:nvPr/>
        </p:nvSpPr>
        <p:spPr>
          <a:xfrm>
            <a:off x="469900" y="1644650"/>
            <a:ext cx="9836150" cy="4185761"/>
          </a:xfrm>
          <a:prstGeom prst="rect">
            <a:avLst/>
          </a:prstGeom>
          <a:noFill/>
        </p:spPr>
        <p:txBody>
          <a:bodyPr wrap="square">
            <a:spAutoFit/>
          </a:bodyPr>
          <a:lstStyle/>
          <a:p>
            <a:pPr algn="just">
              <a:buNone/>
            </a:pPr>
            <a:r>
              <a:rPr lang="en-US" sz="2400" dirty="0">
                <a:effectLst/>
                <a:latin typeface="Times New Roman" panose="02020603050405020304" pitchFamily="18" charset="0"/>
                <a:ea typeface="Times New Roman" panose="02020603050405020304" pitchFamily="18" charset="0"/>
              </a:rPr>
              <a:t>The following SQL queries were written as an attempt to insert data into the video game database. However, each query returned an error. Identify and explain the errors in the queries below:</a:t>
            </a:r>
            <a:r>
              <a:rPr lang="en-US" sz="2400" b="1" dirty="0">
                <a:effectLst/>
                <a:latin typeface="Times New Roman" panose="02020603050405020304" pitchFamily="18" charset="0"/>
                <a:ea typeface="Times New Roman" panose="02020603050405020304" pitchFamily="18" charset="0"/>
              </a:rPr>
              <a:t> </a:t>
            </a:r>
            <a:endParaRPr lang="en-IE" sz="2400" dirty="0">
              <a:effectLst/>
              <a:latin typeface="Times New Roman" panose="02020603050405020304" pitchFamily="18" charset="0"/>
              <a:ea typeface="Times New Roman" panose="02020603050405020304" pitchFamily="18" charset="0"/>
            </a:endParaRPr>
          </a:p>
          <a:p>
            <a:pPr>
              <a:buNone/>
            </a:pPr>
            <a:r>
              <a:rPr lang="en-US" sz="3200" b="1" dirty="0">
                <a:effectLst/>
                <a:latin typeface="Times New Roman" panose="02020603050405020304" pitchFamily="18" charset="0"/>
                <a:ea typeface="Times New Roman" panose="02020603050405020304" pitchFamily="18" charset="0"/>
              </a:rPr>
              <a:t> </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INSERT INTO Movie</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VALUES (102, 'The Shawshank Redemption', 1994, 'Frank Darabont');</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 </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INSERT INTO Actor (</a:t>
            </a:r>
            <a:r>
              <a:rPr lang="en-US" sz="1800" dirty="0" err="1">
                <a:solidFill>
                  <a:srgbClr val="000000"/>
                </a:solidFill>
                <a:effectLst/>
                <a:latin typeface="Menlo" panose="020B0609030804020204" pitchFamily="49" charset="0"/>
                <a:ea typeface="Times New Roman" panose="02020603050405020304" pitchFamily="18" charset="0"/>
              </a:rPr>
              <a:t>ActorID</a:t>
            </a:r>
            <a:r>
              <a:rPr lang="en-US" sz="1800" dirty="0">
                <a:solidFill>
                  <a:srgbClr val="000000"/>
                </a:solidFill>
                <a:effectLst/>
                <a:latin typeface="Menlo" panose="020B0609030804020204" pitchFamily="49" charset="0"/>
                <a:ea typeface="Times New Roman" panose="02020603050405020304" pitchFamily="18" charset="0"/>
              </a:rPr>
              <a:t>, FirstName, LastName)</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VALUES (201, Tom, Hanks);</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 </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INSERT INTO Movie (</a:t>
            </a:r>
            <a:r>
              <a:rPr lang="en-US" sz="1800" dirty="0" err="1">
                <a:solidFill>
                  <a:srgbClr val="000000"/>
                </a:solidFill>
                <a:effectLst/>
                <a:latin typeface="Menlo" panose="020B0609030804020204" pitchFamily="49" charset="0"/>
                <a:ea typeface="Times New Roman" panose="02020603050405020304" pitchFamily="18" charset="0"/>
              </a:rPr>
              <a:t>MovieID</a:t>
            </a:r>
            <a:r>
              <a:rPr lang="en-US" sz="1800" dirty="0">
                <a:solidFill>
                  <a:srgbClr val="000000"/>
                </a:solidFill>
                <a:effectLst/>
                <a:latin typeface="Menlo" panose="020B0609030804020204" pitchFamily="49" charset="0"/>
                <a:ea typeface="Times New Roman" panose="02020603050405020304" pitchFamily="18" charset="0"/>
              </a:rPr>
              <a:t>, Title, </a:t>
            </a:r>
            <a:r>
              <a:rPr lang="en-US" sz="1800" dirty="0" err="1">
                <a:solidFill>
                  <a:srgbClr val="000000"/>
                </a:solidFill>
                <a:effectLst/>
                <a:latin typeface="Menlo" panose="020B0609030804020204" pitchFamily="49" charset="0"/>
                <a:ea typeface="Times New Roman" panose="02020603050405020304" pitchFamily="18" charset="0"/>
              </a:rPr>
              <a:t>ReleaseYear</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GenreID</a:t>
            </a:r>
            <a:r>
              <a:rPr lang="en-US" sz="1800" dirty="0">
                <a:solidFill>
                  <a:srgbClr val="000000"/>
                </a:solidFill>
                <a:effectLst/>
                <a:latin typeface="Menlo" panose="020B0609030804020204" pitchFamily="49" charset="0"/>
                <a:ea typeface="Times New Roman" panose="02020603050405020304" pitchFamily="18" charset="0"/>
              </a:rPr>
              <a:t>, Director)</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VALUES (101, 'Inception', 2010, 1, 'Christopher Nolan', '</a:t>
            </a:r>
            <a:r>
              <a:rPr lang="en-US" sz="1800" dirty="0" err="1">
                <a:solidFill>
                  <a:srgbClr val="000000"/>
                </a:solidFill>
                <a:effectLst/>
                <a:latin typeface="Menlo" panose="020B0609030804020204" pitchFamily="49" charset="0"/>
                <a:ea typeface="Times New Roman" panose="02020603050405020304" pitchFamily="18" charset="0"/>
              </a:rPr>
              <a:t>christopher.nolan@gmail.com</a:t>
            </a:r>
            <a:r>
              <a:rPr lang="en-US" sz="1800" dirty="0">
                <a:solidFill>
                  <a:srgbClr val="000000"/>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99159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C8D08CD-6A1F-115B-A75F-24CFF403149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F62E5B0-C1D9-2BDB-ECDF-0A74B382B2D7}"/>
              </a:ext>
            </a:extLst>
          </p:cNvPr>
          <p:cNvSpPr/>
          <p:nvPr/>
        </p:nvSpPr>
        <p:spPr>
          <a:xfrm>
            <a:off x="9296720" y="6870294"/>
            <a:ext cx="391795" cy="0"/>
          </a:xfrm>
          <a:custGeom>
            <a:avLst/>
            <a:gdLst/>
            <a:ahLst/>
            <a:cxnLst/>
            <a:rect l="l" t="t" r="r" b="b"/>
            <a:pathLst>
              <a:path w="391795">
                <a:moveTo>
                  <a:pt x="0" y="0"/>
                </a:moveTo>
                <a:lnTo>
                  <a:pt x="391474" y="0"/>
                </a:lnTo>
              </a:path>
            </a:pathLst>
          </a:custGeom>
          <a:ln w="10072">
            <a:solidFill>
              <a:srgbClr val="9FB8CD"/>
            </a:solidFill>
          </a:ln>
        </p:spPr>
        <p:txBody>
          <a:bodyPr wrap="square" lIns="0" tIns="0" rIns="0" bIns="0" rtlCol="0"/>
          <a:lstStyle/>
          <a:p>
            <a:endParaRPr/>
          </a:p>
        </p:txBody>
      </p:sp>
      <p:sp>
        <p:nvSpPr>
          <p:cNvPr id="6" name="object 6">
            <a:extLst>
              <a:ext uri="{FF2B5EF4-FFF2-40B4-BE49-F238E27FC236}">
                <a16:creationId xmlns:a16="http://schemas.microsoft.com/office/drawing/2014/main" id="{CFA5AC24-B5AD-7309-CF2E-EF777F480BE3}"/>
              </a:ext>
            </a:extLst>
          </p:cNvPr>
          <p:cNvSpPr txBox="1">
            <a:spLocks noGrp="1"/>
          </p:cNvSpPr>
          <p:nvPr>
            <p:ph type="title"/>
          </p:nvPr>
        </p:nvSpPr>
        <p:spPr>
          <a:xfrm>
            <a:off x="1073910" y="695637"/>
            <a:ext cx="6997574"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Winter</a:t>
            </a:r>
            <a:r>
              <a:rPr lang="pt-BR" sz="3859" spc="-20" dirty="0"/>
              <a:t> </a:t>
            </a:r>
            <a:r>
              <a:rPr lang="pt-BR" sz="3859" spc="-20" dirty="0" err="1"/>
              <a:t>exam</a:t>
            </a:r>
            <a:r>
              <a:rPr lang="pt-BR" sz="3859" spc="-20" dirty="0"/>
              <a:t> – 2023/24</a:t>
            </a:r>
            <a:endParaRPr sz="3859" spc="-20" dirty="0"/>
          </a:p>
        </p:txBody>
      </p:sp>
      <p:sp>
        <p:nvSpPr>
          <p:cNvPr id="4" name="TextBox 3">
            <a:extLst>
              <a:ext uri="{FF2B5EF4-FFF2-40B4-BE49-F238E27FC236}">
                <a16:creationId xmlns:a16="http://schemas.microsoft.com/office/drawing/2014/main" id="{1E837B97-3E1E-08FD-AD2E-5F2932AF562B}"/>
              </a:ext>
            </a:extLst>
          </p:cNvPr>
          <p:cNvSpPr txBox="1"/>
          <p:nvPr/>
        </p:nvSpPr>
        <p:spPr>
          <a:xfrm>
            <a:off x="469900" y="1644650"/>
            <a:ext cx="9836150" cy="2585323"/>
          </a:xfrm>
          <a:prstGeom prst="rect">
            <a:avLst/>
          </a:prstGeom>
          <a:noFill/>
        </p:spPr>
        <p:txBody>
          <a:bodyPr wrap="square">
            <a:spAutoFit/>
          </a:bodyPr>
          <a:lstStyle/>
          <a:p>
            <a:pPr>
              <a:buNone/>
            </a:pPr>
            <a:r>
              <a:rPr lang="en-US" sz="1800" dirty="0">
                <a:solidFill>
                  <a:srgbClr val="000000"/>
                </a:solidFill>
                <a:effectLst/>
                <a:latin typeface="Menlo" panose="020B0609030804020204" pitchFamily="49" charset="0"/>
                <a:ea typeface="Times New Roman" panose="02020603050405020304" pitchFamily="18" charset="0"/>
              </a:rPr>
              <a:t>INSERT INTO Movie</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VALUES (102, 'The Shawshank Redemption', 1994, 'Frank Darabont');</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 </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INSERT INTO Actor (</a:t>
            </a:r>
            <a:r>
              <a:rPr lang="en-US" sz="1800" dirty="0" err="1">
                <a:solidFill>
                  <a:srgbClr val="000000"/>
                </a:solidFill>
                <a:effectLst/>
                <a:latin typeface="Menlo" panose="020B0609030804020204" pitchFamily="49" charset="0"/>
                <a:ea typeface="Times New Roman" panose="02020603050405020304" pitchFamily="18" charset="0"/>
              </a:rPr>
              <a:t>ActorID</a:t>
            </a:r>
            <a:r>
              <a:rPr lang="en-US" sz="1800" dirty="0">
                <a:solidFill>
                  <a:srgbClr val="000000"/>
                </a:solidFill>
                <a:effectLst/>
                <a:latin typeface="Menlo" panose="020B0609030804020204" pitchFamily="49" charset="0"/>
                <a:ea typeface="Times New Roman" panose="02020603050405020304" pitchFamily="18" charset="0"/>
              </a:rPr>
              <a:t>, FirstName, LastName)</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VALUES (201, Tom, Hanks);</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 </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INSERT INTO Movie (</a:t>
            </a:r>
            <a:r>
              <a:rPr lang="en-US" sz="1800" dirty="0" err="1">
                <a:solidFill>
                  <a:srgbClr val="000000"/>
                </a:solidFill>
                <a:effectLst/>
                <a:latin typeface="Menlo" panose="020B0609030804020204" pitchFamily="49" charset="0"/>
                <a:ea typeface="Times New Roman" panose="02020603050405020304" pitchFamily="18" charset="0"/>
              </a:rPr>
              <a:t>MovieID</a:t>
            </a:r>
            <a:r>
              <a:rPr lang="en-US" sz="1800" dirty="0">
                <a:solidFill>
                  <a:srgbClr val="000000"/>
                </a:solidFill>
                <a:effectLst/>
                <a:latin typeface="Menlo" panose="020B0609030804020204" pitchFamily="49" charset="0"/>
                <a:ea typeface="Times New Roman" panose="02020603050405020304" pitchFamily="18" charset="0"/>
              </a:rPr>
              <a:t>, Title, </a:t>
            </a:r>
            <a:r>
              <a:rPr lang="en-US" sz="1800" dirty="0" err="1">
                <a:solidFill>
                  <a:srgbClr val="000000"/>
                </a:solidFill>
                <a:effectLst/>
                <a:latin typeface="Menlo" panose="020B0609030804020204" pitchFamily="49" charset="0"/>
                <a:ea typeface="Times New Roman" panose="02020603050405020304" pitchFamily="18" charset="0"/>
              </a:rPr>
              <a:t>ReleaseYear</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GenreID</a:t>
            </a:r>
            <a:r>
              <a:rPr lang="en-US" sz="1800" dirty="0">
                <a:solidFill>
                  <a:srgbClr val="000000"/>
                </a:solidFill>
                <a:effectLst/>
                <a:latin typeface="Menlo" panose="020B0609030804020204" pitchFamily="49" charset="0"/>
                <a:ea typeface="Times New Roman" panose="02020603050405020304" pitchFamily="18" charset="0"/>
              </a:rPr>
              <a:t>, Director)</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VALUES (101, 'Inception', 2010, 1, 'Christopher Nolan', '</a:t>
            </a:r>
            <a:r>
              <a:rPr lang="en-US" sz="1800" dirty="0" err="1">
                <a:solidFill>
                  <a:srgbClr val="000000"/>
                </a:solidFill>
                <a:effectLst/>
                <a:latin typeface="Menlo" panose="020B0609030804020204" pitchFamily="49" charset="0"/>
                <a:ea typeface="Times New Roman" panose="02020603050405020304" pitchFamily="18" charset="0"/>
              </a:rPr>
              <a:t>christopher.nolan@gmail.com</a:t>
            </a:r>
            <a:r>
              <a:rPr lang="en-US" sz="1800" dirty="0">
                <a:solidFill>
                  <a:srgbClr val="000000"/>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60454291-E9CE-AC6B-A2E8-012577AF3EBB}"/>
              </a:ext>
            </a:extLst>
          </p:cNvPr>
          <p:cNvSpPr txBox="1"/>
          <p:nvPr/>
        </p:nvSpPr>
        <p:spPr>
          <a:xfrm>
            <a:off x="317500" y="4387850"/>
            <a:ext cx="9531351" cy="2914452"/>
          </a:xfrm>
          <a:prstGeom prst="rect">
            <a:avLst/>
          </a:prstGeom>
          <a:noFill/>
        </p:spPr>
        <p:txBody>
          <a:bodyPr wrap="square">
            <a:spAutoFit/>
          </a:bodyPr>
          <a:lstStyle/>
          <a:p>
            <a:pPr marL="187325" indent="-12700">
              <a:lnSpc>
                <a:spcPct val="115000"/>
              </a:lnSpc>
              <a:spcBef>
                <a:spcPts val="600"/>
              </a:spcBef>
              <a:spcAft>
                <a:spcPts val="600"/>
              </a:spcAft>
              <a:buNone/>
              <a:tabLst>
                <a:tab pos="342900" algn="l"/>
                <a:tab pos="685800" algn="l"/>
                <a:tab pos="6400800" algn="r"/>
              </a:tabLst>
            </a:pPr>
            <a:r>
              <a:rPr lang="en-US" sz="2400" dirty="0">
                <a:solidFill>
                  <a:srgbClr val="2F5496"/>
                </a:solidFill>
                <a:effectLst/>
                <a:latin typeface="Times New Roman" panose="02020603050405020304" pitchFamily="18" charset="0"/>
                <a:ea typeface="Times New Roman" panose="02020603050405020304" pitchFamily="18" charset="0"/>
              </a:rPr>
              <a:t>The first SQL statement attempts to do a partial insertion without listing the attributes, which results in a “not enough values” error.</a:t>
            </a:r>
            <a:endParaRPr lang="en-IE" sz="2400" dirty="0">
              <a:effectLst/>
              <a:latin typeface="Times New Roman" panose="02020603050405020304" pitchFamily="18" charset="0"/>
              <a:ea typeface="Times New Roman" panose="02020603050405020304" pitchFamily="18" charset="0"/>
            </a:endParaRPr>
          </a:p>
          <a:p>
            <a:pPr marL="187325" indent="-12700">
              <a:lnSpc>
                <a:spcPct val="115000"/>
              </a:lnSpc>
              <a:spcBef>
                <a:spcPts val="600"/>
              </a:spcBef>
              <a:spcAft>
                <a:spcPts val="600"/>
              </a:spcAft>
              <a:buNone/>
              <a:tabLst>
                <a:tab pos="342900" algn="l"/>
                <a:tab pos="685800" algn="l"/>
                <a:tab pos="6400800" algn="r"/>
              </a:tabLst>
            </a:pPr>
            <a:r>
              <a:rPr lang="en-US" sz="2400" dirty="0">
                <a:solidFill>
                  <a:srgbClr val="2F5496"/>
                </a:solidFill>
                <a:effectLst/>
                <a:latin typeface="Times New Roman" panose="02020603050405020304" pitchFamily="18" charset="0"/>
                <a:ea typeface="Times New Roman" panose="02020603050405020304" pitchFamily="18" charset="0"/>
              </a:rPr>
              <a:t>The second SQL statement attempts to insert a string value without single quotes, which results in an error.</a:t>
            </a:r>
            <a:endParaRPr lang="en-IE" sz="2400" dirty="0">
              <a:effectLst/>
              <a:latin typeface="Times New Roman" panose="02020603050405020304" pitchFamily="18" charset="0"/>
              <a:ea typeface="Times New Roman" panose="02020603050405020304" pitchFamily="18" charset="0"/>
            </a:endParaRPr>
          </a:p>
          <a:p>
            <a:pPr marL="187325" indent="-12700">
              <a:lnSpc>
                <a:spcPct val="115000"/>
              </a:lnSpc>
              <a:spcBef>
                <a:spcPts val="600"/>
              </a:spcBef>
              <a:spcAft>
                <a:spcPts val="600"/>
              </a:spcAft>
              <a:buNone/>
              <a:tabLst>
                <a:tab pos="342900" algn="l"/>
                <a:tab pos="685800" algn="l"/>
                <a:tab pos="6400800" algn="r"/>
              </a:tabLst>
            </a:pPr>
            <a:r>
              <a:rPr lang="en-US" sz="2400" dirty="0">
                <a:solidFill>
                  <a:srgbClr val="2F5496"/>
                </a:solidFill>
                <a:effectLst/>
                <a:latin typeface="Times New Roman" panose="02020603050405020304" pitchFamily="18" charset="0"/>
                <a:ea typeface="Times New Roman" panose="02020603050405020304" pitchFamily="18" charset="0"/>
              </a:rPr>
              <a:t>The third SQL statement attempts to insert more values than attributes available, resulting in the error “too many values”.</a:t>
            </a:r>
            <a:endParaRPr lang="en-IE"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92411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073911" y="671254"/>
            <a:ext cx="7168389"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Using the NULL Conditions</a:t>
            </a:r>
          </a:p>
        </p:txBody>
      </p:sp>
      <p:sp>
        <p:nvSpPr>
          <p:cNvPr id="6" name="object 6"/>
          <p:cNvSpPr txBox="1"/>
          <p:nvPr/>
        </p:nvSpPr>
        <p:spPr>
          <a:xfrm>
            <a:off x="1503453" y="2032889"/>
            <a:ext cx="6738847" cy="479618"/>
          </a:xfrm>
          <a:prstGeom prst="rect">
            <a:avLst/>
          </a:prstGeom>
        </p:spPr>
        <p:txBody>
          <a:bodyPr vert="horz" wrap="square" lIns="0" tIns="48260" rIns="0" bIns="0" rtlCol="0">
            <a:spAutoFit/>
          </a:bodyPr>
          <a:lstStyle>
            <a:defPPr>
              <a:defRPr lang="en-US"/>
            </a:defPPr>
            <a:lvl2pPr marL="200505" marR="5080" lvl="1" indent="-200505" defTabSz="802020">
              <a:spcBef>
                <a:spcPts val="877"/>
              </a:spcBef>
              <a:buClr>
                <a:srgbClr val="9FB8CD"/>
              </a:buClr>
              <a:buSzPct val="75000"/>
              <a:buFont typeface="Arial" panose="020B0604020202020204" pitchFamily="34" charset="0"/>
              <a:buChar char="•"/>
              <a:tabLst>
                <a:tab pos="592455" algn="l"/>
                <a:tab pos="593090" algn="l"/>
              </a:tabLst>
              <a:defRPr sz="2200"/>
            </a:lvl2pPr>
            <a:lvl3pPr marL="657705" marR="5080" lvl="2" indent="-200505" defTabSz="802020">
              <a:spcBef>
                <a:spcPts val="877"/>
              </a:spcBef>
              <a:buClr>
                <a:srgbClr val="9FB8CD"/>
              </a:buClr>
              <a:buSzPct val="75000"/>
              <a:buFont typeface="Arial" panose="020B0604020202020204" pitchFamily="34" charset="0"/>
              <a:buChar char="•"/>
              <a:tabLst>
                <a:tab pos="592455" algn="l"/>
                <a:tab pos="593090" algn="l"/>
              </a:tabLst>
              <a:defRPr sz="2200"/>
            </a:lvl3pPr>
            <a:lvl4pPr marL="1114905" marR="5080" lvl="3" indent="-200505" defTabSz="802020">
              <a:spcBef>
                <a:spcPts val="877"/>
              </a:spcBef>
              <a:buClr>
                <a:srgbClr val="9FB8CD"/>
              </a:buClr>
              <a:buSzPct val="75000"/>
              <a:buFont typeface="Arial" panose="020B0604020202020204" pitchFamily="34" charset="0"/>
              <a:buChar char="•"/>
              <a:tabLst>
                <a:tab pos="592455" algn="l"/>
                <a:tab pos="593090" algn="l"/>
              </a:tabLst>
              <a:defRPr sz="2200"/>
            </a:lvl4pPr>
          </a:lstStyle>
          <a:p>
            <a:pPr marL="342900" indent="-342900">
              <a:buFont typeface="Arial" panose="020B0604020202020204" pitchFamily="34" charset="0"/>
              <a:buChar char="•"/>
            </a:pPr>
            <a:r>
              <a:rPr sz="2800" dirty="0"/>
              <a:t>Test for nulls with the IS NULL operator.</a:t>
            </a:r>
          </a:p>
        </p:txBody>
      </p:sp>
      <p:pic>
        <p:nvPicPr>
          <p:cNvPr id="8" name="object 8"/>
          <p:cNvPicPr/>
          <p:nvPr/>
        </p:nvPicPr>
        <p:blipFill>
          <a:blip r:embed="rId2" cstate="print"/>
          <a:stretch>
            <a:fillRect/>
          </a:stretch>
        </p:blipFill>
        <p:spPr>
          <a:xfrm>
            <a:off x="3693686" y="4121520"/>
            <a:ext cx="2498125" cy="817598"/>
          </a:xfrm>
          <a:prstGeom prst="rect">
            <a:avLst/>
          </a:prstGeom>
        </p:spPr>
      </p:pic>
      <p:sp>
        <p:nvSpPr>
          <p:cNvPr id="9" name="TextBox 8">
            <a:extLst>
              <a:ext uri="{FF2B5EF4-FFF2-40B4-BE49-F238E27FC236}">
                <a16:creationId xmlns:a16="http://schemas.microsoft.com/office/drawing/2014/main" id="{D2DA8F96-A452-2F71-5164-5EDCDBE44106}"/>
              </a:ext>
            </a:extLst>
          </p:cNvPr>
          <p:cNvSpPr txBox="1"/>
          <p:nvPr/>
        </p:nvSpPr>
        <p:spPr>
          <a:xfrm>
            <a:off x="1689100" y="2787650"/>
            <a:ext cx="7696200" cy="1200329"/>
          </a:xfrm>
          <a:prstGeom prst="rect">
            <a:avLst/>
          </a:prstGeom>
          <a:noFill/>
        </p:spPr>
        <p:txBody>
          <a:bodyPr wrap="square">
            <a:spAutoFit/>
          </a:bodyPr>
          <a:lstStyle/>
          <a:p>
            <a:pPr>
              <a:buNone/>
            </a:pPr>
            <a:r>
              <a:rPr lang="en-IE" sz="2400" b="0" dirty="0">
                <a:solidFill>
                  <a:srgbClr val="0000FF"/>
                </a:solidFill>
                <a:effectLst/>
                <a:latin typeface="Menlo" panose="020B0609030804020204" pitchFamily="49" charset="0"/>
              </a:rPr>
              <a:t>SELECT</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firstname</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lastname</a:t>
            </a:r>
            <a:r>
              <a:rPr lang="en-IE" sz="2400" b="0" dirty="0">
                <a:solidFill>
                  <a:srgbClr val="000000"/>
                </a:solidFill>
                <a:effectLst/>
                <a:latin typeface="Menlo" panose="020B0609030804020204" pitchFamily="49" charset="0"/>
              </a:rPr>
              <a:t> </a:t>
            </a:r>
            <a:r>
              <a:rPr lang="en-IE" sz="2400" b="0" dirty="0">
                <a:solidFill>
                  <a:srgbClr val="0000FF"/>
                </a:solidFill>
                <a:effectLst/>
                <a:latin typeface="Menlo" panose="020B0609030804020204" pitchFamily="49" charset="0"/>
              </a:rPr>
              <a:t>FROM</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mm_customer</a:t>
            </a:r>
            <a:endParaRPr lang="en-IE" sz="2400" b="0" dirty="0">
              <a:solidFill>
                <a:srgbClr val="000000"/>
              </a:solidFill>
              <a:effectLst/>
              <a:latin typeface="Menlo" panose="020B0609030804020204" pitchFamily="49" charset="0"/>
            </a:endParaRPr>
          </a:p>
          <a:p>
            <a:pPr>
              <a:buNone/>
            </a:pPr>
            <a:r>
              <a:rPr lang="en-IE" sz="2400" b="0" dirty="0">
                <a:solidFill>
                  <a:srgbClr val="0000FF"/>
                </a:solidFill>
                <a:effectLst/>
                <a:latin typeface="Menlo" panose="020B0609030804020204" pitchFamily="49" charset="0"/>
              </a:rPr>
              <a:t>WHERE</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on_mailing_list</a:t>
            </a:r>
            <a:r>
              <a:rPr lang="en-IE" sz="2400" b="0" dirty="0">
                <a:solidFill>
                  <a:srgbClr val="000000"/>
                </a:solidFill>
                <a:effectLst/>
                <a:latin typeface="Menlo" panose="020B0609030804020204" pitchFamily="49" charset="0"/>
              </a:rPr>
              <a:t> </a:t>
            </a:r>
            <a:r>
              <a:rPr lang="en-IE" sz="2400" b="0" dirty="0">
                <a:solidFill>
                  <a:srgbClr val="0000FF"/>
                </a:solidFill>
                <a:effectLst/>
                <a:latin typeface="Menlo" panose="020B0609030804020204" pitchFamily="49" charset="0"/>
              </a:rPr>
              <a:t>IS</a:t>
            </a:r>
            <a:r>
              <a:rPr lang="en-IE" sz="2400" b="0" dirty="0">
                <a:solidFill>
                  <a:srgbClr val="000000"/>
                </a:solidFill>
                <a:effectLst/>
                <a:latin typeface="Menlo" panose="020B0609030804020204" pitchFamily="49" charset="0"/>
              </a:rPr>
              <a:t> </a:t>
            </a:r>
            <a:r>
              <a:rPr lang="en-IE" sz="2400" b="0" dirty="0">
                <a:solidFill>
                  <a:srgbClr val="0000FF"/>
                </a:solidFill>
                <a:effectLst/>
                <a:latin typeface="Menlo" panose="020B0609030804020204" pitchFamily="49" charset="0"/>
              </a:rPr>
              <a:t>NULL</a:t>
            </a:r>
            <a:r>
              <a:rPr lang="en-IE" sz="2400" b="0" dirty="0">
                <a:solidFill>
                  <a:srgbClr val="000000"/>
                </a:solidFill>
                <a:effectLst/>
                <a:latin typeface="Menlo" panose="020B0609030804020204" pitchFamily="49"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1274853" y="1700367"/>
            <a:ext cx="8110447" cy="910506"/>
          </a:xfrm>
          <a:prstGeom prst="rect">
            <a:avLst/>
          </a:prstGeom>
        </p:spPr>
        <p:txBody>
          <a:bodyPr vert="horz" wrap="square" lIns="0" tIns="48260" rIns="0" bIns="0" rtlCol="0">
            <a:spAutoFit/>
          </a:bodyPr>
          <a:lstStyle>
            <a:defPPr>
              <a:defRPr lang="en-US"/>
            </a:defPPr>
            <a:lvl1pPr marL="342900" indent="-342900">
              <a:buFont typeface="Arial" panose="020B0604020202020204" pitchFamily="34" charset="0"/>
              <a:buChar char="•"/>
              <a:defRPr sz="2800"/>
            </a:lvl1pPr>
            <a:lvl2pPr marL="200505" marR="5080" lvl="1" indent="-200505" defTabSz="802020">
              <a:spcBef>
                <a:spcPts val="877"/>
              </a:spcBef>
              <a:buClr>
                <a:srgbClr val="9FB8CD"/>
              </a:buClr>
              <a:buSzPct val="75000"/>
              <a:buFont typeface="Arial" panose="020B0604020202020204" pitchFamily="34" charset="0"/>
              <a:buChar char="•"/>
              <a:tabLst>
                <a:tab pos="592455" algn="l"/>
                <a:tab pos="593090" algn="l"/>
              </a:tabLst>
              <a:defRPr sz="2200"/>
            </a:lvl2pPr>
            <a:lvl3pPr marL="657705" marR="5080" lvl="2" indent="-200505" defTabSz="802020">
              <a:spcBef>
                <a:spcPts val="877"/>
              </a:spcBef>
              <a:buClr>
                <a:srgbClr val="9FB8CD"/>
              </a:buClr>
              <a:buSzPct val="75000"/>
              <a:buFont typeface="Arial" panose="020B0604020202020204" pitchFamily="34" charset="0"/>
              <a:buChar char="•"/>
              <a:tabLst>
                <a:tab pos="592455" algn="l"/>
                <a:tab pos="593090" algn="l"/>
              </a:tabLst>
              <a:defRPr sz="2200"/>
            </a:lvl3pPr>
            <a:lvl4pPr marL="1114905" marR="5080" lvl="3" indent="-200505" defTabSz="802020">
              <a:spcBef>
                <a:spcPts val="877"/>
              </a:spcBef>
              <a:buClr>
                <a:srgbClr val="9FB8CD"/>
              </a:buClr>
              <a:buSzPct val="75000"/>
              <a:buFont typeface="Arial" panose="020B0604020202020204" pitchFamily="34" charset="0"/>
              <a:buChar char="•"/>
              <a:tabLst>
                <a:tab pos="592455" algn="l"/>
                <a:tab pos="593090" algn="l"/>
              </a:tabLst>
              <a:defRPr sz="2200"/>
            </a:lvl4pPr>
          </a:lstStyle>
          <a:p>
            <a:r>
              <a:rPr dirty="0"/>
              <a:t>Test for non null values with the IS NOT NULL operator.</a:t>
            </a:r>
          </a:p>
        </p:txBody>
      </p:sp>
      <p:sp>
        <p:nvSpPr>
          <p:cNvPr id="7" name="object 7"/>
          <p:cNvSpPr txBox="1">
            <a:spLocks noGrp="1"/>
          </p:cNvSpPr>
          <p:nvPr>
            <p:ph type="title"/>
          </p:nvPr>
        </p:nvSpPr>
        <p:spPr>
          <a:xfrm>
            <a:off x="1073911" y="671254"/>
            <a:ext cx="7168389"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Using the NULL Conditions</a:t>
            </a:r>
          </a:p>
        </p:txBody>
      </p:sp>
      <p:pic>
        <p:nvPicPr>
          <p:cNvPr id="9" name="object 9"/>
          <p:cNvPicPr/>
          <p:nvPr/>
        </p:nvPicPr>
        <p:blipFill>
          <a:blip r:embed="rId2" cstate="print"/>
          <a:stretch>
            <a:fillRect/>
          </a:stretch>
        </p:blipFill>
        <p:spPr>
          <a:xfrm>
            <a:off x="3670300" y="4341534"/>
            <a:ext cx="2855657" cy="1082856"/>
          </a:xfrm>
          <a:prstGeom prst="rect">
            <a:avLst/>
          </a:prstGeom>
        </p:spPr>
      </p:pic>
      <p:sp>
        <p:nvSpPr>
          <p:cNvPr id="13" name="TextBox 12">
            <a:extLst>
              <a:ext uri="{FF2B5EF4-FFF2-40B4-BE49-F238E27FC236}">
                <a16:creationId xmlns:a16="http://schemas.microsoft.com/office/drawing/2014/main" id="{5B59EC01-4858-D5D7-137B-0B266337AD4D}"/>
              </a:ext>
            </a:extLst>
          </p:cNvPr>
          <p:cNvSpPr txBox="1"/>
          <p:nvPr/>
        </p:nvSpPr>
        <p:spPr>
          <a:xfrm>
            <a:off x="1689100" y="2787650"/>
            <a:ext cx="7696200" cy="1200329"/>
          </a:xfrm>
          <a:prstGeom prst="rect">
            <a:avLst/>
          </a:prstGeom>
          <a:noFill/>
        </p:spPr>
        <p:txBody>
          <a:bodyPr wrap="square">
            <a:spAutoFit/>
          </a:bodyPr>
          <a:lstStyle/>
          <a:p>
            <a:pPr>
              <a:buNone/>
            </a:pPr>
            <a:r>
              <a:rPr lang="en-IE" sz="2400" b="0" dirty="0">
                <a:solidFill>
                  <a:srgbClr val="0000FF"/>
                </a:solidFill>
                <a:effectLst/>
                <a:latin typeface="Menlo" panose="020B0609030804020204" pitchFamily="49" charset="0"/>
              </a:rPr>
              <a:t>SELECT</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firstname</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lastname</a:t>
            </a:r>
            <a:r>
              <a:rPr lang="en-IE" sz="2400" b="0" dirty="0">
                <a:solidFill>
                  <a:srgbClr val="000000"/>
                </a:solidFill>
                <a:effectLst/>
                <a:latin typeface="Menlo" panose="020B0609030804020204" pitchFamily="49" charset="0"/>
              </a:rPr>
              <a:t> </a:t>
            </a:r>
            <a:r>
              <a:rPr lang="en-IE" sz="2400" b="0" dirty="0">
                <a:solidFill>
                  <a:srgbClr val="0000FF"/>
                </a:solidFill>
                <a:effectLst/>
                <a:latin typeface="Menlo" panose="020B0609030804020204" pitchFamily="49" charset="0"/>
              </a:rPr>
              <a:t>FROM</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mm_customer</a:t>
            </a:r>
            <a:endParaRPr lang="en-IE" sz="2400" b="0" dirty="0">
              <a:solidFill>
                <a:srgbClr val="000000"/>
              </a:solidFill>
              <a:effectLst/>
              <a:latin typeface="Menlo" panose="020B0609030804020204" pitchFamily="49" charset="0"/>
            </a:endParaRPr>
          </a:p>
          <a:p>
            <a:pPr>
              <a:buNone/>
            </a:pPr>
            <a:r>
              <a:rPr lang="en-IE" sz="2400" b="0" dirty="0">
                <a:solidFill>
                  <a:srgbClr val="0000FF"/>
                </a:solidFill>
                <a:effectLst/>
                <a:latin typeface="Menlo" panose="020B0609030804020204" pitchFamily="49" charset="0"/>
              </a:rPr>
              <a:t>WHERE</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on_mailing_list</a:t>
            </a:r>
            <a:r>
              <a:rPr lang="en-IE" sz="2400" b="0" dirty="0">
                <a:solidFill>
                  <a:srgbClr val="000000"/>
                </a:solidFill>
                <a:effectLst/>
                <a:latin typeface="Menlo" panose="020B0609030804020204" pitchFamily="49" charset="0"/>
              </a:rPr>
              <a:t> </a:t>
            </a:r>
            <a:r>
              <a:rPr lang="en-IE" sz="2400" b="0" dirty="0">
                <a:solidFill>
                  <a:srgbClr val="0000FF"/>
                </a:solidFill>
                <a:effectLst/>
                <a:latin typeface="Menlo" panose="020B0609030804020204" pitchFamily="49" charset="0"/>
              </a:rPr>
              <a:t>IS</a:t>
            </a:r>
            <a:r>
              <a:rPr lang="en-IE" sz="2400" b="0" dirty="0">
                <a:solidFill>
                  <a:srgbClr val="000000"/>
                </a:solidFill>
                <a:effectLst/>
                <a:latin typeface="Menlo" panose="020B0609030804020204" pitchFamily="49" charset="0"/>
              </a:rPr>
              <a:t> </a:t>
            </a:r>
            <a:r>
              <a:rPr lang="en-IE" sz="2400" b="0" dirty="0">
                <a:solidFill>
                  <a:srgbClr val="0000FF"/>
                </a:solidFill>
                <a:effectLst/>
                <a:latin typeface="Menlo" panose="020B0609030804020204" pitchFamily="49" charset="0"/>
              </a:rPr>
              <a:t>NOT</a:t>
            </a:r>
            <a:r>
              <a:rPr lang="en-IE" sz="2400" b="0" dirty="0">
                <a:solidFill>
                  <a:srgbClr val="000000"/>
                </a:solidFill>
                <a:effectLst/>
                <a:latin typeface="Menlo" panose="020B0609030804020204" pitchFamily="49" charset="0"/>
              </a:rPr>
              <a:t> </a:t>
            </a:r>
            <a:r>
              <a:rPr lang="en-IE" sz="2400" b="0" dirty="0">
                <a:solidFill>
                  <a:srgbClr val="0000FF"/>
                </a:solidFill>
                <a:effectLst/>
                <a:latin typeface="Menlo" panose="020B0609030804020204" pitchFamily="49" charset="0"/>
              </a:rPr>
              <a:t>NULL</a:t>
            </a:r>
            <a:r>
              <a:rPr lang="en-IE" sz="2400" b="0" dirty="0">
                <a:solidFill>
                  <a:srgbClr val="000000"/>
                </a:solidFill>
                <a:effectLst/>
                <a:latin typeface="Menlo" panose="020B0609030804020204" pitchFamily="49"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ACE1B7B-0502-40BA-886F-0EF67236E9EF}"/>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8E32C990-950C-3049-DA67-9DA906184A58}"/>
              </a:ext>
            </a:extLst>
          </p:cNvPr>
          <p:cNvSpPr txBox="1">
            <a:spLocks noGrp="1"/>
          </p:cNvSpPr>
          <p:nvPr>
            <p:ph type="title"/>
          </p:nvPr>
        </p:nvSpPr>
        <p:spPr>
          <a:xfrm>
            <a:off x="1073910" y="283810"/>
            <a:ext cx="6997574"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Winter</a:t>
            </a:r>
            <a:r>
              <a:rPr lang="pt-BR" sz="3859" spc="-20" dirty="0"/>
              <a:t> </a:t>
            </a:r>
            <a:r>
              <a:rPr lang="pt-BR" sz="3859" spc="-20" dirty="0" err="1"/>
              <a:t>exam</a:t>
            </a:r>
            <a:r>
              <a:rPr lang="pt-BR" sz="3859" spc="-20" dirty="0"/>
              <a:t> – 2023/24</a:t>
            </a:r>
            <a:endParaRPr sz="3859" spc="-20" dirty="0"/>
          </a:p>
        </p:txBody>
      </p:sp>
      <p:pic>
        <p:nvPicPr>
          <p:cNvPr id="8" name="Picture 7" descr="A diagram of a movie&#10;&#10;AI-generated content may be incorrect.">
            <a:extLst>
              <a:ext uri="{FF2B5EF4-FFF2-40B4-BE49-F238E27FC236}">
                <a16:creationId xmlns:a16="http://schemas.microsoft.com/office/drawing/2014/main" id="{B0393094-E195-2455-D840-46280F8C27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338" y="1032502"/>
            <a:ext cx="10225661" cy="6555748"/>
          </a:xfrm>
          <a:prstGeom prst="rect">
            <a:avLst/>
          </a:prstGeom>
        </p:spPr>
      </p:pic>
    </p:spTree>
    <p:extLst>
      <p:ext uri="{BB962C8B-B14F-4D97-AF65-F5344CB8AC3E}">
        <p14:creationId xmlns:p14="http://schemas.microsoft.com/office/powerpoint/2010/main" val="1184979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2446E27-92AA-FF6F-7B30-E9EE9721076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275452A-3124-2A1C-AE4E-BBE849DBD3A3}"/>
              </a:ext>
            </a:extLst>
          </p:cNvPr>
          <p:cNvSpPr/>
          <p:nvPr/>
        </p:nvSpPr>
        <p:spPr>
          <a:xfrm>
            <a:off x="9296720" y="6870294"/>
            <a:ext cx="391795" cy="0"/>
          </a:xfrm>
          <a:custGeom>
            <a:avLst/>
            <a:gdLst/>
            <a:ahLst/>
            <a:cxnLst/>
            <a:rect l="l" t="t" r="r" b="b"/>
            <a:pathLst>
              <a:path w="391795">
                <a:moveTo>
                  <a:pt x="0" y="0"/>
                </a:moveTo>
                <a:lnTo>
                  <a:pt x="391474" y="0"/>
                </a:lnTo>
              </a:path>
            </a:pathLst>
          </a:custGeom>
          <a:ln w="10072">
            <a:solidFill>
              <a:srgbClr val="9FB8CD"/>
            </a:solidFill>
          </a:ln>
        </p:spPr>
        <p:txBody>
          <a:bodyPr wrap="square" lIns="0" tIns="0" rIns="0" bIns="0" rtlCol="0"/>
          <a:lstStyle/>
          <a:p>
            <a:endParaRPr/>
          </a:p>
        </p:txBody>
      </p:sp>
      <p:sp>
        <p:nvSpPr>
          <p:cNvPr id="6" name="object 6">
            <a:extLst>
              <a:ext uri="{FF2B5EF4-FFF2-40B4-BE49-F238E27FC236}">
                <a16:creationId xmlns:a16="http://schemas.microsoft.com/office/drawing/2014/main" id="{BBFC21BD-A310-63B5-F30D-151B5AA1BDBB}"/>
              </a:ext>
            </a:extLst>
          </p:cNvPr>
          <p:cNvSpPr txBox="1">
            <a:spLocks noGrp="1"/>
          </p:cNvSpPr>
          <p:nvPr>
            <p:ph type="title"/>
          </p:nvPr>
        </p:nvSpPr>
        <p:spPr>
          <a:xfrm>
            <a:off x="1073910" y="695637"/>
            <a:ext cx="6997574"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Winter</a:t>
            </a:r>
            <a:r>
              <a:rPr lang="pt-BR" sz="3859" spc="-20" dirty="0"/>
              <a:t> </a:t>
            </a:r>
            <a:r>
              <a:rPr lang="pt-BR" sz="3859" spc="-20" dirty="0" err="1"/>
              <a:t>exam</a:t>
            </a:r>
            <a:r>
              <a:rPr lang="pt-BR" sz="3859" spc="-20" dirty="0"/>
              <a:t> – 2023/24</a:t>
            </a:r>
            <a:endParaRPr sz="3859" spc="-20" dirty="0"/>
          </a:p>
        </p:txBody>
      </p:sp>
      <p:sp>
        <p:nvSpPr>
          <p:cNvPr id="5" name="TextBox 4">
            <a:extLst>
              <a:ext uri="{FF2B5EF4-FFF2-40B4-BE49-F238E27FC236}">
                <a16:creationId xmlns:a16="http://schemas.microsoft.com/office/drawing/2014/main" id="{6246808C-3DF2-7D91-B1AB-F61B3A95CEFE}"/>
              </a:ext>
            </a:extLst>
          </p:cNvPr>
          <p:cNvSpPr txBox="1"/>
          <p:nvPr/>
        </p:nvSpPr>
        <p:spPr>
          <a:xfrm>
            <a:off x="850900" y="2049571"/>
            <a:ext cx="8763000" cy="830997"/>
          </a:xfrm>
          <a:prstGeom prst="rect">
            <a:avLst/>
          </a:prstGeom>
          <a:noFill/>
        </p:spPr>
        <p:txBody>
          <a:bodyPr wrap="square">
            <a:spAutoFit/>
          </a:bodyPr>
          <a:lstStyle/>
          <a:p>
            <a:pPr>
              <a:buNone/>
            </a:pPr>
            <a:r>
              <a:rPr lang="en-US" sz="2400" dirty="0">
                <a:effectLst/>
                <a:latin typeface="Times New Roman" panose="02020603050405020304" pitchFamily="18" charset="0"/>
                <a:ea typeface="Times New Roman" panose="02020603050405020304" pitchFamily="18" charset="0"/>
              </a:rPr>
              <a:t>Write an SQL query to list the full names of actors who have never been in any movies.</a:t>
            </a:r>
            <a:endParaRPr lang="en-IE" sz="2400" dirty="0">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BA9AB155-0352-2FAB-7771-6CDEF1565CF0}"/>
              </a:ext>
            </a:extLst>
          </p:cNvPr>
          <p:cNvSpPr txBox="1"/>
          <p:nvPr/>
        </p:nvSpPr>
        <p:spPr>
          <a:xfrm>
            <a:off x="850900" y="3120423"/>
            <a:ext cx="8229600" cy="1477328"/>
          </a:xfrm>
          <a:prstGeom prst="rect">
            <a:avLst/>
          </a:prstGeom>
          <a:noFill/>
        </p:spPr>
        <p:txBody>
          <a:bodyPr wrap="square">
            <a:spAutoFit/>
          </a:bodyPr>
          <a:lstStyle/>
          <a:p>
            <a:pPr>
              <a:buNone/>
            </a:pPr>
            <a:r>
              <a:rPr lang="en-IE" b="0" dirty="0">
                <a:solidFill>
                  <a:srgbClr val="0000FF"/>
                </a:solidFill>
                <a:effectLst/>
                <a:latin typeface="Menlo" panose="020B0609030804020204" pitchFamily="49" charset="0"/>
              </a:rPr>
              <a:t>SELECT</a:t>
            </a:r>
            <a:r>
              <a:rPr lang="en-IE" b="0" dirty="0">
                <a:solidFill>
                  <a:srgbClr val="000000"/>
                </a:solidFill>
                <a:effectLst/>
                <a:latin typeface="Menlo" panose="020B0609030804020204" pitchFamily="49" charset="0"/>
              </a:rPr>
              <a:t> CONCAT(</a:t>
            </a:r>
            <a:r>
              <a:rPr lang="en-IE" b="0" dirty="0" err="1">
                <a:solidFill>
                  <a:srgbClr val="000000"/>
                </a:solidFill>
                <a:effectLst/>
                <a:latin typeface="Menlo" panose="020B0609030804020204" pitchFamily="49" charset="0"/>
              </a:rPr>
              <a:t>A.FirstName</a:t>
            </a:r>
            <a:r>
              <a:rPr lang="en-IE" b="0" dirty="0">
                <a:solidFill>
                  <a:srgbClr val="000000"/>
                </a:solidFill>
                <a:effectLst/>
                <a:latin typeface="Menlo" panose="020B0609030804020204" pitchFamily="49" charset="0"/>
              </a:rPr>
              <a:t>, </a:t>
            </a:r>
            <a:r>
              <a:rPr lang="en-IE" b="0" dirty="0">
                <a:solidFill>
                  <a:srgbClr val="E21F1F"/>
                </a:solidFill>
                <a:effectLst/>
                <a:latin typeface="Menlo" panose="020B0609030804020204" pitchFamily="49" charset="0"/>
              </a:rPr>
              <a:t>'</a:t>
            </a:r>
            <a:r>
              <a:rPr lang="en-IE" b="0" dirty="0">
                <a:solidFill>
                  <a:srgbClr val="A31515"/>
                </a:solidFill>
                <a:effectLst/>
                <a:latin typeface="Menlo" panose="020B0609030804020204" pitchFamily="49" charset="0"/>
              </a:rPr>
              <a:t> </a:t>
            </a:r>
            <a:r>
              <a:rPr lang="en-IE" b="0" dirty="0">
                <a:solidFill>
                  <a:srgbClr val="E21F1F"/>
                </a:solidFill>
                <a:effectLst/>
                <a:latin typeface="Menlo" panose="020B0609030804020204" pitchFamily="49" charset="0"/>
              </a:rPr>
              <a:t>'</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A.LastName</a:t>
            </a:r>
            <a:r>
              <a:rPr lang="en-IE" b="0" dirty="0">
                <a:solidFill>
                  <a:srgbClr val="000000"/>
                </a:solidFill>
                <a:effectLst/>
                <a:latin typeface="Menlo" panose="020B0609030804020204" pitchFamily="49" charset="0"/>
              </a:rPr>
              <a:t>) </a:t>
            </a:r>
            <a:r>
              <a:rPr lang="en-IE" b="0" dirty="0">
                <a:solidFill>
                  <a:srgbClr val="E21F1F"/>
                </a:solidFill>
                <a:effectLst/>
                <a:latin typeface="Menlo" panose="020B0609030804020204" pitchFamily="49" charset="0"/>
              </a:rPr>
              <a:t>"</a:t>
            </a:r>
            <a:r>
              <a:rPr lang="en-IE" b="0" dirty="0" err="1">
                <a:solidFill>
                  <a:srgbClr val="A31515"/>
                </a:solidFill>
                <a:effectLst/>
                <a:latin typeface="Menlo" panose="020B0609030804020204" pitchFamily="49" charset="0"/>
              </a:rPr>
              <a:t>FullActorName</a:t>
            </a:r>
            <a:r>
              <a:rPr lang="en-IE" b="0" dirty="0">
                <a:solidFill>
                  <a:srgbClr val="E21F1F"/>
                </a:solidFill>
                <a:effectLst/>
                <a:latin typeface="Menlo" panose="020B0609030804020204" pitchFamily="49" charset="0"/>
              </a:rPr>
              <a:t>"</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FROM</a:t>
            </a:r>
            <a:r>
              <a:rPr lang="en-IE" b="0" dirty="0">
                <a:solidFill>
                  <a:srgbClr val="000000"/>
                </a:solidFill>
                <a:effectLst/>
                <a:latin typeface="Menlo" panose="020B0609030804020204" pitchFamily="49" charset="0"/>
              </a:rPr>
              <a:t> Actor A</a:t>
            </a:r>
          </a:p>
          <a:p>
            <a:pPr>
              <a:buNone/>
            </a:pPr>
            <a:r>
              <a:rPr lang="en-IE" b="0" dirty="0">
                <a:solidFill>
                  <a:srgbClr val="0000FF"/>
                </a:solidFill>
                <a:effectLst/>
                <a:latin typeface="Menlo" panose="020B0609030804020204" pitchFamily="49" charset="0"/>
              </a:rPr>
              <a:t>LEFT JOIN</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MovieActor</a:t>
            </a:r>
            <a:r>
              <a:rPr lang="en-IE" b="0" dirty="0">
                <a:solidFill>
                  <a:srgbClr val="000000"/>
                </a:solidFill>
                <a:effectLst/>
                <a:latin typeface="Menlo" panose="020B0609030804020204" pitchFamily="49" charset="0"/>
              </a:rPr>
              <a:t> MA </a:t>
            </a:r>
            <a:r>
              <a:rPr lang="en-IE" b="0" dirty="0">
                <a:solidFill>
                  <a:srgbClr val="0000FF"/>
                </a:solidFill>
                <a:effectLst/>
                <a:latin typeface="Menlo" panose="020B0609030804020204" pitchFamily="49" charset="0"/>
              </a:rPr>
              <a:t>ON</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A.ActorID</a:t>
            </a:r>
            <a:r>
              <a:rPr lang="en-IE" b="0" dirty="0">
                <a:solidFill>
                  <a:srgbClr val="000000"/>
                </a:solidFill>
                <a:effectLst/>
                <a:latin typeface="Menlo" panose="020B0609030804020204" pitchFamily="49" charset="0"/>
              </a:rPr>
              <a:t> = </a:t>
            </a:r>
            <a:r>
              <a:rPr lang="en-IE" b="0" dirty="0" err="1">
                <a:solidFill>
                  <a:srgbClr val="000000"/>
                </a:solidFill>
                <a:effectLst/>
                <a:latin typeface="Menlo" panose="020B0609030804020204" pitchFamily="49" charset="0"/>
              </a:rPr>
              <a:t>MA.ActorID</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WHERE</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MA.MovieID</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IS</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NULL</a:t>
            </a:r>
            <a:r>
              <a:rPr lang="en-IE" b="0" dirty="0">
                <a:solidFill>
                  <a:srgbClr val="000000"/>
                </a:solidFill>
                <a:effectLst/>
                <a:latin typeface="Menlo" panose="020B0609030804020204" pitchFamily="49" charset="0"/>
              </a:rPr>
              <a:t>;</a:t>
            </a:r>
          </a:p>
        </p:txBody>
      </p:sp>
    </p:spTree>
    <p:extLst>
      <p:ext uri="{BB962C8B-B14F-4D97-AF65-F5344CB8AC3E}">
        <p14:creationId xmlns:p14="http://schemas.microsoft.com/office/powerpoint/2010/main" val="2677662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86971" y="6953863"/>
            <a:ext cx="127165" cy="201805"/>
          </a:xfrm>
          <a:prstGeom prst="rect">
            <a:avLst/>
          </a:prstGeom>
        </p:spPr>
      </p:pic>
      <p:sp>
        <p:nvSpPr>
          <p:cNvPr id="3" name="object 3"/>
          <p:cNvSpPr txBox="1">
            <a:spLocks noGrp="1"/>
          </p:cNvSpPr>
          <p:nvPr>
            <p:ph type="title"/>
          </p:nvPr>
        </p:nvSpPr>
        <p:spPr>
          <a:xfrm>
            <a:off x="1073911" y="759271"/>
            <a:ext cx="3161665" cy="544195"/>
          </a:xfrm>
          <a:prstGeom prst="rect">
            <a:avLst/>
          </a:prstGeom>
        </p:spPr>
        <p:txBody>
          <a:bodyPr vert="horz" wrap="square" lIns="0" tIns="12700" rIns="0" bIns="0" rtlCol="0">
            <a:spAutoFit/>
          </a:bodyPr>
          <a:lstStyle/>
          <a:p>
            <a:pPr marL="12700">
              <a:lnSpc>
                <a:spcPct val="100000"/>
              </a:lnSpc>
              <a:spcBef>
                <a:spcPts val="100"/>
              </a:spcBef>
            </a:pPr>
            <a:r>
              <a:rPr spc="180" dirty="0">
                <a:solidFill>
                  <a:srgbClr val="464653"/>
                </a:solidFill>
              </a:rPr>
              <a:t>SQL </a:t>
            </a:r>
            <a:r>
              <a:rPr spc="350" dirty="0">
                <a:solidFill>
                  <a:srgbClr val="464653"/>
                </a:solidFill>
              </a:rPr>
              <a:t>Functions</a:t>
            </a:r>
          </a:p>
        </p:txBody>
      </p:sp>
      <p:sp>
        <p:nvSpPr>
          <p:cNvPr id="4" name="object 4"/>
          <p:cNvSpPr txBox="1"/>
          <p:nvPr/>
        </p:nvSpPr>
        <p:spPr>
          <a:xfrm>
            <a:off x="4067231" y="2398412"/>
            <a:ext cx="2485390" cy="985519"/>
          </a:xfrm>
          <a:prstGeom prst="rect">
            <a:avLst/>
          </a:prstGeom>
          <a:solidFill>
            <a:srgbClr val="FF6699"/>
          </a:solidFill>
          <a:ln w="30213">
            <a:solidFill>
              <a:srgbClr val="000000"/>
            </a:solidFill>
          </a:ln>
        </p:spPr>
        <p:txBody>
          <a:bodyPr vert="horz" wrap="square" lIns="0" tIns="6350" rIns="0" bIns="0" rtlCol="0">
            <a:spAutoFit/>
          </a:bodyPr>
          <a:lstStyle/>
          <a:p>
            <a:pPr>
              <a:lnSpc>
                <a:spcPct val="100000"/>
              </a:lnSpc>
              <a:spcBef>
                <a:spcPts val="50"/>
              </a:spcBef>
            </a:pPr>
            <a:endParaRPr sz="2250">
              <a:latin typeface="Times New Roman"/>
              <a:cs typeface="Times New Roman"/>
            </a:endParaRPr>
          </a:p>
          <a:p>
            <a:pPr marL="96520">
              <a:lnSpc>
                <a:spcPct val="100000"/>
              </a:lnSpc>
            </a:pPr>
            <a:r>
              <a:rPr sz="1900" spc="-80" dirty="0">
                <a:latin typeface="Arial"/>
                <a:cs typeface="Arial"/>
              </a:rPr>
              <a:t>Function</a:t>
            </a:r>
            <a:endParaRPr sz="1900">
              <a:latin typeface="Arial"/>
              <a:cs typeface="Arial"/>
            </a:endParaRPr>
          </a:p>
        </p:txBody>
      </p:sp>
      <p:sp>
        <p:nvSpPr>
          <p:cNvPr id="5" name="object 5"/>
          <p:cNvSpPr txBox="1"/>
          <p:nvPr/>
        </p:nvSpPr>
        <p:spPr>
          <a:xfrm>
            <a:off x="2166895" y="2101999"/>
            <a:ext cx="528955" cy="315595"/>
          </a:xfrm>
          <a:prstGeom prst="rect">
            <a:avLst/>
          </a:prstGeom>
        </p:spPr>
        <p:txBody>
          <a:bodyPr vert="horz" wrap="square" lIns="0" tIns="12700" rIns="0" bIns="0" rtlCol="0">
            <a:spAutoFit/>
          </a:bodyPr>
          <a:lstStyle/>
          <a:p>
            <a:pPr marL="12700">
              <a:lnSpc>
                <a:spcPct val="100000"/>
              </a:lnSpc>
              <a:spcBef>
                <a:spcPts val="100"/>
              </a:spcBef>
            </a:pPr>
            <a:r>
              <a:rPr sz="1900" spc="-55" dirty="0">
                <a:latin typeface="Arial"/>
                <a:cs typeface="Arial"/>
              </a:rPr>
              <a:t>Input</a:t>
            </a:r>
            <a:endParaRPr sz="1900">
              <a:latin typeface="Arial"/>
              <a:cs typeface="Arial"/>
            </a:endParaRPr>
          </a:p>
        </p:txBody>
      </p:sp>
      <p:sp>
        <p:nvSpPr>
          <p:cNvPr id="6" name="object 6"/>
          <p:cNvSpPr/>
          <p:nvPr/>
        </p:nvSpPr>
        <p:spPr>
          <a:xfrm>
            <a:off x="2469870" y="2549499"/>
            <a:ext cx="1589405" cy="2795270"/>
          </a:xfrm>
          <a:custGeom>
            <a:avLst/>
            <a:gdLst/>
            <a:ahLst/>
            <a:cxnLst/>
            <a:rect l="l" t="t" r="r" b="b"/>
            <a:pathLst>
              <a:path w="1589404" h="2795270">
                <a:moveTo>
                  <a:pt x="1588960" y="584161"/>
                </a:moveTo>
                <a:lnTo>
                  <a:pt x="1558759" y="569048"/>
                </a:lnTo>
                <a:lnTo>
                  <a:pt x="1528559" y="553948"/>
                </a:lnTo>
                <a:lnTo>
                  <a:pt x="1528559" y="569048"/>
                </a:lnTo>
                <a:lnTo>
                  <a:pt x="892683" y="569048"/>
                </a:lnTo>
                <a:lnTo>
                  <a:pt x="885926" y="575818"/>
                </a:lnTo>
                <a:lnTo>
                  <a:pt x="885926" y="2788158"/>
                </a:lnTo>
                <a:lnTo>
                  <a:pt x="892683" y="2794927"/>
                </a:lnTo>
                <a:lnTo>
                  <a:pt x="909370" y="2794927"/>
                </a:lnTo>
                <a:lnTo>
                  <a:pt x="916127" y="2788158"/>
                </a:lnTo>
                <a:lnTo>
                  <a:pt x="916127" y="599262"/>
                </a:lnTo>
                <a:lnTo>
                  <a:pt x="1528559" y="599262"/>
                </a:lnTo>
                <a:lnTo>
                  <a:pt x="1528559" y="614375"/>
                </a:lnTo>
                <a:lnTo>
                  <a:pt x="1558759" y="599262"/>
                </a:lnTo>
                <a:lnTo>
                  <a:pt x="1588960" y="584161"/>
                </a:lnTo>
                <a:close/>
              </a:path>
              <a:path w="1589404" h="2795270">
                <a:moveTo>
                  <a:pt x="1588960" y="302145"/>
                </a:moveTo>
                <a:lnTo>
                  <a:pt x="1558759" y="287045"/>
                </a:lnTo>
                <a:lnTo>
                  <a:pt x="1528559" y="271932"/>
                </a:lnTo>
                <a:lnTo>
                  <a:pt x="1528559" y="287045"/>
                </a:lnTo>
                <a:lnTo>
                  <a:pt x="449719" y="287045"/>
                </a:lnTo>
                <a:lnTo>
                  <a:pt x="442963" y="293801"/>
                </a:lnTo>
                <a:lnTo>
                  <a:pt x="442963" y="1559394"/>
                </a:lnTo>
                <a:lnTo>
                  <a:pt x="449719" y="1566164"/>
                </a:lnTo>
                <a:lnTo>
                  <a:pt x="466407" y="1566164"/>
                </a:lnTo>
                <a:lnTo>
                  <a:pt x="473163" y="1559394"/>
                </a:lnTo>
                <a:lnTo>
                  <a:pt x="473163" y="317258"/>
                </a:lnTo>
                <a:lnTo>
                  <a:pt x="1528559" y="317258"/>
                </a:lnTo>
                <a:lnTo>
                  <a:pt x="1528559" y="332359"/>
                </a:lnTo>
                <a:lnTo>
                  <a:pt x="1558759" y="317258"/>
                </a:lnTo>
                <a:lnTo>
                  <a:pt x="1588960" y="302145"/>
                </a:lnTo>
                <a:close/>
              </a:path>
              <a:path w="1589404" h="2795270">
                <a:moveTo>
                  <a:pt x="1588960" y="30213"/>
                </a:moveTo>
                <a:lnTo>
                  <a:pt x="1558759" y="15100"/>
                </a:lnTo>
                <a:lnTo>
                  <a:pt x="1528559" y="0"/>
                </a:lnTo>
                <a:lnTo>
                  <a:pt x="1528559" y="15100"/>
                </a:lnTo>
                <a:lnTo>
                  <a:pt x="6756" y="15100"/>
                </a:lnTo>
                <a:lnTo>
                  <a:pt x="0" y="21869"/>
                </a:lnTo>
                <a:lnTo>
                  <a:pt x="0" y="975233"/>
                </a:lnTo>
                <a:lnTo>
                  <a:pt x="6756" y="982002"/>
                </a:lnTo>
                <a:lnTo>
                  <a:pt x="23431" y="982002"/>
                </a:lnTo>
                <a:lnTo>
                  <a:pt x="30200" y="975233"/>
                </a:lnTo>
                <a:lnTo>
                  <a:pt x="30200" y="45313"/>
                </a:lnTo>
                <a:lnTo>
                  <a:pt x="1528559" y="45313"/>
                </a:lnTo>
                <a:lnTo>
                  <a:pt x="1528559" y="60426"/>
                </a:lnTo>
                <a:lnTo>
                  <a:pt x="1558759" y="45313"/>
                </a:lnTo>
                <a:lnTo>
                  <a:pt x="1588960" y="30213"/>
                </a:lnTo>
                <a:close/>
              </a:path>
            </a:pathLst>
          </a:custGeom>
          <a:solidFill>
            <a:srgbClr val="000000"/>
          </a:solidFill>
        </p:spPr>
        <p:txBody>
          <a:bodyPr wrap="square" lIns="0" tIns="0" rIns="0" bIns="0" rtlCol="0"/>
          <a:lstStyle/>
          <a:p>
            <a:endParaRPr/>
          </a:p>
        </p:txBody>
      </p:sp>
      <p:sp>
        <p:nvSpPr>
          <p:cNvPr id="7" name="object 7"/>
          <p:cNvSpPr txBox="1"/>
          <p:nvPr/>
        </p:nvSpPr>
        <p:spPr>
          <a:xfrm>
            <a:off x="1810458" y="3350198"/>
            <a:ext cx="941705" cy="557530"/>
          </a:xfrm>
          <a:prstGeom prst="rect">
            <a:avLst/>
          </a:prstGeom>
          <a:solidFill>
            <a:srgbClr val="99CCCC"/>
          </a:solidFill>
          <a:ln w="30211">
            <a:solidFill>
              <a:srgbClr val="000000"/>
            </a:solidFill>
          </a:ln>
        </p:spPr>
        <p:txBody>
          <a:bodyPr vert="horz" wrap="square" lIns="0" tIns="123825" rIns="0" bIns="0" rtlCol="0">
            <a:spAutoFit/>
          </a:bodyPr>
          <a:lstStyle/>
          <a:p>
            <a:pPr marL="194945">
              <a:lnSpc>
                <a:spcPct val="100000"/>
              </a:lnSpc>
              <a:spcBef>
                <a:spcPts val="975"/>
              </a:spcBef>
            </a:pPr>
            <a:r>
              <a:rPr sz="1900" spc="-5" dirty="0">
                <a:latin typeface="Arial"/>
                <a:cs typeface="Arial"/>
              </a:rPr>
              <a:t>arg</a:t>
            </a:r>
            <a:r>
              <a:rPr sz="1900" spc="-40" dirty="0">
                <a:latin typeface="Arial"/>
                <a:cs typeface="Arial"/>
              </a:rPr>
              <a:t> </a:t>
            </a:r>
            <a:r>
              <a:rPr sz="1900" spc="-5" dirty="0">
                <a:latin typeface="Arial"/>
                <a:cs typeface="Arial"/>
              </a:rPr>
              <a:t>1</a:t>
            </a:r>
            <a:endParaRPr sz="1900">
              <a:latin typeface="Arial"/>
              <a:cs typeface="Arial"/>
            </a:endParaRPr>
          </a:p>
        </p:txBody>
      </p:sp>
      <p:sp>
        <p:nvSpPr>
          <p:cNvPr id="8" name="object 8"/>
          <p:cNvSpPr txBox="1"/>
          <p:nvPr/>
        </p:nvSpPr>
        <p:spPr>
          <a:xfrm>
            <a:off x="2302081" y="4026687"/>
            <a:ext cx="939800" cy="555625"/>
          </a:xfrm>
          <a:prstGeom prst="rect">
            <a:avLst/>
          </a:prstGeom>
          <a:solidFill>
            <a:srgbClr val="99CCCC"/>
          </a:solidFill>
          <a:ln w="30211">
            <a:solidFill>
              <a:srgbClr val="000000"/>
            </a:solidFill>
          </a:ln>
        </p:spPr>
        <p:txBody>
          <a:bodyPr vert="horz" wrap="square" lIns="0" tIns="120650" rIns="0" bIns="0" rtlCol="0">
            <a:spAutoFit/>
          </a:bodyPr>
          <a:lstStyle/>
          <a:p>
            <a:pPr marL="194310">
              <a:lnSpc>
                <a:spcPct val="100000"/>
              </a:lnSpc>
              <a:spcBef>
                <a:spcPts val="950"/>
              </a:spcBef>
            </a:pPr>
            <a:r>
              <a:rPr sz="1900" spc="-5" dirty="0">
                <a:latin typeface="Arial"/>
                <a:cs typeface="Arial"/>
              </a:rPr>
              <a:t>arg</a:t>
            </a:r>
            <a:r>
              <a:rPr sz="1900" spc="-40" dirty="0">
                <a:latin typeface="Arial"/>
                <a:cs typeface="Arial"/>
              </a:rPr>
              <a:t> </a:t>
            </a:r>
            <a:r>
              <a:rPr sz="1900" spc="-5" dirty="0">
                <a:latin typeface="Arial"/>
                <a:cs typeface="Arial"/>
              </a:rPr>
              <a:t>2</a:t>
            </a:r>
            <a:endParaRPr sz="1900">
              <a:latin typeface="Arial"/>
              <a:cs typeface="Arial"/>
            </a:endParaRPr>
          </a:p>
        </p:txBody>
      </p:sp>
      <p:sp>
        <p:nvSpPr>
          <p:cNvPr id="9" name="object 9"/>
          <p:cNvSpPr txBox="1"/>
          <p:nvPr/>
        </p:nvSpPr>
        <p:spPr>
          <a:xfrm>
            <a:off x="2852432" y="5268876"/>
            <a:ext cx="941705" cy="555625"/>
          </a:xfrm>
          <a:prstGeom prst="rect">
            <a:avLst/>
          </a:prstGeom>
          <a:solidFill>
            <a:srgbClr val="99CCCC"/>
          </a:solidFill>
          <a:ln w="30211">
            <a:solidFill>
              <a:srgbClr val="000000"/>
            </a:solidFill>
          </a:ln>
        </p:spPr>
        <p:txBody>
          <a:bodyPr vert="horz" wrap="square" lIns="0" tIns="122555" rIns="0" bIns="0" rtlCol="0">
            <a:spAutoFit/>
          </a:bodyPr>
          <a:lstStyle/>
          <a:p>
            <a:pPr marL="194945">
              <a:lnSpc>
                <a:spcPct val="100000"/>
              </a:lnSpc>
              <a:spcBef>
                <a:spcPts val="965"/>
              </a:spcBef>
            </a:pPr>
            <a:r>
              <a:rPr sz="1900" spc="-5" dirty="0">
                <a:latin typeface="Arial"/>
                <a:cs typeface="Arial"/>
              </a:rPr>
              <a:t>arg</a:t>
            </a:r>
            <a:r>
              <a:rPr sz="1900" spc="-40" dirty="0">
                <a:latin typeface="Arial"/>
                <a:cs typeface="Arial"/>
              </a:rPr>
              <a:t> </a:t>
            </a:r>
            <a:r>
              <a:rPr sz="1900" spc="-5" dirty="0">
                <a:latin typeface="Arial"/>
                <a:cs typeface="Arial"/>
              </a:rPr>
              <a:t>n</a:t>
            </a:r>
            <a:endParaRPr sz="1900">
              <a:latin typeface="Arial"/>
              <a:cs typeface="Arial"/>
            </a:endParaRPr>
          </a:p>
        </p:txBody>
      </p:sp>
      <p:grpSp>
        <p:nvGrpSpPr>
          <p:cNvPr id="10" name="object 10"/>
          <p:cNvGrpSpPr/>
          <p:nvPr/>
        </p:nvGrpSpPr>
        <p:grpSpPr>
          <a:xfrm>
            <a:off x="2716520" y="4693110"/>
            <a:ext cx="456565" cy="478790"/>
            <a:chOff x="2716520" y="4693110"/>
            <a:chExt cx="456565" cy="478790"/>
          </a:xfrm>
        </p:grpSpPr>
        <p:sp>
          <p:nvSpPr>
            <p:cNvPr id="11" name="object 11"/>
            <p:cNvSpPr/>
            <p:nvPr/>
          </p:nvSpPr>
          <p:spPr>
            <a:xfrm>
              <a:off x="2731623" y="4708213"/>
              <a:ext cx="104139" cy="124460"/>
            </a:xfrm>
            <a:custGeom>
              <a:avLst/>
              <a:gdLst/>
              <a:ahLst/>
              <a:cxnLst/>
              <a:rect l="l" t="t" r="r" b="b"/>
              <a:pathLst>
                <a:path w="104139" h="124460">
                  <a:moveTo>
                    <a:pt x="104030" y="0"/>
                  </a:moveTo>
                  <a:lnTo>
                    <a:pt x="0" y="0"/>
                  </a:lnTo>
                  <a:lnTo>
                    <a:pt x="0" y="124218"/>
                  </a:lnTo>
                  <a:lnTo>
                    <a:pt x="104030" y="124218"/>
                  </a:lnTo>
                  <a:lnTo>
                    <a:pt x="104030" y="0"/>
                  </a:lnTo>
                  <a:close/>
                </a:path>
              </a:pathLst>
            </a:custGeom>
            <a:solidFill>
              <a:srgbClr val="99CC00"/>
            </a:solidFill>
          </p:spPr>
          <p:txBody>
            <a:bodyPr wrap="square" lIns="0" tIns="0" rIns="0" bIns="0" rtlCol="0"/>
            <a:lstStyle/>
            <a:p>
              <a:endParaRPr/>
            </a:p>
          </p:txBody>
        </p:sp>
        <p:sp>
          <p:nvSpPr>
            <p:cNvPr id="12" name="object 12"/>
            <p:cNvSpPr/>
            <p:nvPr/>
          </p:nvSpPr>
          <p:spPr>
            <a:xfrm>
              <a:off x="2731623" y="4708213"/>
              <a:ext cx="104139" cy="124460"/>
            </a:xfrm>
            <a:custGeom>
              <a:avLst/>
              <a:gdLst/>
              <a:ahLst/>
              <a:cxnLst/>
              <a:rect l="l" t="t" r="r" b="b"/>
              <a:pathLst>
                <a:path w="104139" h="124460">
                  <a:moveTo>
                    <a:pt x="0" y="0"/>
                  </a:moveTo>
                  <a:lnTo>
                    <a:pt x="104029" y="0"/>
                  </a:lnTo>
                  <a:lnTo>
                    <a:pt x="104029" y="124218"/>
                  </a:lnTo>
                  <a:lnTo>
                    <a:pt x="0" y="124218"/>
                  </a:lnTo>
                  <a:lnTo>
                    <a:pt x="0" y="0"/>
                  </a:lnTo>
                  <a:close/>
                </a:path>
              </a:pathLst>
            </a:custGeom>
            <a:ln w="30207">
              <a:solidFill>
                <a:srgbClr val="000000"/>
              </a:solidFill>
            </a:ln>
          </p:spPr>
          <p:txBody>
            <a:bodyPr wrap="square" lIns="0" tIns="0" rIns="0" bIns="0" rtlCol="0"/>
            <a:lstStyle/>
            <a:p>
              <a:endParaRPr/>
            </a:p>
          </p:txBody>
        </p:sp>
        <p:sp>
          <p:nvSpPr>
            <p:cNvPr id="13" name="object 13"/>
            <p:cNvSpPr/>
            <p:nvPr/>
          </p:nvSpPr>
          <p:spPr>
            <a:xfrm>
              <a:off x="2889346" y="4867683"/>
              <a:ext cx="106045" cy="126364"/>
            </a:xfrm>
            <a:custGeom>
              <a:avLst/>
              <a:gdLst/>
              <a:ahLst/>
              <a:cxnLst/>
              <a:rect l="l" t="t" r="r" b="b"/>
              <a:pathLst>
                <a:path w="106044" h="126364">
                  <a:moveTo>
                    <a:pt x="105708" y="0"/>
                  </a:moveTo>
                  <a:lnTo>
                    <a:pt x="0" y="0"/>
                  </a:lnTo>
                  <a:lnTo>
                    <a:pt x="0" y="125898"/>
                  </a:lnTo>
                  <a:lnTo>
                    <a:pt x="105708" y="125898"/>
                  </a:lnTo>
                  <a:lnTo>
                    <a:pt x="105708" y="0"/>
                  </a:lnTo>
                  <a:close/>
                </a:path>
              </a:pathLst>
            </a:custGeom>
            <a:solidFill>
              <a:srgbClr val="99CC00"/>
            </a:solidFill>
          </p:spPr>
          <p:txBody>
            <a:bodyPr wrap="square" lIns="0" tIns="0" rIns="0" bIns="0" rtlCol="0"/>
            <a:lstStyle/>
            <a:p>
              <a:endParaRPr/>
            </a:p>
          </p:txBody>
        </p:sp>
        <p:sp>
          <p:nvSpPr>
            <p:cNvPr id="14" name="object 14"/>
            <p:cNvSpPr/>
            <p:nvPr/>
          </p:nvSpPr>
          <p:spPr>
            <a:xfrm>
              <a:off x="2889346" y="4867683"/>
              <a:ext cx="106045" cy="126364"/>
            </a:xfrm>
            <a:custGeom>
              <a:avLst/>
              <a:gdLst/>
              <a:ahLst/>
              <a:cxnLst/>
              <a:rect l="l" t="t" r="r" b="b"/>
              <a:pathLst>
                <a:path w="106044" h="126364">
                  <a:moveTo>
                    <a:pt x="0" y="0"/>
                  </a:moveTo>
                  <a:lnTo>
                    <a:pt x="105708" y="0"/>
                  </a:lnTo>
                  <a:lnTo>
                    <a:pt x="105708" y="125898"/>
                  </a:lnTo>
                  <a:lnTo>
                    <a:pt x="0" y="125898"/>
                  </a:lnTo>
                  <a:lnTo>
                    <a:pt x="0" y="0"/>
                  </a:lnTo>
                  <a:close/>
                </a:path>
              </a:pathLst>
            </a:custGeom>
            <a:ln w="30207">
              <a:solidFill>
                <a:srgbClr val="000000"/>
              </a:solidFill>
            </a:ln>
          </p:spPr>
          <p:txBody>
            <a:bodyPr wrap="square" lIns="0" tIns="0" rIns="0" bIns="0" rtlCol="0"/>
            <a:lstStyle/>
            <a:p>
              <a:endParaRPr/>
            </a:p>
          </p:txBody>
        </p:sp>
        <p:sp>
          <p:nvSpPr>
            <p:cNvPr id="15" name="object 15"/>
            <p:cNvSpPr/>
            <p:nvPr/>
          </p:nvSpPr>
          <p:spPr>
            <a:xfrm>
              <a:off x="3052103" y="5030510"/>
              <a:ext cx="106045" cy="126364"/>
            </a:xfrm>
            <a:custGeom>
              <a:avLst/>
              <a:gdLst/>
              <a:ahLst/>
              <a:cxnLst/>
              <a:rect l="l" t="t" r="r" b="b"/>
              <a:pathLst>
                <a:path w="106044" h="126364">
                  <a:moveTo>
                    <a:pt x="105708" y="0"/>
                  </a:moveTo>
                  <a:lnTo>
                    <a:pt x="0" y="0"/>
                  </a:lnTo>
                  <a:lnTo>
                    <a:pt x="0" y="125898"/>
                  </a:lnTo>
                  <a:lnTo>
                    <a:pt x="105708" y="125898"/>
                  </a:lnTo>
                  <a:lnTo>
                    <a:pt x="105708" y="0"/>
                  </a:lnTo>
                  <a:close/>
                </a:path>
              </a:pathLst>
            </a:custGeom>
            <a:solidFill>
              <a:srgbClr val="99CC00"/>
            </a:solidFill>
          </p:spPr>
          <p:txBody>
            <a:bodyPr wrap="square" lIns="0" tIns="0" rIns="0" bIns="0" rtlCol="0"/>
            <a:lstStyle/>
            <a:p>
              <a:endParaRPr/>
            </a:p>
          </p:txBody>
        </p:sp>
        <p:sp>
          <p:nvSpPr>
            <p:cNvPr id="16" name="object 16"/>
            <p:cNvSpPr/>
            <p:nvPr/>
          </p:nvSpPr>
          <p:spPr>
            <a:xfrm>
              <a:off x="3052103" y="5030510"/>
              <a:ext cx="106045" cy="126364"/>
            </a:xfrm>
            <a:custGeom>
              <a:avLst/>
              <a:gdLst/>
              <a:ahLst/>
              <a:cxnLst/>
              <a:rect l="l" t="t" r="r" b="b"/>
              <a:pathLst>
                <a:path w="106044" h="126364">
                  <a:moveTo>
                    <a:pt x="0" y="0"/>
                  </a:moveTo>
                  <a:lnTo>
                    <a:pt x="105708" y="0"/>
                  </a:lnTo>
                  <a:lnTo>
                    <a:pt x="105708" y="125898"/>
                  </a:lnTo>
                  <a:lnTo>
                    <a:pt x="0" y="125898"/>
                  </a:lnTo>
                  <a:lnTo>
                    <a:pt x="0" y="0"/>
                  </a:lnTo>
                  <a:close/>
                </a:path>
              </a:pathLst>
            </a:custGeom>
            <a:ln w="30207">
              <a:solidFill>
                <a:srgbClr val="000000"/>
              </a:solidFill>
            </a:ln>
          </p:spPr>
          <p:txBody>
            <a:bodyPr wrap="square" lIns="0" tIns="0" rIns="0" bIns="0" rtlCol="0"/>
            <a:lstStyle/>
            <a:p>
              <a:endParaRPr/>
            </a:p>
          </p:txBody>
        </p:sp>
      </p:grpSp>
      <p:sp>
        <p:nvSpPr>
          <p:cNvPr id="17" name="object 17"/>
          <p:cNvSpPr txBox="1"/>
          <p:nvPr/>
        </p:nvSpPr>
        <p:spPr>
          <a:xfrm>
            <a:off x="4034397" y="3440071"/>
            <a:ext cx="2501265" cy="315595"/>
          </a:xfrm>
          <a:prstGeom prst="rect">
            <a:avLst/>
          </a:prstGeom>
        </p:spPr>
        <p:txBody>
          <a:bodyPr vert="horz" wrap="square" lIns="0" tIns="12700" rIns="0" bIns="0" rtlCol="0">
            <a:spAutoFit/>
          </a:bodyPr>
          <a:lstStyle/>
          <a:p>
            <a:pPr marL="12700">
              <a:lnSpc>
                <a:spcPct val="100000"/>
              </a:lnSpc>
              <a:spcBef>
                <a:spcPts val="100"/>
              </a:spcBef>
            </a:pPr>
            <a:r>
              <a:rPr sz="1900" spc="-80" dirty="0">
                <a:latin typeface="Arial"/>
                <a:cs typeface="Arial"/>
              </a:rPr>
              <a:t>Function</a:t>
            </a:r>
            <a:r>
              <a:rPr sz="1900" spc="-15" dirty="0">
                <a:latin typeface="Arial"/>
                <a:cs typeface="Arial"/>
              </a:rPr>
              <a:t> </a:t>
            </a:r>
            <a:r>
              <a:rPr sz="1900" spc="-60" dirty="0">
                <a:latin typeface="Arial"/>
                <a:cs typeface="Arial"/>
              </a:rPr>
              <a:t>performs</a:t>
            </a:r>
            <a:r>
              <a:rPr sz="1900" spc="-20" dirty="0">
                <a:latin typeface="Arial"/>
                <a:cs typeface="Arial"/>
              </a:rPr>
              <a:t> </a:t>
            </a:r>
            <a:r>
              <a:rPr sz="1900" spc="-70" dirty="0">
                <a:latin typeface="Arial"/>
                <a:cs typeface="Arial"/>
              </a:rPr>
              <a:t>action</a:t>
            </a:r>
            <a:endParaRPr sz="1900">
              <a:latin typeface="Arial"/>
              <a:cs typeface="Arial"/>
            </a:endParaRPr>
          </a:p>
        </p:txBody>
      </p:sp>
      <p:sp>
        <p:nvSpPr>
          <p:cNvPr id="18" name="object 18"/>
          <p:cNvSpPr/>
          <p:nvPr/>
        </p:nvSpPr>
        <p:spPr>
          <a:xfrm>
            <a:off x="6547167" y="2816392"/>
            <a:ext cx="1354455" cy="1348105"/>
          </a:xfrm>
          <a:custGeom>
            <a:avLst/>
            <a:gdLst/>
            <a:ahLst/>
            <a:cxnLst/>
            <a:rect l="l" t="t" r="r" b="b"/>
            <a:pathLst>
              <a:path w="1354454" h="1348104">
                <a:moveTo>
                  <a:pt x="1308761" y="1287513"/>
                </a:moveTo>
                <a:lnTo>
                  <a:pt x="1293660" y="1287513"/>
                </a:lnTo>
                <a:lnTo>
                  <a:pt x="1323861" y="1347943"/>
                </a:lnTo>
                <a:lnTo>
                  <a:pt x="1338963" y="1317727"/>
                </a:lnTo>
                <a:lnTo>
                  <a:pt x="1315521" y="1317727"/>
                </a:lnTo>
                <a:lnTo>
                  <a:pt x="1308761" y="1310963"/>
                </a:lnTo>
                <a:lnTo>
                  <a:pt x="1308761" y="1287513"/>
                </a:lnTo>
                <a:close/>
              </a:path>
              <a:path w="1354454" h="1348104">
                <a:moveTo>
                  <a:pt x="1308761" y="15107"/>
                </a:moveTo>
                <a:lnTo>
                  <a:pt x="1308761" y="1310963"/>
                </a:lnTo>
                <a:lnTo>
                  <a:pt x="1315521" y="1317727"/>
                </a:lnTo>
                <a:lnTo>
                  <a:pt x="1332202" y="1317727"/>
                </a:lnTo>
                <a:lnTo>
                  <a:pt x="1338963" y="1310963"/>
                </a:lnTo>
                <a:lnTo>
                  <a:pt x="1338963" y="30215"/>
                </a:lnTo>
                <a:lnTo>
                  <a:pt x="1323861" y="30215"/>
                </a:lnTo>
                <a:lnTo>
                  <a:pt x="1308761" y="15107"/>
                </a:lnTo>
                <a:close/>
              </a:path>
              <a:path w="1354454" h="1348104">
                <a:moveTo>
                  <a:pt x="1354065" y="1287513"/>
                </a:moveTo>
                <a:lnTo>
                  <a:pt x="1338963" y="1287513"/>
                </a:lnTo>
                <a:lnTo>
                  <a:pt x="1338963" y="1310963"/>
                </a:lnTo>
                <a:lnTo>
                  <a:pt x="1332202" y="1317727"/>
                </a:lnTo>
                <a:lnTo>
                  <a:pt x="1338963" y="1317727"/>
                </a:lnTo>
                <a:lnTo>
                  <a:pt x="1354065" y="1287513"/>
                </a:lnTo>
                <a:close/>
              </a:path>
              <a:path w="1354454" h="1348104">
                <a:moveTo>
                  <a:pt x="1332202" y="0"/>
                </a:moveTo>
                <a:lnTo>
                  <a:pt x="6761" y="0"/>
                </a:lnTo>
                <a:lnTo>
                  <a:pt x="0" y="6764"/>
                </a:lnTo>
                <a:lnTo>
                  <a:pt x="0" y="23451"/>
                </a:lnTo>
                <a:lnTo>
                  <a:pt x="6761" y="30215"/>
                </a:lnTo>
                <a:lnTo>
                  <a:pt x="1308761" y="30215"/>
                </a:lnTo>
                <a:lnTo>
                  <a:pt x="1308761" y="15107"/>
                </a:lnTo>
                <a:lnTo>
                  <a:pt x="1338963" y="15107"/>
                </a:lnTo>
                <a:lnTo>
                  <a:pt x="1338963" y="6764"/>
                </a:lnTo>
                <a:lnTo>
                  <a:pt x="1332202" y="0"/>
                </a:lnTo>
                <a:close/>
              </a:path>
              <a:path w="1354454" h="1348104">
                <a:moveTo>
                  <a:pt x="1338963" y="15107"/>
                </a:moveTo>
                <a:lnTo>
                  <a:pt x="1308761" y="15107"/>
                </a:lnTo>
                <a:lnTo>
                  <a:pt x="1323861" y="30215"/>
                </a:lnTo>
                <a:lnTo>
                  <a:pt x="1338963" y="30215"/>
                </a:lnTo>
                <a:lnTo>
                  <a:pt x="1338963" y="15107"/>
                </a:lnTo>
                <a:close/>
              </a:path>
            </a:pathLst>
          </a:custGeom>
          <a:solidFill>
            <a:srgbClr val="000000"/>
          </a:solidFill>
        </p:spPr>
        <p:txBody>
          <a:bodyPr wrap="square" lIns="0" tIns="0" rIns="0" bIns="0" rtlCol="0"/>
          <a:lstStyle/>
          <a:p>
            <a:endParaRPr/>
          </a:p>
        </p:txBody>
      </p:sp>
      <p:sp>
        <p:nvSpPr>
          <p:cNvPr id="19" name="object 19"/>
          <p:cNvSpPr txBox="1"/>
          <p:nvPr/>
        </p:nvSpPr>
        <p:spPr>
          <a:xfrm>
            <a:off x="7457311" y="2101999"/>
            <a:ext cx="748665" cy="315595"/>
          </a:xfrm>
          <a:prstGeom prst="rect">
            <a:avLst/>
          </a:prstGeom>
        </p:spPr>
        <p:txBody>
          <a:bodyPr vert="horz" wrap="square" lIns="0" tIns="12700" rIns="0" bIns="0" rtlCol="0">
            <a:spAutoFit/>
          </a:bodyPr>
          <a:lstStyle/>
          <a:p>
            <a:pPr marL="12700">
              <a:lnSpc>
                <a:spcPct val="100000"/>
              </a:lnSpc>
              <a:spcBef>
                <a:spcPts val="100"/>
              </a:spcBef>
            </a:pPr>
            <a:r>
              <a:rPr sz="1900" spc="-10" dirty="0">
                <a:latin typeface="Arial"/>
                <a:cs typeface="Arial"/>
              </a:rPr>
              <a:t>Ou</a:t>
            </a:r>
            <a:r>
              <a:rPr sz="1900" spc="100" dirty="0">
                <a:latin typeface="Arial"/>
                <a:cs typeface="Arial"/>
              </a:rPr>
              <a:t>t</a:t>
            </a:r>
            <a:r>
              <a:rPr sz="1900" spc="-110" dirty="0">
                <a:latin typeface="Arial"/>
                <a:cs typeface="Arial"/>
              </a:rPr>
              <a:t>pu</a:t>
            </a:r>
            <a:r>
              <a:rPr sz="1900" spc="100" dirty="0">
                <a:latin typeface="Arial"/>
                <a:cs typeface="Arial"/>
              </a:rPr>
              <a:t>t</a:t>
            </a:r>
            <a:endParaRPr sz="1900">
              <a:latin typeface="Arial"/>
              <a:cs typeface="Arial"/>
            </a:endParaRPr>
          </a:p>
        </p:txBody>
      </p:sp>
      <p:sp>
        <p:nvSpPr>
          <p:cNvPr id="20" name="object 20"/>
          <p:cNvSpPr txBox="1"/>
          <p:nvPr/>
        </p:nvSpPr>
        <p:spPr>
          <a:xfrm>
            <a:off x="6971676" y="4176086"/>
            <a:ext cx="1835785" cy="967105"/>
          </a:xfrm>
          <a:prstGeom prst="rect">
            <a:avLst/>
          </a:prstGeom>
          <a:solidFill>
            <a:srgbClr val="FF9999"/>
          </a:solidFill>
          <a:ln w="30212">
            <a:solidFill>
              <a:srgbClr val="000000"/>
            </a:solidFill>
          </a:ln>
        </p:spPr>
        <p:txBody>
          <a:bodyPr vert="horz" wrap="square" lIns="0" tIns="178435" rIns="0" bIns="0" rtlCol="0">
            <a:spAutoFit/>
          </a:bodyPr>
          <a:lstStyle/>
          <a:p>
            <a:pPr marL="628650" marR="567690" indent="-53975">
              <a:lnSpc>
                <a:spcPct val="101099"/>
              </a:lnSpc>
              <a:spcBef>
                <a:spcPts val="1405"/>
              </a:spcBef>
            </a:pPr>
            <a:r>
              <a:rPr sz="1900" spc="-5" dirty="0">
                <a:latin typeface="Arial"/>
                <a:cs typeface="Arial"/>
              </a:rPr>
              <a:t>Result  value</a:t>
            </a:r>
            <a:endParaRPr sz="1900">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86971" y="6953863"/>
            <a:ext cx="127165" cy="201805"/>
          </a:xfrm>
          <a:prstGeom prst="rect">
            <a:avLst/>
          </a:prstGeom>
        </p:spPr>
      </p:pic>
      <p:grpSp>
        <p:nvGrpSpPr>
          <p:cNvPr id="3" name="object 3"/>
          <p:cNvGrpSpPr/>
          <p:nvPr/>
        </p:nvGrpSpPr>
        <p:grpSpPr>
          <a:xfrm>
            <a:off x="2958133" y="3383771"/>
            <a:ext cx="4671695" cy="1115060"/>
            <a:chOff x="2958133" y="3383771"/>
            <a:chExt cx="4671695" cy="1115060"/>
          </a:xfrm>
        </p:grpSpPr>
        <p:sp>
          <p:nvSpPr>
            <p:cNvPr id="4" name="object 4"/>
            <p:cNvSpPr/>
            <p:nvPr/>
          </p:nvSpPr>
          <p:spPr>
            <a:xfrm>
              <a:off x="5318945" y="3383771"/>
              <a:ext cx="0" cy="541020"/>
            </a:xfrm>
            <a:custGeom>
              <a:avLst/>
              <a:gdLst/>
              <a:ahLst/>
              <a:cxnLst/>
              <a:rect l="l" t="t" r="r" b="b"/>
              <a:pathLst>
                <a:path h="541020">
                  <a:moveTo>
                    <a:pt x="0" y="0"/>
                  </a:moveTo>
                  <a:lnTo>
                    <a:pt x="0" y="540519"/>
                  </a:lnTo>
                </a:path>
              </a:pathLst>
            </a:custGeom>
            <a:ln w="30203">
              <a:solidFill>
                <a:srgbClr val="000000"/>
              </a:solidFill>
            </a:ln>
          </p:spPr>
          <p:txBody>
            <a:bodyPr wrap="square" lIns="0" tIns="0" rIns="0" bIns="0" rtlCol="0"/>
            <a:lstStyle/>
            <a:p>
              <a:endParaRPr/>
            </a:p>
          </p:txBody>
        </p:sp>
        <p:sp>
          <p:nvSpPr>
            <p:cNvPr id="5" name="object 5"/>
            <p:cNvSpPr/>
            <p:nvPr/>
          </p:nvSpPr>
          <p:spPr>
            <a:xfrm>
              <a:off x="2973241" y="3919255"/>
              <a:ext cx="4641215" cy="564515"/>
            </a:xfrm>
            <a:custGeom>
              <a:avLst/>
              <a:gdLst/>
              <a:ahLst/>
              <a:cxnLst/>
              <a:rect l="l" t="t" r="r" b="b"/>
              <a:pathLst>
                <a:path w="4641215" h="564514">
                  <a:moveTo>
                    <a:pt x="0" y="530448"/>
                  </a:moveTo>
                  <a:lnTo>
                    <a:pt x="0" y="0"/>
                  </a:lnTo>
                  <a:lnTo>
                    <a:pt x="4641182" y="0"/>
                  </a:lnTo>
                  <a:lnTo>
                    <a:pt x="4641182" y="248438"/>
                  </a:lnTo>
                  <a:lnTo>
                    <a:pt x="4641182" y="564021"/>
                  </a:lnTo>
                </a:path>
              </a:pathLst>
            </a:custGeom>
            <a:ln w="30215">
              <a:solidFill>
                <a:srgbClr val="000000"/>
              </a:solidFill>
            </a:ln>
          </p:spPr>
          <p:txBody>
            <a:bodyPr wrap="square" lIns="0" tIns="0" rIns="0" bIns="0" rtlCol="0"/>
            <a:lstStyle/>
            <a:p>
              <a:endParaRPr/>
            </a:p>
          </p:txBody>
        </p:sp>
      </p:grpSp>
      <p:sp>
        <p:nvSpPr>
          <p:cNvPr id="6" name="object 6"/>
          <p:cNvSpPr txBox="1">
            <a:spLocks noGrp="1"/>
          </p:cNvSpPr>
          <p:nvPr>
            <p:ph type="title"/>
          </p:nvPr>
        </p:nvSpPr>
        <p:spPr>
          <a:xfrm>
            <a:off x="1073911" y="759271"/>
            <a:ext cx="6007100" cy="544195"/>
          </a:xfrm>
          <a:prstGeom prst="rect">
            <a:avLst/>
          </a:prstGeom>
        </p:spPr>
        <p:txBody>
          <a:bodyPr vert="horz" wrap="square" lIns="0" tIns="12700" rIns="0" bIns="0" rtlCol="0">
            <a:spAutoFit/>
          </a:bodyPr>
          <a:lstStyle/>
          <a:p>
            <a:pPr marL="12700">
              <a:lnSpc>
                <a:spcPct val="100000"/>
              </a:lnSpc>
              <a:spcBef>
                <a:spcPts val="100"/>
              </a:spcBef>
            </a:pPr>
            <a:r>
              <a:rPr spc="135" dirty="0">
                <a:solidFill>
                  <a:srgbClr val="464653"/>
                </a:solidFill>
              </a:rPr>
              <a:t>Two</a:t>
            </a:r>
            <a:r>
              <a:rPr spc="195" dirty="0">
                <a:solidFill>
                  <a:srgbClr val="464653"/>
                </a:solidFill>
              </a:rPr>
              <a:t> </a:t>
            </a:r>
            <a:r>
              <a:rPr spc="245" dirty="0">
                <a:solidFill>
                  <a:srgbClr val="464653"/>
                </a:solidFill>
              </a:rPr>
              <a:t>Types</a:t>
            </a:r>
            <a:r>
              <a:rPr spc="204" dirty="0">
                <a:solidFill>
                  <a:srgbClr val="464653"/>
                </a:solidFill>
              </a:rPr>
              <a:t> </a:t>
            </a:r>
            <a:r>
              <a:rPr spc="70" dirty="0">
                <a:solidFill>
                  <a:srgbClr val="464653"/>
                </a:solidFill>
              </a:rPr>
              <a:t>of</a:t>
            </a:r>
            <a:r>
              <a:rPr spc="215" dirty="0">
                <a:solidFill>
                  <a:srgbClr val="464653"/>
                </a:solidFill>
              </a:rPr>
              <a:t> </a:t>
            </a:r>
            <a:r>
              <a:rPr spc="180" dirty="0">
                <a:solidFill>
                  <a:srgbClr val="464653"/>
                </a:solidFill>
              </a:rPr>
              <a:t>SQL</a:t>
            </a:r>
            <a:r>
              <a:rPr spc="210" dirty="0">
                <a:solidFill>
                  <a:srgbClr val="464653"/>
                </a:solidFill>
              </a:rPr>
              <a:t> </a:t>
            </a:r>
            <a:r>
              <a:rPr spc="355" dirty="0">
                <a:solidFill>
                  <a:srgbClr val="464653"/>
                </a:solidFill>
              </a:rPr>
              <a:t>Functions</a:t>
            </a:r>
          </a:p>
        </p:txBody>
      </p:sp>
      <p:sp>
        <p:nvSpPr>
          <p:cNvPr id="7" name="object 7"/>
          <p:cNvSpPr txBox="1"/>
          <p:nvPr/>
        </p:nvSpPr>
        <p:spPr>
          <a:xfrm>
            <a:off x="1763477" y="4451382"/>
            <a:ext cx="2668823" cy="782907"/>
          </a:xfrm>
          <a:prstGeom prst="rect">
            <a:avLst/>
          </a:prstGeom>
          <a:solidFill>
            <a:srgbClr val="99CCCC"/>
          </a:solidFill>
          <a:ln w="30213">
            <a:solidFill>
              <a:srgbClr val="000000"/>
            </a:solidFill>
          </a:ln>
        </p:spPr>
        <p:txBody>
          <a:bodyPr vert="horz" wrap="square" lIns="0" tIns="196215" rIns="0" bIns="0" rtlCol="0">
            <a:spAutoFit/>
          </a:bodyPr>
          <a:lstStyle/>
          <a:p>
            <a:pPr marL="97155" marR="1280160" algn="just">
              <a:lnSpc>
                <a:spcPct val="100000"/>
              </a:lnSpc>
              <a:spcBef>
                <a:spcPts val="1545"/>
              </a:spcBef>
            </a:pPr>
            <a:r>
              <a:rPr sz="1900" dirty="0">
                <a:latin typeface="Arial"/>
                <a:cs typeface="Arial"/>
              </a:rPr>
              <a:t>Single-row  functions</a:t>
            </a:r>
          </a:p>
        </p:txBody>
      </p:sp>
      <p:sp>
        <p:nvSpPr>
          <p:cNvPr id="8" name="object 8"/>
          <p:cNvSpPr txBox="1"/>
          <p:nvPr/>
        </p:nvSpPr>
        <p:spPr>
          <a:xfrm>
            <a:off x="6426358" y="4451382"/>
            <a:ext cx="2392680" cy="989965"/>
          </a:xfrm>
          <a:prstGeom prst="rect">
            <a:avLst/>
          </a:prstGeom>
          <a:solidFill>
            <a:srgbClr val="99CCCC"/>
          </a:solidFill>
          <a:ln w="30213">
            <a:solidFill>
              <a:srgbClr val="000000"/>
            </a:solidFill>
          </a:ln>
        </p:spPr>
        <p:txBody>
          <a:bodyPr vert="horz" wrap="square" lIns="0" tIns="189865" rIns="0" bIns="0" rtlCol="0">
            <a:spAutoFit/>
          </a:bodyPr>
          <a:lstStyle/>
          <a:p>
            <a:pPr marL="97155" marR="1028700">
              <a:lnSpc>
                <a:spcPct val="101099"/>
              </a:lnSpc>
              <a:spcBef>
                <a:spcPts val="1495"/>
              </a:spcBef>
            </a:pPr>
            <a:r>
              <a:rPr sz="1900" spc="-130" dirty="0">
                <a:latin typeface="Arial"/>
                <a:cs typeface="Arial"/>
              </a:rPr>
              <a:t>M</a:t>
            </a:r>
            <a:r>
              <a:rPr sz="1900" spc="-85" dirty="0">
                <a:latin typeface="Arial"/>
                <a:cs typeface="Arial"/>
              </a:rPr>
              <a:t>u</a:t>
            </a:r>
            <a:r>
              <a:rPr sz="1900" spc="-5" dirty="0">
                <a:latin typeface="Arial"/>
                <a:cs typeface="Arial"/>
              </a:rPr>
              <a:t>l</a:t>
            </a:r>
            <a:r>
              <a:rPr sz="1900" spc="100" dirty="0">
                <a:latin typeface="Arial"/>
                <a:cs typeface="Arial"/>
              </a:rPr>
              <a:t>t</a:t>
            </a:r>
            <a:r>
              <a:rPr sz="1900" spc="-5" dirty="0">
                <a:latin typeface="Arial"/>
                <a:cs typeface="Arial"/>
              </a:rPr>
              <a:t>i</a:t>
            </a:r>
            <a:r>
              <a:rPr sz="1900" spc="-110" dirty="0">
                <a:latin typeface="Arial"/>
                <a:cs typeface="Arial"/>
              </a:rPr>
              <a:t>p</a:t>
            </a:r>
            <a:r>
              <a:rPr sz="1900" spc="-5" dirty="0">
                <a:latin typeface="Arial"/>
                <a:cs typeface="Arial"/>
              </a:rPr>
              <a:t>l</a:t>
            </a:r>
            <a:r>
              <a:rPr sz="1900" spc="-155" dirty="0">
                <a:latin typeface="Arial"/>
                <a:cs typeface="Arial"/>
              </a:rPr>
              <a:t>e</a:t>
            </a:r>
            <a:r>
              <a:rPr sz="1900" spc="-15" dirty="0">
                <a:latin typeface="Arial"/>
                <a:cs typeface="Arial"/>
              </a:rPr>
              <a:t>-</a:t>
            </a:r>
            <a:r>
              <a:rPr sz="1900" spc="-10" dirty="0">
                <a:latin typeface="Arial"/>
                <a:cs typeface="Arial"/>
              </a:rPr>
              <a:t>r</a:t>
            </a:r>
            <a:r>
              <a:rPr sz="1900" spc="40" dirty="0">
                <a:latin typeface="Arial"/>
                <a:cs typeface="Arial"/>
              </a:rPr>
              <a:t>o</a:t>
            </a:r>
            <a:r>
              <a:rPr sz="1900" spc="-5" dirty="0">
                <a:latin typeface="Arial"/>
                <a:cs typeface="Arial"/>
              </a:rPr>
              <a:t>w  </a:t>
            </a:r>
            <a:r>
              <a:rPr sz="1900" spc="-70" dirty="0">
                <a:latin typeface="Arial"/>
                <a:cs typeface="Arial"/>
              </a:rPr>
              <a:t>functions</a:t>
            </a:r>
            <a:endParaRPr sz="1900">
              <a:latin typeface="Arial"/>
              <a:cs typeface="Arial"/>
            </a:endParaRPr>
          </a:p>
        </p:txBody>
      </p:sp>
      <p:sp>
        <p:nvSpPr>
          <p:cNvPr id="9" name="object 9"/>
          <p:cNvSpPr/>
          <p:nvPr/>
        </p:nvSpPr>
        <p:spPr>
          <a:xfrm>
            <a:off x="1412794" y="4914686"/>
            <a:ext cx="362585" cy="60960"/>
          </a:xfrm>
          <a:custGeom>
            <a:avLst/>
            <a:gdLst/>
            <a:ahLst/>
            <a:cxnLst/>
            <a:rect l="l" t="t" r="r" b="b"/>
            <a:pathLst>
              <a:path w="362585" h="60960">
                <a:moveTo>
                  <a:pt x="302022" y="45323"/>
                </a:moveTo>
                <a:lnTo>
                  <a:pt x="302022" y="60431"/>
                </a:lnTo>
                <a:lnTo>
                  <a:pt x="332224" y="45323"/>
                </a:lnTo>
                <a:lnTo>
                  <a:pt x="302022" y="45323"/>
                </a:lnTo>
                <a:close/>
              </a:path>
              <a:path w="362585" h="60960">
                <a:moveTo>
                  <a:pt x="302022" y="15107"/>
                </a:moveTo>
                <a:lnTo>
                  <a:pt x="302022" y="45323"/>
                </a:lnTo>
                <a:lnTo>
                  <a:pt x="317124" y="45323"/>
                </a:lnTo>
                <a:lnTo>
                  <a:pt x="317124" y="15107"/>
                </a:lnTo>
                <a:lnTo>
                  <a:pt x="302022" y="15107"/>
                </a:lnTo>
                <a:close/>
              </a:path>
              <a:path w="362585" h="60960">
                <a:moveTo>
                  <a:pt x="302022" y="0"/>
                </a:moveTo>
                <a:lnTo>
                  <a:pt x="302022" y="15107"/>
                </a:lnTo>
                <a:lnTo>
                  <a:pt x="317124" y="15107"/>
                </a:lnTo>
                <a:lnTo>
                  <a:pt x="317124" y="45323"/>
                </a:lnTo>
                <a:lnTo>
                  <a:pt x="332226" y="45322"/>
                </a:lnTo>
                <a:lnTo>
                  <a:pt x="362426" y="30215"/>
                </a:lnTo>
                <a:lnTo>
                  <a:pt x="302022" y="0"/>
                </a:lnTo>
                <a:close/>
              </a:path>
              <a:path w="362585" h="60960">
                <a:moveTo>
                  <a:pt x="0" y="15106"/>
                </a:moveTo>
                <a:lnTo>
                  <a:pt x="0" y="45322"/>
                </a:lnTo>
                <a:lnTo>
                  <a:pt x="302022" y="45323"/>
                </a:lnTo>
                <a:lnTo>
                  <a:pt x="302022" y="15107"/>
                </a:lnTo>
                <a:lnTo>
                  <a:pt x="0" y="15106"/>
                </a:lnTo>
                <a:close/>
              </a:path>
            </a:pathLst>
          </a:custGeom>
          <a:solidFill>
            <a:srgbClr val="000000"/>
          </a:solidFill>
        </p:spPr>
        <p:txBody>
          <a:bodyPr wrap="square" lIns="0" tIns="0" rIns="0" bIns="0" rtlCol="0"/>
          <a:lstStyle/>
          <a:p>
            <a:endParaRPr/>
          </a:p>
        </p:txBody>
      </p:sp>
      <p:sp>
        <p:nvSpPr>
          <p:cNvPr id="10" name="object 10"/>
          <p:cNvSpPr/>
          <p:nvPr/>
        </p:nvSpPr>
        <p:spPr>
          <a:xfrm>
            <a:off x="4470400" y="4914686"/>
            <a:ext cx="342900" cy="60960"/>
          </a:xfrm>
          <a:custGeom>
            <a:avLst/>
            <a:gdLst/>
            <a:ahLst/>
            <a:cxnLst/>
            <a:rect l="l" t="t" r="r" b="b"/>
            <a:pathLst>
              <a:path w="342900" h="60960">
                <a:moveTo>
                  <a:pt x="281887" y="45323"/>
                </a:moveTo>
                <a:lnTo>
                  <a:pt x="281887" y="60431"/>
                </a:lnTo>
                <a:lnTo>
                  <a:pt x="312089" y="45323"/>
                </a:lnTo>
                <a:lnTo>
                  <a:pt x="281887" y="45323"/>
                </a:lnTo>
                <a:close/>
              </a:path>
              <a:path w="342900" h="60960">
                <a:moveTo>
                  <a:pt x="281887" y="15107"/>
                </a:moveTo>
                <a:lnTo>
                  <a:pt x="281887" y="45323"/>
                </a:lnTo>
                <a:lnTo>
                  <a:pt x="296988" y="45323"/>
                </a:lnTo>
                <a:lnTo>
                  <a:pt x="296988" y="15107"/>
                </a:lnTo>
                <a:lnTo>
                  <a:pt x="281887" y="15107"/>
                </a:lnTo>
                <a:close/>
              </a:path>
              <a:path w="342900" h="60960">
                <a:moveTo>
                  <a:pt x="281887" y="0"/>
                </a:moveTo>
                <a:lnTo>
                  <a:pt x="281887" y="15107"/>
                </a:lnTo>
                <a:lnTo>
                  <a:pt x="296988" y="15107"/>
                </a:lnTo>
                <a:lnTo>
                  <a:pt x="296988" y="45323"/>
                </a:lnTo>
                <a:lnTo>
                  <a:pt x="312092" y="45322"/>
                </a:lnTo>
                <a:lnTo>
                  <a:pt x="342291" y="30215"/>
                </a:lnTo>
                <a:lnTo>
                  <a:pt x="281887" y="0"/>
                </a:lnTo>
                <a:close/>
              </a:path>
              <a:path w="342900" h="60960">
                <a:moveTo>
                  <a:pt x="0" y="15106"/>
                </a:moveTo>
                <a:lnTo>
                  <a:pt x="0" y="45322"/>
                </a:lnTo>
                <a:lnTo>
                  <a:pt x="281887" y="45323"/>
                </a:lnTo>
                <a:lnTo>
                  <a:pt x="281887" y="15107"/>
                </a:lnTo>
                <a:lnTo>
                  <a:pt x="0" y="15106"/>
                </a:lnTo>
                <a:close/>
              </a:path>
            </a:pathLst>
          </a:custGeom>
          <a:solidFill>
            <a:srgbClr val="000000"/>
          </a:solidFill>
        </p:spPr>
        <p:txBody>
          <a:bodyPr wrap="square" lIns="0" tIns="0" rIns="0" bIns="0" rtlCol="0"/>
          <a:lstStyle/>
          <a:p>
            <a:endParaRPr/>
          </a:p>
        </p:txBody>
      </p:sp>
      <p:sp>
        <p:nvSpPr>
          <p:cNvPr id="11" name="object 11"/>
          <p:cNvSpPr/>
          <p:nvPr/>
        </p:nvSpPr>
        <p:spPr>
          <a:xfrm>
            <a:off x="8837499" y="4914686"/>
            <a:ext cx="359410" cy="60960"/>
          </a:xfrm>
          <a:custGeom>
            <a:avLst/>
            <a:gdLst/>
            <a:ahLst/>
            <a:cxnLst/>
            <a:rect l="l" t="t" r="r" b="b"/>
            <a:pathLst>
              <a:path w="359409" h="60960">
                <a:moveTo>
                  <a:pt x="298667" y="45323"/>
                </a:moveTo>
                <a:lnTo>
                  <a:pt x="298667" y="60431"/>
                </a:lnTo>
                <a:lnTo>
                  <a:pt x="328869" y="45323"/>
                </a:lnTo>
                <a:lnTo>
                  <a:pt x="298667" y="45323"/>
                </a:lnTo>
                <a:close/>
              </a:path>
              <a:path w="359409" h="60960">
                <a:moveTo>
                  <a:pt x="298667" y="15107"/>
                </a:moveTo>
                <a:lnTo>
                  <a:pt x="298667" y="45323"/>
                </a:lnTo>
                <a:lnTo>
                  <a:pt x="313767" y="45323"/>
                </a:lnTo>
                <a:lnTo>
                  <a:pt x="313767" y="15107"/>
                </a:lnTo>
                <a:lnTo>
                  <a:pt x="298667" y="15107"/>
                </a:lnTo>
                <a:close/>
              </a:path>
              <a:path w="359409" h="60960">
                <a:moveTo>
                  <a:pt x="298667" y="0"/>
                </a:moveTo>
                <a:lnTo>
                  <a:pt x="298667" y="15107"/>
                </a:lnTo>
                <a:lnTo>
                  <a:pt x="313767" y="15107"/>
                </a:lnTo>
                <a:lnTo>
                  <a:pt x="313767" y="45323"/>
                </a:lnTo>
                <a:lnTo>
                  <a:pt x="328871" y="45322"/>
                </a:lnTo>
                <a:lnTo>
                  <a:pt x="359070" y="30215"/>
                </a:lnTo>
                <a:lnTo>
                  <a:pt x="298667" y="0"/>
                </a:lnTo>
                <a:close/>
              </a:path>
              <a:path w="359409" h="60960">
                <a:moveTo>
                  <a:pt x="1" y="15106"/>
                </a:moveTo>
                <a:lnTo>
                  <a:pt x="0" y="45322"/>
                </a:lnTo>
                <a:lnTo>
                  <a:pt x="298667" y="45323"/>
                </a:lnTo>
                <a:lnTo>
                  <a:pt x="298667" y="15107"/>
                </a:lnTo>
                <a:lnTo>
                  <a:pt x="1" y="15106"/>
                </a:lnTo>
                <a:close/>
              </a:path>
            </a:pathLst>
          </a:custGeom>
          <a:solidFill>
            <a:srgbClr val="000000"/>
          </a:solidFill>
        </p:spPr>
        <p:txBody>
          <a:bodyPr wrap="square" lIns="0" tIns="0" rIns="0" bIns="0" rtlCol="0"/>
          <a:lstStyle/>
          <a:p>
            <a:endParaRPr/>
          </a:p>
        </p:txBody>
      </p:sp>
      <p:sp>
        <p:nvSpPr>
          <p:cNvPr id="12" name="object 12"/>
          <p:cNvSpPr/>
          <p:nvPr/>
        </p:nvSpPr>
        <p:spPr>
          <a:xfrm>
            <a:off x="6063932" y="4944902"/>
            <a:ext cx="342900" cy="60960"/>
          </a:xfrm>
          <a:custGeom>
            <a:avLst/>
            <a:gdLst/>
            <a:ahLst/>
            <a:cxnLst/>
            <a:rect l="l" t="t" r="r" b="b"/>
            <a:pathLst>
              <a:path w="342900" h="60960">
                <a:moveTo>
                  <a:pt x="281886" y="45322"/>
                </a:moveTo>
                <a:lnTo>
                  <a:pt x="281886" y="60430"/>
                </a:lnTo>
                <a:lnTo>
                  <a:pt x="312089" y="45322"/>
                </a:lnTo>
                <a:lnTo>
                  <a:pt x="281886" y="45322"/>
                </a:lnTo>
                <a:close/>
              </a:path>
              <a:path w="342900" h="60960">
                <a:moveTo>
                  <a:pt x="281886" y="0"/>
                </a:moveTo>
                <a:lnTo>
                  <a:pt x="281886" y="45322"/>
                </a:lnTo>
                <a:lnTo>
                  <a:pt x="296988" y="45322"/>
                </a:lnTo>
                <a:lnTo>
                  <a:pt x="296988" y="15106"/>
                </a:lnTo>
                <a:lnTo>
                  <a:pt x="312087" y="15106"/>
                </a:lnTo>
                <a:lnTo>
                  <a:pt x="281886" y="0"/>
                </a:lnTo>
                <a:close/>
              </a:path>
              <a:path w="342900" h="60960">
                <a:moveTo>
                  <a:pt x="312087" y="15106"/>
                </a:moveTo>
                <a:lnTo>
                  <a:pt x="296988" y="15106"/>
                </a:lnTo>
                <a:lnTo>
                  <a:pt x="296988" y="45322"/>
                </a:lnTo>
                <a:lnTo>
                  <a:pt x="312091" y="45321"/>
                </a:lnTo>
                <a:lnTo>
                  <a:pt x="342291" y="30214"/>
                </a:lnTo>
                <a:lnTo>
                  <a:pt x="312087" y="15106"/>
                </a:lnTo>
                <a:close/>
              </a:path>
              <a:path w="342900" h="60960">
                <a:moveTo>
                  <a:pt x="281886" y="15106"/>
                </a:moveTo>
                <a:lnTo>
                  <a:pt x="0" y="15106"/>
                </a:lnTo>
                <a:lnTo>
                  <a:pt x="0" y="45321"/>
                </a:lnTo>
                <a:lnTo>
                  <a:pt x="281886" y="45322"/>
                </a:lnTo>
                <a:lnTo>
                  <a:pt x="281886" y="15106"/>
                </a:lnTo>
                <a:close/>
              </a:path>
            </a:pathLst>
          </a:custGeom>
          <a:solidFill>
            <a:srgbClr val="000000"/>
          </a:solidFill>
        </p:spPr>
        <p:txBody>
          <a:bodyPr wrap="square" lIns="0" tIns="0" rIns="0" bIns="0" rtlCol="0"/>
          <a:lstStyle/>
          <a:p>
            <a:endParaRPr/>
          </a:p>
        </p:txBody>
      </p:sp>
      <p:sp>
        <p:nvSpPr>
          <p:cNvPr id="13" name="object 13"/>
          <p:cNvSpPr/>
          <p:nvPr/>
        </p:nvSpPr>
        <p:spPr>
          <a:xfrm>
            <a:off x="6063932" y="4622604"/>
            <a:ext cx="342900" cy="60960"/>
          </a:xfrm>
          <a:custGeom>
            <a:avLst/>
            <a:gdLst/>
            <a:ahLst/>
            <a:cxnLst/>
            <a:rect l="l" t="t" r="r" b="b"/>
            <a:pathLst>
              <a:path w="342900" h="60960">
                <a:moveTo>
                  <a:pt x="281886" y="15107"/>
                </a:moveTo>
                <a:lnTo>
                  <a:pt x="281886" y="60430"/>
                </a:lnTo>
                <a:lnTo>
                  <a:pt x="312090" y="45322"/>
                </a:lnTo>
                <a:lnTo>
                  <a:pt x="296988" y="45322"/>
                </a:lnTo>
                <a:lnTo>
                  <a:pt x="296988" y="15107"/>
                </a:lnTo>
                <a:lnTo>
                  <a:pt x="281886" y="15107"/>
                </a:lnTo>
                <a:close/>
              </a:path>
              <a:path w="342900" h="60960">
                <a:moveTo>
                  <a:pt x="0" y="15106"/>
                </a:moveTo>
                <a:lnTo>
                  <a:pt x="0" y="45322"/>
                </a:lnTo>
                <a:lnTo>
                  <a:pt x="281886" y="45322"/>
                </a:lnTo>
                <a:lnTo>
                  <a:pt x="281886" y="15107"/>
                </a:lnTo>
                <a:lnTo>
                  <a:pt x="0" y="15106"/>
                </a:lnTo>
                <a:close/>
              </a:path>
              <a:path w="342900" h="60960">
                <a:moveTo>
                  <a:pt x="281886" y="0"/>
                </a:moveTo>
                <a:lnTo>
                  <a:pt x="281886" y="15107"/>
                </a:lnTo>
                <a:lnTo>
                  <a:pt x="296988" y="15107"/>
                </a:lnTo>
                <a:lnTo>
                  <a:pt x="296988" y="45322"/>
                </a:lnTo>
                <a:lnTo>
                  <a:pt x="312090" y="45322"/>
                </a:lnTo>
                <a:lnTo>
                  <a:pt x="342291" y="30215"/>
                </a:lnTo>
                <a:lnTo>
                  <a:pt x="281886" y="0"/>
                </a:lnTo>
                <a:close/>
              </a:path>
            </a:pathLst>
          </a:custGeom>
          <a:solidFill>
            <a:srgbClr val="000000"/>
          </a:solidFill>
        </p:spPr>
        <p:txBody>
          <a:bodyPr wrap="square" lIns="0" tIns="0" rIns="0" bIns="0" rtlCol="0"/>
          <a:lstStyle/>
          <a:p>
            <a:endParaRPr/>
          </a:p>
        </p:txBody>
      </p:sp>
      <p:sp>
        <p:nvSpPr>
          <p:cNvPr id="14" name="object 14"/>
          <p:cNvSpPr/>
          <p:nvPr/>
        </p:nvSpPr>
        <p:spPr>
          <a:xfrm>
            <a:off x="6063932" y="5206769"/>
            <a:ext cx="342900" cy="60960"/>
          </a:xfrm>
          <a:custGeom>
            <a:avLst/>
            <a:gdLst/>
            <a:ahLst/>
            <a:cxnLst/>
            <a:rect l="l" t="t" r="r" b="b"/>
            <a:pathLst>
              <a:path w="342900" h="60960">
                <a:moveTo>
                  <a:pt x="281886" y="45323"/>
                </a:moveTo>
                <a:lnTo>
                  <a:pt x="281886" y="60431"/>
                </a:lnTo>
                <a:lnTo>
                  <a:pt x="312089" y="45323"/>
                </a:lnTo>
                <a:lnTo>
                  <a:pt x="281886" y="45323"/>
                </a:lnTo>
                <a:close/>
              </a:path>
              <a:path w="342900" h="60960">
                <a:moveTo>
                  <a:pt x="281886" y="15107"/>
                </a:moveTo>
                <a:lnTo>
                  <a:pt x="281886" y="45323"/>
                </a:lnTo>
                <a:lnTo>
                  <a:pt x="296988" y="45323"/>
                </a:lnTo>
                <a:lnTo>
                  <a:pt x="296988" y="15107"/>
                </a:lnTo>
                <a:lnTo>
                  <a:pt x="281886" y="15107"/>
                </a:lnTo>
                <a:close/>
              </a:path>
              <a:path w="342900" h="60960">
                <a:moveTo>
                  <a:pt x="281886" y="0"/>
                </a:moveTo>
                <a:lnTo>
                  <a:pt x="281886" y="15107"/>
                </a:lnTo>
                <a:lnTo>
                  <a:pt x="296988" y="15107"/>
                </a:lnTo>
                <a:lnTo>
                  <a:pt x="296988" y="45323"/>
                </a:lnTo>
                <a:lnTo>
                  <a:pt x="312091" y="45322"/>
                </a:lnTo>
                <a:lnTo>
                  <a:pt x="342291" y="30215"/>
                </a:lnTo>
                <a:lnTo>
                  <a:pt x="281886" y="0"/>
                </a:lnTo>
                <a:close/>
              </a:path>
              <a:path w="342900" h="60960">
                <a:moveTo>
                  <a:pt x="0" y="15106"/>
                </a:moveTo>
                <a:lnTo>
                  <a:pt x="0" y="45322"/>
                </a:lnTo>
                <a:lnTo>
                  <a:pt x="281886" y="45323"/>
                </a:lnTo>
                <a:lnTo>
                  <a:pt x="281886" y="15107"/>
                </a:lnTo>
                <a:lnTo>
                  <a:pt x="0" y="15106"/>
                </a:lnTo>
                <a:close/>
              </a:path>
            </a:pathLst>
          </a:custGeom>
          <a:solidFill>
            <a:srgbClr val="000000"/>
          </a:solidFill>
        </p:spPr>
        <p:txBody>
          <a:bodyPr wrap="square" lIns="0" tIns="0" rIns="0" bIns="0" rtlCol="0"/>
          <a:lstStyle/>
          <a:p>
            <a:endParaRPr/>
          </a:p>
        </p:txBody>
      </p:sp>
      <p:sp>
        <p:nvSpPr>
          <p:cNvPr id="15" name="object 15"/>
          <p:cNvSpPr txBox="1"/>
          <p:nvPr/>
        </p:nvSpPr>
        <p:spPr>
          <a:xfrm>
            <a:off x="1998267" y="5506615"/>
            <a:ext cx="1877695" cy="607695"/>
          </a:xfrm>
          <a:prstGeom prst="rect">
            <a:avLst/>
          </a:prstGeom>
        </p:spPr>
        <p:txBody>
          <a:bodyPr vert="horz" wrap="square" lIns="0" tIns="9525" rIns="0" bIns="0" rtlCol="0">
            <a:spAutoFit/>
          </a:bodyPr>
          <a:lstStyle/>
          <a:p>
            <a:pPr marL="569595" marR="5080" indent="-557530">
              <a:lnSpc>
                <a:spcPct val="101099"/>
              </a:lnSpc>
              <a:spcBef>
                <a:spcPts val="75"/>
              </a:spcBef>
            </a:pPr>
            <a:r>
              <a:rPr sz="1900" spc="-5" dirty="0">
                <a:latin typeface="Arial"/>
                <a:cs typeface="Arial"/>
              </a:rPr>
              <a:t>Return one result </a:t>
            </a:r>
            <a:r>
              <a:rPr sz="1900" spc="-520" dirty="0">
                <a:latin typeface="Arial"/>
                <a:cs typeface="Arial"/>
              </a:rPr>
              <a:t> </a:t>
            </a:r>
            <a:r>
              <a:rPr sz="1900" spc="-5" dirty="0">
                <a:latin typeface="Arial"/>
                <a:cs typeface="Arial"/>
              </a:rPr>
              <a:t>per</a:t>
            </a:r>
            <a:r>
              <a:rPr sz="1900" spc="-10" dirty="0">
                <a:latin typeface="Arial"/>
                <a:cs typeface="Arial"/>
              </a:rPr>
              <a:t> </a:t>
            </a:r>
            <a:r>
              <a:rPr sz="1900" spc="-5" dirty="0">
                <a:latin typeface="Arial"/>
                <a:cs typeface="Arial"/>
              </a:rPr>
              <a:t>row</a:t>
            </a:r>
            <a:endParaRPr sz="1900">
              <a:latin typeface="Arial"/>
              <a:cs typeface="Arial"/>
            </a:endParaRPr>
          </a:p>
        </p:txBody>
      </p:sp>
      <p:sp>
        <p:nvSpPr>
          <p:cNvPr id="16" name="object 16"/>
          <p:cNvSpPr txBox="1"/>
          <p:nvPr/>
        </p:nvSpPr>
        <p:spPr>
          <a:xfrm>
            <a:off x="6649403" y="5506615"/>
            <a:ext cx="1877695" cy="607695"/>
          </a:xfrm>
          <a:prstGeom prst="rect">
            <a:avLst/>
          </a:prstGeom>
        </p:spPr>
        <p:txBody>
          <a:bodyPr vert="horz" wrap="square" lIns="0" tIns="9525" rIns="0" bIns="0" rtlCol="0">
            <a:spAutoFit/>
          </a:bodyPr>
          <a:lstStyle/>
          <a:p>
            <a:pPr marL="180340" marR="5080" indent="-168275">
              <a:lnSpc>
                <a:spcPct val="101099"/>
              </a:lnSpc>
              <a:spcBef>
                <a:spcPts val="75"/>
              </a:spcBef>
            </a:pPr>
            <a:r>
              <a:rPr sz="1900" spc="-5" dirty="0">
                <a:latin typeface="Arial"/>
                <a:cs typeface="Arial"/>
              </a:rPr>
              <a:t>Return one result </a:t>
            </a:r>
            <a:r>
              <a:rPr sz="1900" spc="-520" dirty="0">
                <a:latin typeface="Arial"/>
                <a:cs typeface="Arial"/>
              </a:rPr>
              <a:t> </a:t>
            </a:r>
            <a:r>
              <a:rPr sz="1900" spc="-5" dirty="0">
                <a:latin typeface="Arial"/>
                <a:cs typeface="Arial"/>
              </a:rPr>
              <a:t>per</a:t>
            </a:r>
            <a:r>
              <a:rPr sz="1900" spc="-10" dirty="0">
                <a:latin typeface="Arial"/>
                <a:cs typeface="Arial"/>
              </a:rPr>
              <a:t> </a:t>
            </a:r>
            <a:r>
              <a:rPr sz="1900" spc="-5" dirty="0">
                <a:latin typeface="Arial"/>
                <a:cs typeface="Arial"/>
              </a:rPr>
              <a:t>set</a:t>
            </a:r>
            <a:r>
              <a:rPr sz="1900" spc="-10" dirty="0">
                <a:latin typeface="Arial"/>
                <a:cs typeface="Arial"/>
              </a:rPr>
              <a:t> </a:t>
            </a:r>
            <a:r>
              <a:rPr sz="1900" spc="-5" dirty="0">
                <a:latin typeface="Arial"/>
                <a:cs typeface="Arial"/>
              </a:rPr>
              <a:t>of</a:t>
            </a:r>
            <a:r>
              <a:rPr sz="1900" spc="-10" dirty="0">
                <a:latin typeface="Arial"/>
                <a:cs typeface="Arial"/>
              </a:rPr>
              <a:t> </a:t>
            </a:r>
            <a:r>
              <a:rPr sz="1900" spc="-5" dirty="0">
                <a:latin typeface="Arial"/>
                <a:cs typeface="Arial"/>
              </a:rPr>
              <a:t>rows</a:t>
            </a:r>
            <a:endParaRPr sz="1900">
              <a:latin typeface="Arial"/>
              <a:cs typeface="Arial"/>
            </a:endParaRPr>
          </a:p>
        </p:txBody>
      </p:sp>
      <p:sp>
        <p:nvSpPr>
          <p:cNvPr id="17" name="object 17"/>
          <p:cNvSpPr txBox="1"/>
          <p:nvPr/>
        </p:nvSpPr>
        <p:spPr>
          <a:xfrm>
            <a:off x="4067231" y="2398412"/>
            <a:ext cx="2485390" cy="985519"/>
          </a:xfrm>
          <a:prstGeom prst="rect">
            <a:avLst/>
          </a:prstGeom>
          <a:solidFill>
            <a:srgbClr val="FF6699"/>
          </a:solidFill>
          <a:ln w="30213">
            <a:solidFill>
              <a:srgbClr val="000000"/>
            </a:solidFill>
          </a:ln>
        </p:spPr>
        <p:txBody>
          <a:bodyPr vert="horz" wrap="square" lIns="0" tIns="6350" rIns="0" bIns="0" rtlCol="0">
            <a:spAutoFit/>
          </a:bodyPr>
          <a:lstStyle/>
          <a:p>
            <a:pPr>
              <a:lnSpc>
                <a:spcPct val="100000"/>
              </a:lnSpc>
              <a:spcBef>
                <a:spcPts val="50"/>
              </a:spcBef>
            </a:pPr>
            <a:endParaRPr sz="2250">
              <a:latin typeface="Times New Roman"/>
              <a:cs typeface="Times New Roman"/>
            </a:endParaRPr>
          </a:p>
          <a:p>
            <a:pPr marL="96520">
              <a:lnSpc>
                <a:spcPct val="100000"/>
              </a:lnSpc>
            </a:pPr>
            <a:r>
              <a:rPr sz="1900" spc="-95" dirty="0">
                <a:latin typeface="Arial"/>
                <a:cs typeface="Arial"/>
              </a:rPr>
              <a:t>Functions</a:t>
            </a:r>
            <a:endParaRPr sz="190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15A0227-EF71-4AF1-4E02-059447B7C63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F35D317-7E1A-DCCD-98B5-08A397B77E0B}"/>
              </a:ext>
            </a:extLst>
          </p:cNvPr>
          <p:cNvSpPr/>
          <p:nvPr/>
        </p:nvSpPr>
        <p:spPr>
          <a:xfrm>
            <a:off x="9296720" y="6870294"/>
            <a:ext cx="391795" cy="0"/>
          </a:xfrm>
          <a:custGeom>
            <a:avLst/>
            <a:gdLst/>
            <a:ahLst/>
            <a:cxnLst/>
            <a:rect l="l" t="t" r="r" b="b"/>
            <a:pathLst>
              <a:path w="391795">
                <a:moveTo>
                  <a:pt x="0" y="0"/>
                </a:moveTo>
                <a:lnTo>
                  <a:pt x="391474" y="0"/>
                </a:lnTo>
              </a:path>
            </a:pathLst>
          </a:custGeom>
          <a:ln w="10072">
            <a:solidFill>
              <a:srgbClr val="9FB8CD"/>
            </a:solidFill>
          </a:ln>
        </p:spPr>
        <p:txBody>
          <a:bodyPr wrap="square" lIns="0" tIns="0" rIns="0" bIns="0" rtlCol="0"/>
          <a:lstStyle/>
          <a:p>
            <a:endParaRPr/>
          </a:p>
        </p:txBody>
      </p:sp>
      <p:sp>
        <p:nvSpPr>
          <p:cNvPr id="6" name="object 6">
            <a:extLst>
              <a:ext uri="{FF2B5EF4-FFF2-40B4-BE49-F238E27FC236}">
                <a16:creationId xmlns:a16="http://schemas.microsoft.com/office/drawing/2014/main" id="{E0E386C4-7D2A-EA62-2150-DBCA87B53D8C}"/>
              </a:ext>
            </a:extLst>
          </p:cNvPr>
          <p:cNvSpPr txBox="1">
            <a:spLocks noGrp="1"/>
          </p:cNvSpPr>
          <p:nvPr>
            <p:ph type="title"/>
          </p:nvPr>
        </p:nvSpPr>
        <p:spPr>
          <a:xfrm>
            <a:off x="165100" y="111462"/>
            <a:ext cx="8763000"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Winter</a:t>
            </a:r>
            <a:r>
              <a:rPr lang="pt-BR" sz="3859" spc="-20" dirty="0"/>
              <a:t> </a:t>
            </a:r>
            <a:r>
              <a:rPr lang="pt-BR" sz="3859" spc="-20" dirty="0" err="1"/>
              <a:t>exam</a:t>
            </a:r>
            <a:r>
              <a:rPr lang="pt-BR" sz="3859" spc="-20" dirty="0"/>
              <a:t> – 2024/25</a:t>
            </a:r>
            <a:endParaRPr sz="3859" spc="-20" dirty="0"/>
          </a:p>
        </p:txBody>
      </p:sp>
      <p:pic>
        <p:nvPicPr>
          <p:cNvPr id="1026" name="Picture 2">
            <a:extLst>
              <a:ext uri="{FF2B5EF4-FFF2-40B4-BE49-F238E27FC236}">
                <a16:creationId xmlns:a16="http://schemas.microsoft.com/office/drawing/2014/main" id="{570C6863-02BA-4630-6F14-C1584C4851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 y="1117600"/>
            <a:ext cx="5585551" cy="594359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3988550-C85A-8DAC-B9F5-18EA5DBC1084}"/>
              </a:ext>
            </a:extLst>
          </p:cNvPr>
          <p:cNvSpPr txBox="1"/>
          <p:nvPr/>
        </p:nvSpPr>
        <p:spPr>
          <a:xfrm>
            <a:off x="6261100" y="1111250"/>
            <a:ext cx="4267200" cy="5632311"/>
          </a:xfrm>
          <a:prstGeom prst="rect">
            <a:avLst/>
          </a:prstGeom>
          <a:noFill/>
        </p:spPr>
        <p:txBody>
          <a:bodyPr wrap="square">
            <a:spAutoFit/>
          </a:bodyPr>
          <a:lstStyle/>
          <a:p>
            <a:pPr rtl="0" fontAlgn="base">
              <a:buNone/>
            </a:pPr>
            <a:r>
              <a:rPr lang="en-US" sz="2000" b="0" i="0" dirty="0">
                <a:solidFill>
                  <a:srgbClr val="000000"/>
                </a:solidFill>
                <a:effectLst/>
                <a:latin typeface="Times New Roman" panose="02020603050405020304" pitchFamily="18" charset="0"/>
              </a:rPr>
              <a:t>The following relational schema and interpretation will be used in subsequent questions: </a:t>
            </a:r>
            <a:endParaRPr lang="en-US" sz="2000" b="0" i="0" dirty="0">
              <a:solidFill>
                <a:srgbClr val="000000"/>
              </a:solidFill>
              <a:effectLst/>
              <a:latin typeface="Segoe UI" panose="020B0502040204020203" pitchFamily="34" charset="0"/>
            </a:endParaRPr>
          </a:p>
          <a:p>
            <a:pPr rtl="0" fontAlgn="base">
              <a:buNone/>
            </a:pPr>
            <a:r>
              <a:rPr lang="en-US" sz="2000" b="0" i="0" dirty="0">
                <a:solidFill>
                  <a:srgbClr val="000000"/>
                </a:solidFill>
                <a:effectLst/>
                <a:latin typeface="Times New Roman" panose="02020603050405020304" pitchFamily="18" charset="0"/>
              </a:rPr>
              <a:t> </a:t>
            </a:r>
            <a:endParaRPr lang="en-US" sz="2000" b="0" i="0" dirty="0">
              <a:solidFill>
                <a:srgbClr val="000000"/>
              </a:solidFill>
              <a:effectLst/>
              <a:latin typeface="Segoe UI" panose="020B0502040204020203" pitchFamily="34" charset="0"/>
            </a:endParaRPr>
          </a:p>
          <a:p>
            <a:pPr rtl="0" fontAlgn="base">
              <a:buNone/>
            </a:pPr>
            <a:r>
              <a:rPr lang="en-US" sz="2000" b="0" i="0" dirty="0">
                <a:solidFill>
                  <a:srgbClr val="000000"/>
                </a:solidFill>
                <a:effectLst/>
                <a:latin typeface="Times New Roman" panose="02020603050405020304" pitchFamily="18" charset="0"/>
              </a:rPr>
              <a:t>A team of developers designed a database system for managing information related to a social media platform. This platform allows users to share posts, like posts, and connect with friends. </a:t>
            </a:r>
            <a:endParaRPr lang="en-US" sz="2000" b="0" i="0" dirty="0">
              <a:solidFill>
                <a:srgbClr val="000000"/>
              </a:solidFill>
              <a:effectLst/>
              <a:latin typeface="Segoe UI" panose="020B0502040204020203" pitchFamily="34" charset="0"/>
            </a:endParaRPr>
          </a:p>
          <a:p>
            <a:pPr rtl="0" fontAlgn="base">
              <a:buNone/>
            </a:pPr>
            <a:r>
              <a:rPr lang="en-US" sz="2000" b="0" i="0" dirty="0">
                <a:solidFill>
                  <a:srgbClr val="000000"/>
                </a:solidFill>
                <a:effectLst/>
                <a:latin typeface="Times New Roman" panose="02020603050405020304" pitchFamily="18" charset="0"/>
              </a:rPr>
              <a:t> </a:t>
            </a:r>
            <a:endParaRPr lang="en-US" sz="2000" b="0" i="0" dirty="0">
              <a:solidFill>
                <a:srgbClr val="000000"/>
              </a:solidFill>
              <a:effectLst/>
              <a:latin typeface="Segoe UI" panose="020B0502040204020203" pitchFamily="34" charset="0"/>
            </a:endParaRPr>
          </a:p>
          <a:p>
            <a:pPr rtl="0" fontAlgn="base">
              <a:buNone/>
            </a:pPr>
            <a:r>
              <a:rPr lang="en-US" sz="2000" b="0" i="0" dirty="0">
                <a:solidFill>
                  <a:srgbClr val="000000"/>
                </a:solidFill>
                <a:effectLst/>
                <a:latin typeface="Times New Roman" panose="02020603050405020304" pitchFamily="18" charset="0"/>
              </a:rPr>
              <a:t>The database structure includes tables such as User, Post, Like, and Friendship. Users can view posts shared by their friends, besides being able to like posts, and interact with the platform by sharing their own content. </a:t>
            </a:r>
            <a:endParaRPr lang="en-US" sz="2000" b="0" i="0" dirty="0">
              <a:solidFill>
                <a:srgbClr val="000000"/>
              </a:solidFill>
              <a:effectLst/>
              <a:latin typeface="Segoe UI" panose="020B0502040204020203" pitchFamily="34" charset="0"/>
            </a:endParaRPr>
          </a:p>
          <a:p>
            <a:pPr rtl="0" fontAlgn="base">
              <a:buNone/>
            </a:pPr>
            <a:r>
              <a:rPr lang="en-US" sz="2000" b="0" i="0" dirty="0">
                <a:solidFill>
                  <a:srgbClr val="000000"/>
                </a:solidFill>
                <a:effectLst/>
                <a:latin typeface="Times New Roman" panose="02020603050405020304" pitchFamily="18" charset="0"/>
              </a:rPr>
              <a:t> </a:t>
            </a:r>
            <a:endParaRPr lang="en-US" sz="2000" b="0" i="0" dirty="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3835017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B252ADC-BD54-658D-347C-04FC52E4618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43518C5-7187-2466-8E5C-D0A6F04361DC}"/>
              </a:ext>
            </a:extLst>
          </p:cNvPr>
          <p:cNvSpPr/>
          <p:nvPr/>
        </p:nvSpPr>
        <p:spPr>
          <a:xfrm>
            <a:off x="9296720" y="6870294"/>
            <a:ext cx="391795" cy="0"/>
          </a:xfrm>
          <a:custGeom>
            <a:avLst/>
            <a:gdLst/>
            <a:ahLst/>
            <a:cxnLst/>
            <a:rect l="l" t="t" r="r" b="b"/>
            <a:pathLst>
              <a:path w="391795">
                <a:moveTo>
                  <a:pt x="0" y="0"/>
                </a:moveTo>
                <a:lnTo>
                  <a:pt x="391474" y="0"/>
                </a:lnTo>
              </a:path>
            </a:pathLst>
          </a:custGeom>
          <a:ln w="10072">
            <a:solidFill>
              <a:srgbClr val="9FB8CD"/>
            </a:solidFill>
          </a:ln>
        </p:spPr>
        <p:txBody>
          <a:bodyPr wrap="square" lIns="0" tIns="0" rIns="0" bIns="0" rtlCol="0"/>
          <a:lstStyle/>
          <a:p>
            <a:endParaRPr/>
          </a:p>
        </p:txBody>
      </p:sp>
      <p:sp>
        <p:nvSpPr>
          <p:cNvPr id="6" name="object 6">
            <a:extLst>
              <a:ext uri="{FF2B5EF4-FFF2-40B4-BE49-F238E27FC236}">
                <a16:creationId xmlns:a16="http://schemas.microsoft.com/office/drawing/2014/main" id="{D75309A9-3B29-5745-348C-8D31AC06356C}"/>
              </a:ext>
            </a:extLst>
          </p:cNvPr>
          <p:cNvSpPr txBox="1">
            <a:spLocks noGrp="1"/>
          </p:cNvSpPr>
          <p:nvPr>
            <p:ph type="title"/>
          </p:nvPr>
        </p:nvSpPr>
        <p:spPr>
          <a:xfrm>
            <a:off x="1073910" y="695637"/>
            <a:ext cx="8763000"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Winter</a:t>
            </a:r>
            <a:r>
              <a:rPr lang="pt-BR" sz="3859" spc="-20" dirty="0"/>
              <a:t> </a:t>
            </a:r>
            <a:r>
              <a:rPr lang="pt-BR" sz="3859" spc="-20" dirty="0" err="1"/>
              <a:t>exam</a:t>
            </a:r>
            <a:r>
              <a:rPr lang="pt-BR" sz="3859" spc="-20" dirty="0"/>
              <a:t> – 2024/25</a:t>
            </a:r>
            <a:endParaRPr sz="3859" spc="-20" dirty="0"/>
          </a:p>
        </p:txBody>
      </p:sp>
      <p:sp>
        <p:nvSpPr>
          <p:cNvPr id="5" name="TextBox 4">
            <a:extLst>
              <a:ext uri="{FF2B5EF4-FFF2-40B4-BE49-F238E27FC236}">
                <a16:creationId xmlns:a16="http://schemas.microsoft.com/office/drawing/2014/main" id="{C11913DB-7F8B-66AE-1AC5-77423F792F5F}"/>
              </a:ext>
            </a:extLst>
          </p:cNvPr>
          <p:cNvSpPr txBox="1"/>
          <p:nvPr/>
        </p:nvSpPr>
        <p:spPr>
          <a:xfrm>
            <a:off x="850900" y="2049571"/>
            <a:ext cx="8763000" cy="830997"/>
          </a:xfrm>
          <a:prstGeom prst="rect">
            <a:avLst/>
          </a:prstGeom>
          <a:noFill/>
        </p:spPr>
        <p:txBody>
          <a:bodyPr wrap="square">
            <a:spAutoFit/>
          </a:bodyPr>
          <a:lstStyle/>
          <a:p>
            <a:pPr>
              <a:buNone/>
            </a:pPr>
            <a:r>
              <a:rPr lang="en-US" sz="2400" dirty="0">
                <a:effectLst/>
                <a:latin typeface="Times New Roman" panose="02020603050405020304" pitchFamily="18" charset="0"/>
                <a:ea typeface="Times New Roman" panose="02020603050405020304" pitchFamily="18" charset="0"/>
              </a:rPr>
              <a:t>Write an SQL query to retrieve each post's title along with its average number of likes. </a:t>
            </a:r>
            <a:endParaRPr lang="en-IE" sz="2400" dirty="0">
              <a:effectLst/>
              <a:latin typeface="Times New Roman" panose="02020603050405020304" pitchFamily="18" charset="0"/>
              <a:ea typeface="Times New Roman" panose="02020603050405020304" pitchFamily="18" charset="0"/>
            </a:endParaRPr>
          </a:p>
        </p:txBody>
      </p:sp>
      <p:sp>
        <p:nvSpPr>
          <p:cNvPr id="4" name="TextBox 3">
            <a:extLst>
              <a:ext uri="{FF2B5EF4-FFF2-40B4-BE49-F238E27FC236}">
                <a16:creationId xmlns:a16="http://schemas.microsoft.com/office/drawing/2014/main" id="{DC82747C-F463-5CBD-E1E6-5622C2235845}"/>
              </a:ext>
            </a:extLst>
          </p:cNvPr>
          <p:cNvSpPr txBox="1"/>
          <p:nvPr/>
        </p:nvSpPr>
        <p:spPr>
          <a:xfrm>
            <a:off x="850900" y="3198605"/>
            <a:ext cx="5346700" cy="1477328"/>
          </a:xfrm>
          <a:prstGeom prst="rect">
            <a:avLst/>
          </a:prstGeom>
          <a:noFill/>
        </p:spPr>
        <p:txBody>
          <a:bodyPr wrap="square">
            <a:spAutoFit/>
          </a:bodyPr>
          <a:lstStyle/>
          <a:p>
            <a:pPr>
              <a:buNone/>
            </a:pPr>
            <a:r>
              <a:rPr lang="en-IE" b="0" dirty="0">
                <a:solidFill>
                  <a:srgbClr val="0000FF"/>
                </a:solidFill>
                <a:effectLst/>
                <a:latin typeface="Menlo" panose="020B0609030804020204" pitchFamily="49" charset="0"/>
              </a:rPr>
              <a:t>SELECT</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P.Title</a:t>
            </a:r>
            <a:r>
              <a:rPr lang="en-IE" b="0" dirty="0">
                <a:solidFill>
                  <a:srgbClr val="000000"/>
                </a:solidFill>
                <a:effectLst/>
                <a:latin typeface="Menlo" panose="020B0609030804020204" pitchFamily="49" charset="0"/>
              </a:rPr>
              <a:t>, </a:t>
            </a:r>
            <a:r>
              <a:rPr lang="en-IE" b="0" dirty="0">
                <a:solidFill>
                  <a:srgbClr val="74531F"/>
                </a:solidFill>
                <a:effectLst/>
                <a:latin typeface="Menlo" panose="020B0609030804020204" pitchFamily="49" charset="0"/>
              </a:rPr>
              <a:t>AVG</a:t>
            </a:r>
            <a:r>
              <a:rPr lang="en-IE" b="0" dirty="0">
                <a:solidFill>
                  <a:srgbClr val="000000"/>
                </a:solidFill>
                <a:effectLst/>
                <a:latin typeface="Menlo" panose="020B0609030804020204" pitchFamily="49" charset="0"/>
              </a:rPr>
              <a:t>(</a:t>
            </a:r>
            <a:r>
              <a:rPr lang="en-IE" b="0" dirty="0" err="1">
                <a:solidFill>
                  <a:srgbClr val="000000"/>
                </a:solidFill>
                <a:effectLst/>
                <a:latin typeface="Menlo" panose="020B0609030804020204" pitchFamily="49" charset="0"/>
              </a:rPr>
              <a:t>L.LikeCount</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AS</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AverageLikes</a:t>
            </a:r>
            <a:r>
              <a:rPr lang="en-IE" b="0" dirty="0">
                <a:solidFill>
                  <a:srgbClr val="000000"/>
                </a:solidFill>
                <a:effectLst/>
                <a:latin typeface="Menlo" panose="020B0609030804020204" pitchFamily="49" charset="0"/>
              </a:rPr>
              <a:t> </a:t>
            </a:r>
          </a:p>
          <a:p>
            <a:pPr>
              <a:buNone/>
            </a:pPr>
            <a:r>
              <a:rPr lang="en-IE" b="0" dirty="0">
                <a:solidFill>
                  <a:srgbClr val="0000FF"/>
                </a:solidFill>
                <a:effectLst/>
                <a:latin typeface="Menlo" panose="020B0609030804020204" pitchFamily="49" charset="0"/>
              </a:rPr>
              <a:t>FROM</a:t>
            </a:r>
            <a:r>
              <a:rPr lang="en-IE" b="0" dirty="0">
                <a:solidFill>
                  <a:srgbClr val="000000"/>
                </a:solidFill>
                <a:effectLst/>
                <a:latin typeface="Menlo" panose="020B0609030804020204" pitchFamily="49" charset="0"/>
              </a:rPr>
              <a:t> Post P </a:t>
            </a:r>
          </a:p>
          <a:p>
            <a:pPr>
              <a:buNone/>
            </a:pPr>
            <a:r>
              <a:rPr lang="en-IE" b="0" dirty="0">
                <a:solidFill>
                  <a:srgbClr val="0000FF"/>
                </a:solidFill>
                <a:effectLst/>
                <a:latin typeface="Menlo" panose="020B0609030804020204" pitchFamily="49" charset="0"/>
              </a:rPr>
              <a:t>JOIN</a:t>
            </a:r>
            <a:r>
              <a:rPr lang="en-IE" b="0" dirty="0">
                <a:solidFill>
                  <a:srgbClr val="000000"/>
                </a:solidFill>
                <a:effectLst/>
                <a:latin typeface="Menlo" panose="020B0609030804020204" pitchFamily="49" charset="0"/>
              </a:rPr>
              <a:t> </a:t>
            </a:r>
            <a:r>
              <a:rPr lang="en-IE" b="0" dirty="0">
                <a:solidFill>
                  <a:srgbClr val="E21F1F"/>
                </a:solidFill>
                <a:effectLst/>
                <a:latin typeface="Menlo" panose="020B0609030804020204" pitchFamily="49" charset="0"/>
              </a:rPr>
              <a:t>"</a:t>
            </a:r>
            <a:r>
              <a:rPr lang="en-IE" b="0" dirty="0">
                <a:solidFill>
                  <a:srgbClr val="A31515"/>
                </a:solidFill>
                <a:effectLst/>
                <a:latin typeface="Menlo" panose="020B0609030804020204" pitchFamily="49" charset="0"/>
              </a:rPr>
              <a:t>Like</a:t>
            </a:r>
            <a:r>
              <a:rPr lang="en-IE" b="0" dirty="0">
                <a:solidFill>
                  <a:srgbClr val="E21F1F"/>
                </a:solidFill>
                <a:effectLst/>
                <a:latin typeface="Menlo" panose="020B0609030804020204" pitchFamily="49" charset="0"/>
              </a:rPr>
              <a:t>"</a:t>
            </a:r>
            <a:r>
              <a:rPr lang="en-IE" b="0" dirty="0">
                <a:solidFill>
                  <a:srgbClr val="000000"/>
                </a:solidFill>
                <a:effectLst/>
                <a:latin typeface="Menlo" panose="020B0609030804020204" pitchFamily="49" charset="0"/>
              </a:rPr>
              <a:t> L </a:t>
            </a:r>
            <a:r>
              <a:rPr lang="en-IE" b="0" dirty="0">
                <a:solidFill>
                  <a:srgbClr val="0000FF"/>
                </a:solidFill>
                <a:effectLst/>
                <a:latin typeface="Menlo" panose="020B0609030804020204" pitchFamily="49" charset="0"/>
              </a:rPr>
              <a:t>ON</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P.PostID</a:t>
            </a:r>
            <a:r>
              <a:rPr lang="en-IE" b="0" dirty="0">
                <a:solidFill>
                  <a:srgbClr val="000000"/>
                </a:solidFill>
                <a:effectLst/>
                <a:latin typeface="Menlo" panose="020B0609030804020204" pitchFamily="49" charset="0"/>
              </a:rPr>
              <a:t> = </a:t>
            </a:r>
            <a:r>
              <a:rPr lang="en-IE" b="0" dirty="0" err="1">
                <a:solidFill>
                  <a:srgbClr val="000000"/>
                </a:solidFill>
                <a:effectLst/>
                <a:latin typeface="Menlo" panose="020B0609030804020204" pitchFamily="49" charset="0"/>
              </a:rPr>
              <a:t>L.PostID</a:t>
            </a:r>
            <a:r>
              <a:rPr lang="en-IE" b="0" dirty="0">
                <a:solidFill>
                  <a:srgbClr val="000000"/>
                </a:solidFill>
                <a:effectLst/>
                <a:latin typeface="Menlo" panose="020B0609030804020204" pitchFamily="49" charset="0"/>
              </a:rPr>
              <a:t> </a:t>
            </a:r>
          </a:p>
          <a:p>
            <a:pPr>
              <a:buNone/>
            </a:pPr>
            <a:r>
              <a:rPr lang="en-IE" b="0" dirty="0">
                <a:solidFill>
                  <a:srgbClr val="0000FF"/>
                </a:solidFill>
                <a:effectLst/>
                <a:latin typeface="Menlo" panose="020B0609030804020204" pitchFamily="49" charset="0"/>
              </a:rPr>
              <a:t>GROUP BY</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P.Title</a:t>
            </a:r>
            <a:r>
              <a:rPr lang="en-IE" b="0" dirty="0">
                <a:solidFill>
                  <a:srgbClr val="000000"/>
                </a:solidFill>
                <a:effectLst/>
                <a:latin typeface="Menlo" panose="020B0609030804020204" pitchFamily="49" charset="0"/>
              </a:rPr>
              <a:t>; </a:t>
            </a:r>
          </a:p>
        </p:txBody>
      </p:sp>
    </p:spTree>
    <p:extLst>
      <p:ext uri="{BB962C8B-B14F-4D97-AF65-F5344CB8AC3E}">
        <p14:creationId xmlns:p14="http://schemas.microsoft.com/office/powerpoint/2010/main" val="73243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3" name="object 3"/>
          <p:cNvSpPr txBox="1">
            <a:spLocks noGrp="1"/>
          </p:cNvSpPr>
          <p:nvPr>
            <p:ph type="title"/>
          </p:nvPr>
        </p:nvSpPr>
        <p:spPr>
          <a:xfrm>
            <a:off x="1073911" y="695638"/>
            <a:ext cx="7300700"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b="1" spc="-20" dirty="0">
                <a:solidFill>
                  <a:srgbClr val="004C6C"/>
                </a:solidFill>
                <a:latin typeface="+mj-lt"/>
                <a:cs typeface="+mj-cs"/>
              </a:rPr>
              <a:t>Types of Group Functions</a:t>
            </a:r>
          </a:p>
        </p:txBody>
      </p:sp>
      <p:sp>
        <p:nvSpPr>
          <p:cNvPr id="4" name="object 4"/>
          <p:cNvSpPr txBox="1"/>
          <p:nvPr/>
        </p:nvSpPr>
        <p:spPr>
          <a:xfrm>
            <a:off x="1793394" y="1992911"/>
            <a:ext cx="1800706" cy="1938992"/>
          </a:xfrm>
          <a:prstGeom prst="rect">
            <a:avLst/>
          </a:prstGeom>
          <a:noFill/>
        </p:spPr>
        <p:txBody>
          <a:bodyPr wrap="square">
            <a:spAutoFit/>
          </a:bodyPr>
          <a:lstStyle>
            <a:defPPr>
              <a:defRPr lang="en-US"/>
            </a:defPPr>
            <a:lvl1pPr>
              <a:buNone/>
              <a:defRPr sz="2400">
                <a:effectLst/>
                <a:latin typeface="Times New Roman" panose="02020603050405020304" pitchFamily="18" charset="0"/>
                <a:ea typeface="Times New Roman" panose="02020603050405020304" pitchFamily="18" charset="0"/>
              </a:defRPr>
            </a:lvl1pPr>
          </a:lstStyle>
          <a:p>
            <a:pPr marL="342900" indent="-342900">
              <a:buFont typeface="Arial" panose="020B0604020202020204" pitchFamily="34" charset="0"/>
              <a:buChar char="•"/>
            </a:pPr>
            <a:r>
              <a:rPr dirty="0"/>
              <a:t>AVG</a:t>
            </a:r>
          </a:p>
          <a:p>
            <a:pPr marL="342900" indent="-342900">
              <a:buFont typeface="Arial" panose="020B0604020202020204" pitchFamily="34" charset="0"/>
              <a:buChar char="•"/>
            </a:pPr>
            <a:r>
              <a:rPr dirty="0"/>
              <a:t>COUNT</a:t>
            </a:r>
          </a:p>
          <a:p>
            <a:pPr marL="342900" indent="-342900">
              <a:buFont typeface="Arial" panose="020B0604020202020204" pitchFamily="34" charset="0"/>
              <a:buChar char="•"/>
            </a:pPr>
            <a:r>
              <a:rPr dirty="0"/>
              <a:t>MAX</a:t>
            </a:r>
          </a:p>
          <a:p>
            <a:pPr marL="342900" indent="-342900">
              <a:buFont typeface="Arial" panose="020B0604020202020204" pitchFamily="34" charset="0"/>
              <a:buChar char="•"/>
            </a:pPr>
            <a:r>
              <a:rPr dirty="0"/>
              <a:t>MIN</a:t>
            </a:r>
          </a:p>
          <a:p>
            <a:pPr marL="342900" indent="-342900">
              <a:buFont typeface="Arial" panose="020B0604020202020204" pitchFamily="34" charset="0"/>
              <a:buChar char="•"/>
            </a:pPr>
            <a:r>
              <a:rPr dirty="0"/>
              <a:t>SUM</a:t>
            </a:r>
          </a:p>
        </p:txBody>
      </p:sp>
      <p:sp>
        <p:nvSpPr>
          <p:cNvPr id="5" name="object 5"/>
          <p:cNvSpPr txBox="1"/>
          <p:nvPr/>
        </p:nvSpPr>
        <p:spPr>
          <a:xfrm>
            <a:off x="5325655" y="2992649"/>
            <a:ext cx="2392680" cy="1005840"/>
          </a:xfrm>
          <a:prstGeom prst="rect">
            <a:avLst/>
          </a:prstGeom>
          <a:solidFill>
            <a:srgbClr val="99CCCC"/>
          </a:solidFill>
          <a:ln w="30213">
            <a:solidFill>
              <a:srgbClr val="000000"/>
            </a:solidFill>
          </a:ln>
        </p:spPr>
        <p:txBody>
          <a:bodyPr vert="horz" wrap="square" lIns="0" tIns="197485" rIns="0" bIns="0" rtlCol="0">
            <a:spAutoFit/>
          </a:bodyPr>
          <a:lstStyle/>
          <a:p>
            <a:pPr marL="97155" marR="1399540">
              <a:lnSpc>
                <a:spcPct val="101099"/>
              </a:lnSpc>
              <a:spcBef>
                <a:spcPts val="1555"/>
              </a:spcBef>
            </a:pPr>
            <a:r>
              <a:rPr sz="1900" spc="-50" dirty="0">
                <a:latin typeface="Arial"/>
                <a:cs typeface="Arial"/>
              </a:rPr>
              <a:t>Group </a:t>
            </a:r>
            <a:r>
              <a:rPr sz="1900" spc="-45" dirty="0">
                <a:latin typeface="Arial"/>
                <a:cs typeface="Arial"/>
              </a:rPr>
              <a:t> </a:t>
            </a:r>
            <a:r>
              <a:rPr sz="1900" spc="-60" dirty="0">
                <a:latin typeface="Arial"/>
                <a:cs typeface="Arial"/>
              </a:rPr>
              <a:t>funct</a:t>
            </a:r>
            <a:r>
              <a:rPr sz="1900" spc="-5" dirty="0">
                <a:latin typeface="Arial"/>
                <a:cs typeface="Arial"/>
              </a:rPr>
              <a:t>i</a:t>
            </a:r>
            <a:r>
              <a:rPr sz="1900" spc="-15" dirty="0">
                <a:latin typeface="Arial"/>
                <a:cs typeface="Arial"/>
              </a:rPr>
              <a:t>o</a:t>
            </a:r>
            <a:r>
              <a:rPr sz="1900" spc="-165" dirty="0">
                <a:latin typeface="Arial"/>
                <a:cs typeface="Arial"/>
              </a:rPr>
              <a:t>ns</a:t>
            </a:r>
            <a:endParaRPr sz="1900">
              <a:latin typeface="Arial"/>
              <a:cs typeface="Arial"/>
            </a:endParaRPr>
          </a:p>
        </p:txBody>
      </p:sp>
      <p:sp>
        <p:nvSpPr>
          <p:cNvPr id="6" name="object 6"/>
          <p:cNvSpPr/>
          <p:nvPr/>
        </p:nvSpPr>
        <p:spPr>
          <a:xfrm>
            <a:off x="4664564" y="3464346"/>
            <a:ext cx="644525" cy="60960"/>
          </a:xfrm>
          <a:custGeom>
            <a:avLst/>
            <a:gdLst/>
            <a:ahLst/>
            <a:cxnLst/>
            <a:rect l="l" t="t" r="r" b="b"/>
            <a:pathLst>
              <a:path w="644525" h="60960">
                <a:moveTo>
                  <a:pt x="583909" y="45323"/>
                </a:moveTo>
                <a:lnTo>
                  <a:pt x="583909" y="60431"/>
                </a:lnTo>
                <a:lnTo>
                  <a:pt x="614111" y="45323"/>
                </a:lnTo>
                <a:lnTo>
                  <a:pt x="583909" y="45323"/>
                </a:lnTo>
                <a:close/>
              </a:path>
              <a:path w="644525" h="60960">
                <a:moveTo>
                  <a:pt x="583909" y="15107"/>
                </a:moveTo>
                <a:lnTo>
                  <a:pt x="583909" y="45323"/>
                </a:lnTo>
                <a:lnTo>
                  <a:pt x="599010" y="45323"/>
                </a:lnTo>
                <a:lnTo>
                  <a:pt x="599010" y="15107"/>
                </a:lnTo>
                <a:lnTo>
                  <a:pt x="583909" y="15107"/>
                </a:lnTo>
                <a:close/>
              </a:path>
              <a:path w="644525" h="60960">
                <a:moveTo>
                  <a:pt x="583909" y="0"/>
                </a:moveTo>
                <a:lnTo>
                  <a:pt x="583909" y="15107"/>
                </a:lnTo>
                <a:lnTo>
                  <a:pt x="599010" y="15107"/>
                </a:lnTo>
                <a:lnTo>
                  <a:pt x="599010" y="45323"/>
                </a:lnTo>
                <a:lnTo>
                  <a:pt x="614114" y="45322"/>
                </a:lnTo>
                <a:lnTo>
                  <a:pt x="644314" y="30215"/>
                </a:lnTo>
                <a:lnTo>
                  <a:pt x="583909" y="0"/>
                </a:lnTo>
                <a:close/>
              </a:path>
              <a:path w="644525" h="60960">
                <a:moveTo>
                  <a:pt x="0" y="15106"/>
                </a:moveTo>
                <a:lnTo>
                  <a:pt x="0" y="45322"/>
                </a:lnTo>
                <a:lnTo>
                  <a:pt x="583909" y="45323"/>
                </a:lnTo>
                <a:lnTo>
                  <a:pt x="583909" y="15107"/>
                </a:lnTo>
                <a:lnTo>
                  <a:pt x="0" y="15106"/>
                </a:lnTo>
                <a:close/>
              </a:path>
            </a:pathLst>
          </a:custGeom>
          <a:solidFill>
            <a:srgbClr val="000000"/>
          </a:solidFill>
        </p:spPr>
        <p:txBody>
          <a:bodyPr wrap="square" lIns="0" tIns="0" rIns="0" bIns="0" rtlCol="0"/>
          <a:lstStyle/>
          <a:p>
            <a:endParaRPr/>
          </a:p>
        </p:txBody>
      </p:sp>
      <p:sp>
        <p:nvSpPr>
          <p:cNvPr id="7" name="object 7"/>
          <p:cNvSpPr/>
          <p:nvPr/>
        </p:nvSpPr>
        <p:spPr>
          <a:xfrm>
            <a:off x="7730086" y="3464346"/>
            <a:ext cx="644525" cy="60960"/>
          </a:xfrm>
          <a:custGeom>
            <a:avLst/>
            <a:gdLst/>
            <a:ahLst/>
            <a:cxnLst/>
            <a:rect l="l" t="t" r="r" b="b"/>
            <a:pathLst>
              <a:path w="644525" h="60960">
                <a:moveTo>
                  <a:pt x="583909" y="45323"/>
                </a:moveTo>
                <a:lnTo>
                  <a:pt x="583909" y="60431"/>
                </a:lnTo>
                <a:lnTo>
                  <a:pt x="614111" y="45323"/>
                </a:lnTo>
                <a:lnTo>
                  <a:pt x="583909" y="45323"/>
                </a:lnTo>
                <a:close/>
              </a:path>
              <a:path w="644525" h="60960">
                <a:moveTo>
                  <a:pt x="583909" y="15107"/>
                </a:moveTo>
                <a:lnTo>
                  <a:pt x="583909" y="45323"/>
                </a:lnTo>
                <a:lnTo>
                  <a:pt x="599010" y="45323"/>
                </a:lnTo>
                <a:lnTo>
                  <a:pt x="599010" y="15107"/>
                </a:lnTo>
                <a:lnTo>
                  <a:pt x="583909" y="15107"/>
                </a:lnTo>
                <a:close/>
              </a:path>
              <a:path w="644525" h="60960">
                <a:moveTo>
                  <a:pt x="583909" y="0"/>
                </a:moveTo>
                <a:lnTo>
                  <a:pt x="583909" y="15107"/>
                </a:lnTo>
                <a:lnTo>
                  <a:pt x="599010" y="15107"/>
                </a:lnTo>
                <a:lnTo>
                  <a:pt x="599010" y="45323"/>
                </a:lnTo>
                <a:lnTo>
                  <a:pt x="614114" y="45322"/>
                </a:lnTo>
                <a:lnTo>
                  <a:pt x="644314" y="30215"/>
                </a:lnTo>
                <a:lnTo>
                  <a:pt x="583909" y="0"/>
                </a:lnTo>
                <a:close/>
              </a:path>
              <a:path w="644525" h="60960">
                <a:moveTo>
                  <a:pt x="0" y="15106"/>
                </a:moveTo>
                <a:lnTo>
                  <a:pt x="0" y="45322"/>
                </a:lnTo>
                <a:lnTo>
                  <a:pt x="583909" y="45323"/>
                </a:lnTo>
                <a:lnTo>
                  <a:pt x="583909" y="15107"/>
                </a:lnTo>
                <a:lnTo>
                  <a:pt x="0" y="15106"/>
                </a:lnTo>
                <a:close/>
              </a:path>
            </a:pathLst>
          </a:custGeom>
          <a:solidFill>
            <a:srgbClr val="000000"/>
          </a:solidFill>
        </p:spPr>
        <p:txBody>
          <a:bodyPr wrap="square" lIns="0" tIns="0" rIns="0" bIns="0" rtlCol="0"/>
          <a:lstStyle/>
          <a:p>
            <a:endParaRPr/>
          </a:p>
        </p:txBody>
      </p:sp>
      <p:sp>
        <p:nvSpPr>
          <p:cNvPr id="8" name="object 8"/>
          <p:cNvSpPr/>
          <p:nvPr/>
        </p:nvSpPr>
        <p:spPr>
          <a:xfrm>
            <a:off x="4664564" y="3142048"/>
            <a:ext cx="644525" cy="60960"/>
          </a:xfrm>
          <a:custGeom>
            <a:avLst/>
            <a:gdLst/>
            <a:ahLst/>
            <a:cxnLst/>
            <a:rect l="l" t="t" r="r" b="b"/>
            <a:pathLst>
              <a:path w="644525" h="60960">
                <a:moveTo>
                  <a:pt x="583909" y="45323"/>
                </a:moveTo>
                <a:lnTo>
                  <a:pt x="583909" y="60431"/>
                </a:lnTo>
                <a:lnTo>
                  <a:pt x="614111" y="45323"/>
                </a:lnTo>
                <a:lnTo>
                  <a:pt x="583909" y="45323"/>
                </a:lnTo>
                <a:close/>
              </a:path>
              <a:path w="644525" h="60960">
                <a:moveTo>
                  <a:pt x="583909" y="15107"/>
                </a:moveTo>
                <a:lnTo>
                  <a:pt x="583909" y="45323"/>
                </a:lnTo>
                <a:lnTo>
                  <a:pt x="599010" y="45323"/>
                </a:lnTo>
                <a:lnTo>
                  <a:pt x="599010" y="15107"/>
                </a:lnTo>
                <a:lnTo>
                  <a:pt x="583909" y="15107"/>
                </a:lnTo>
                <a:close/>
              </a:path>
              <a:path w="644525" h="60960">
                <a:moveTo>
                  <a:pt x="583909" y="0"/>
                </a:moveTo>
                <a:lnTo>
                  <a:pt x="583909" y="15107"/>
                </a:lnTo>
                <a:lnTo>
                  <a:pt x="599010" y="15107"/>
                </a:lnTo>
                <a:lnTo>
                  <a:pt x="599010" y="45323"/>
                </a:lnTo>
                <a:lnTo>
                  <a:pt x="614114" y="45322"/>
                </a:lnTo>
                <a:lnTo>
                  <a:pt x="644314" y="30215"/>
                </a:lnTo>
                <a:lnTo>
                  <a:pt x="583909" y="0"/>
                </a:lnTo>
                <a:close/>
              </a:path>
              <a:path w="644525" h="60960">
                <a:moveTo>
                  <a:pt x="0" y="15106"/>
                </a:moveTo>
                <a:lnTo>
                  <a:pt x="0" y="45322"/>
                </a:lnTo>
                <a:lnTo>
                  <a:pt x="583909" y="45323"/>
                </a:lnTo>
                <a:lnTo>
                  <a:pt x="583909" y="15107"/>
                </a:lnTo>
                <a:lnTo>
                  <a:pt x="0" y="15106"/>
                </a:lnTo>
                <a:close/>
              </a:path>
            </a:pathLst>
          </a:custGeom>
          <a:solidFill>
            <a:srgbClr val="000000"/>
          </a:solidFill>
        </p:spPr>
        <p:txBody>
          <a:bodyPr wrap="square" lIns="0" tIns="0" rIns="0" bIns="0" rtlCol="0"/>
          <a:lstStyle/>
          <a:p>
            <a:endParaRPr/>
          </a:p>
        </p:txBody>
      </p:sp>
      <p:sp>
        <p:nvSpPr>
          <p:cNvPr id="9" name="object 9"/>
          <p:cNvSpPr/>
          <p:nvPr/>
        </p:nvSpPr>
        <p:spPr>
          <a:xfrm>
            <a:off x="4664564" y="3726214"/>
            <a:ext cx="644525" cy="60960"/>
          </a:xfrm>
          <a:custGeom>
            <a:avLst/>
            <a:gdLst/>
            <a:ahLst/>
            <a:cxnLst/>
            <a:rect l="l" t="t" r="r" b="b"/>
            <a:pathLst>
              <a:path w="644525" h="60960">
                <a:moveTo>
                  <a:pt x="583909" y="45322"/>
                </a:moveTo>
                <a:lnTo>
                  <a:pt x="583909" y="60430"/>
                </a:lnTo>
                <a:lnTo>
                  <a:pt x="614111" y="45322"/>
                </a:lnTo>
                <a:lnTo>
                  <a:pt x="583909" y="45322"/>
                </a:lnTo>
                <a:close/>
              </a:path>
              <a:path w="644525" h="60960">
                <a:moveTo>
                  <a:pt x="583909" y="0"/>
                </a:moveTo>
                <a:lnTo>
                  <a:pt x="583909" y="45322"/>
                </a:lnTo>
                <a:lnTo>
                  <a:pt x="599010" y="45322"/>
                </a:lnTo>
                <a:lnTo>
                  <a:pt x="599010" y="15106"/>
                </a:lnTo>
                <a:lnTo>
                  <a:pt x="614110" y="15106"/>
                </a:lnTo>
                <a:lnTo>
                  <a:pt x="583909" y="0"/>
                </a:lnTo>
                <a:close/>
              </a:path>
              <a:path w="644525" h="60960">
                <a:moveTo>
                  <a:pt x="614110" y="15106"/>
                </a:moveTo>
                <a:lnTo>
                  <a:pt x="599010" y="15106"/>
                </a:lnTo>
                <a:lnTo>
                  <a:pt x="599010" y="45322"/>
                </a:lnTo>
                <a:lnTo>
                  <a:pt x="614114" y="45321"/>
                </a:lnTo>
                <a:lnTo>
                  <a:pt x="644314" y="30214"/>
                </a:lnTo>
                <a:lnTo>
                  <a:pt x="614110" y="15106"/>
                </a:lnTo>
                <a:close/>
              </a:path>
              <a:path w="644525" h="60960">
                <a:moveTo>
                  <a:pt x="583909" y="15106"/>
                </a:moveTo>
                <a:lnTo>
                  <a:pt x="0" y="15106"/>
                </a:lnTo>
                <a:lnTo>
                  <a:pt x="0" y="45321"/>
                </a:lnTo>
                <a:lnTo>
                  <a:pt x="583909" y="45322"/>
                </a:lnTo>
                <a:lnTo>
                  <a:pt x="583909" y="15106"/>
                </a:lnTo>
                <a:close/>
              </a:path>
            </a:pathLst>
          </a:custGeom>
          <a:solidFill>
            <a:srgbClr val="000000"/>
          </a:solidFill>
        </p:spPr>
        <p:txBody>
          <a:bodyPr wrap="square" lIns="0" tIns="0" rIns="0" bIns="0" rtlCol="0"/>
          <a:lstStyle/>
          <a:p>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grpSp>
        <p:nvGrpSpPr>
          <p:cNvPr id="3" name="object 3"/>
          <p:cNvGrpSpPr/>
          <p:nvPr/>
        </p:nvGrpSpPr>
        <p:grpSpPr>
          <a:xfrm>
            <a:off x="1407622" y="4647650"/>
            <a:ext cx="7717155" cy="1858645"/>
            <a:chOff x="1407622" y="4647650"/>
            <a:chExt cx="7717155" cy="1858645"/>
          </a:xfrm>
        </p:grpSpPr>
        <p:sp>
          <p:nvSpPr>
            <p:cNvPr id="4" name="object 4"/>
            <p:cNvSpPr/>
            <p:nvPr/>
          </p:nvSpPr>
          <p:spPr>
            <a:xfrm>
              <a:off x="1422862" y="4662890"/>
              <a:ext cx="7686675" cy="1828164"/>
            </a:xfrm>
            <a:custGeom>
              <a:avLst/>
              <a:gdLst/>
              <a:ahLst/>
              <a:cxnLst/>
              <a:rect l="l" t="t" r="r" b="b"/>
              <a:pathLst>
                <a:path w="7686675" h="1828164">
                  <a:moveTo>
                    <a:pt x="7686457" y="0"/>
                  </a:moveTo>
                  <a:lnTo>
                    <a:pt x="0" y="0"/>
                  </a:lnTo>
                  <a:lnTo>
                    <a:pt x="0" y="1828032"/>
                  </a:lnTo>
                  <a:lnTo>
                    <a:pt x="7686457" y="1828032"/>
                  </a:lnTo>
                  <a:lnTo>
                    <a:pt x="7686457" y="0"/>
                  </a:lnTo>
                  <a:close/>
                </a:path>
              </a:pathLst>
            </a:custGeom>
            <a:solidFill>
              <a:srgbClr val="FDF0CA"/>
            </a:solidFill>
          </p:spPr>
          <p:txBody>
            <a:bodyPr wrap="square" lIns="0" tIns="0" rIns="0" bIns="0" rtlCol="0"/>
            <a:lstStyle/>
            <a:p>
              <a:endParaRPr/>
            </a:p>
          </p:txBody>
        </p:sp>
        <p:sp>
          <p:nvSpPr>
            <p:cNvPr id="5" name="object 5"/>
            <p:cNvSpPr/>
            <p:nvPr/>
          </p:nvSpPr>
          <p:spPr>
            <a:xfrm>
              <a:off x="1422862" y="4662890"/>
              <a:ext cx="7686675" cy="1828164"/>
            </a:xfrm>
            <a:custGeom>
              <a:avLst/>
              <a:gdLst/>
              <a:ahLst/>
              <a:cxnLst/>
              <a:rect l="l" t="t" r="r" b="b"/>
              <a:pathLst>
                <a:path w="7686675" h="1828164">
                  <a:moveTo>
                    <a:pt x="0" y="0"/>
                  </a:moveTo>
                  <a:lnTo>
                    <a:pt x="7686456" y="0"/>
                  </a:lnTo>
                  <a:lnTo>
                    <a:pt x="7686456" y="1828032"/>
                  </a:lnTo>
                  <a:lnTo>
                    <a:pt x="0" y="1828032"/>
                  </a:lnTo>
                  <a:lnTo>
                    <a:pt x="0" y="0"/>
                  </a:lnTo>
                  <a:close/>
                </a:path>
              </a:pathLst>
            </a:custGeom>
            <a:ln w="30214">
              <a:solidFill>
                <a:srgbClr val="000000"/>
              </a:solidFill>
            </a:ln>
          </p:spPr>
          <p:txBody>
            <a:bodyPr wrap="square" lIns="0" tIns="0" rIns="0" bIns="0" rtlCol="0"/>
            <a:lstStyle/>
            <a:p>
              <a:endParaRPr/>
            </a:p>
          </p:txBody>
        </p:sp>
      </p:grpSp>
      <p:sp>
        <p:nvSpPr>
          <p:cNvPr id="6" name="object 6"/>
          <p:cNvSpPr txBox="1"/>
          <p:nvPr/>
        </p:nvSpPr>
        <p:spPr>
          <a:xfrm>
            <a:off x="1520181" y="4671463"/>
            <a:ext cx="878840" cy="885190"/>
          </a:xfrm>
          <a:prstGeom prst="rect">
            <a:avLst/>
          </a:prstGeom>
        </p:spPr>
        <p:txBody>
          <a:bodyPr vert="horz" wrap="square" lIns="0" tIns="17145" rIns="0" bIns="0" rtlCol="0">
            <a:spAutoFit/>
          </a:bodyPr>
          <a:lstStyle/>
          <a:p>
            <a:pPr marR="5080">
              <a:lnSpc>
                <a:spcPct val="98400"/>
              </a:lnSpc>
              <a:spcBef>
                <a:spcPts val="135"/>
              </a:spcBef>
            </a:pPr>
            <a:r>
              <a:rPr sz="1900" spc="-10" dirty="0">
                <a:latin typeface="Courier New"/>
                <a:cs typeface="Courier New"/>
              </a:rPr>
              <a:t>SELECT  FROM </a:t>
            </a:r>
            <a:r>
              <a:rPr sz="1900" spc="-5" dirty="0">
                <a:latin typeface="Courier New"/>
                <a:cs typeface="Courier New"/>
              </a:rPr>
              <a:t> </a:t>
            </a:r>
            <a:r>
              <a:rPr sz="1900" spc="-10" dirty="0">
                <a:latin typeface="Courier New"/>
                <a:cs typeface="Courier New"/>
              </a:rPr>
              <a:t>[WHERE</a:t>
            </a:r>
            <a:endParaRPr sz="1900">
              <a:latin typeface="Courier New"/>
              <a:cs typeface="Courier New"/>
            </a:endParaRPr>
          </a:p>
        </p:txBody>
      </p:sp>
      <p:sp>
        <p:nvSpPr>
          <p:cNvPr id="7" name="object 7"/>
          <p:cNvSpPr txBox="1"/>
          <p:nvPr/>
        </p:nvSpPr>
        <p:spPr>
          <a:xfrm>
            <a:off x="2963174" y="4671463"/>
            <a:ext cx="3187700" cy="885190"/>
          </a:xfrm>
          <a:prstGeom prst="rect">
            <a:avLst/>
          </a:prstGeom>
        </p:spPr>
        <p:txBody>
          <a:bodyPr vert="horz" wrap="square" lIns="0" tIns="9525" rIns="0" bIns="0" rtlCol="0">
            <a:spAutoFit/>
          </a:bodyPr>
          <a:lstStyle/>
          <a:p>
            <a:pPr marR="5080">
              <a:lnSpc>
                <a:spcPct val="101099"/>
              </a:lnSpc>
              <a:spcBef>
                <a:spcPts val="75"/>
              </a:spcBef>
            </a:pPr>
            <a:r>
              <a:rPr sz="1900" i="1" spc="-5" dirty="0">
                <a:latin typeface="Courier New"/>
                <a:cs typeface="Courier New"/>
              </a:rPr>
              <a:t>column</a:t>
            </a:r>
            <a:r>
              <a:rPr sz="1900" spc="-5" dirty="0">
                <a:latin typeface="Courier New"/>
                <a:cs typeface="Courier New"/>
              </a:rPr>
              <a:t>,</a:t>
            </a:r>
            <a:r>
              <a:rPr sz="1900" spc="-45" dirty="0">
                <a:latin typeface="Courier New"/>
                <a:cs typeface="Courier New"/>
              </a:rPr>
              <a:t> </a:t>
            </a:r>
            <a:r>
              <a:rPr sz="1900" i="1" spc="-10" dirty="0">
                <a:latin typeface="Courier New"/>
                <a:cs typeface="Courier New"/>
              </a:rPr>
              <a:t>group_function </a:t>
            </a:r>
            <a:r>
              <a:rPr sz="1900" i="1" spc="-1125" dirty="0">
                <a:latin typeface="Courier New"/>
                <a:cs typeface="Courier New"/>
              </a:rPr>
              <a:t> </a:t>
            </a:r>
            <a:r>
              <a:rPr sz="1900" i="1" spc="-10" dirty="0">
                <a:latin typeface="Courier New"/>
                <a:cs typeface="Courier New"/>
              </a:rPr>
              <a:t>table</a:t>
            </a:r>
            <a:endParaRPr sz="1900">
              <a:latin typeface="Courier New"/>
              <a:cs typeface="Courier New"/>
            </a:endParaRPr>
          </a:p>
          <a:p>
            <a:pPr>
              <a:lnSpc>
                <a:spcPts val="2185"/>
              </a:lnSpc>
            </a:pPr>
            <a:r>
              <a:rPr sz="1900" i="1" spc="-5" dirty="0">
                <a:latin typeface="Courier New"/>
                <a:cs typeface="Courier New"/>
              </a:rPr>
              <a:t>condition</a:t>
            </a:r>
            <a:r>
              <a:rPr sz="1900" spc="-5" dirty="0">
                <a:latin typeface="Courier New"/>
                <a:cs typeface="Courier New"/>
              </a:rPr>
              <a:t>]</a:t>
            </a:r>
            <a:endParaRPr sz="1900">
              <a:latin typeface="Courier New"/>
              <a:cs typeface="Courier New"/>
            </a:endParaRPr>
          </a:p>
        </p:txBody>
      </p:sp>
      <p:sp>
        <p:nvSpPr>
          <p:cNvPr id="8" name="object 8"/>
          <p:cNvSpPr txBox="1"/>
          <p:nvPr/>
        </p:nvSpPr>
        <p:spPr>
          <a:xfrm>
            <a:off x="1442547" y="5534047"/>
            <a:ext cx="4420235" cy="900430"/>
          </a:xfrm>
          <a:prstGeom prst="rect">
            <a:avLst/>
          </a:prstGeom>
        </p:spPr>
        <p:txBody>
          <a:bodyPr vert="horz" wrap="square" lIns="0" tIns="9525" rIns="0" bIns="0" rtlCol="0">
            <a:spAutoFit/>
          </a:bodyPr>
          <a:lstStyle/>
          <a:p>
            <a:pPr marL="77470" marR="5080">
              <a:lnSpc>
                <a:spcPct val="101099"/>
              </a:lnSpc>
              <a:spcBef>
                <a:spcPts val="75"/>
              </a:spcBef>
              <a:tabLst>
                <a:tab pos="1520190" algn="l"/>
              </a:tabLst>
            </a:pPr>
            <a:r>
              <a:rPr sz="1900" spc="-5" dirty="0">
                <a:latin typeface="Courier New"/>
                <a:cs typeface="Courier New"/>
              </a:rPr>
              <a:t>[GROUP BY </a:t>
            </a:r>
            <a:r>
              <a:rPr sz="1900" i="1" spc="-10" dirty="0">
                <a:latin typeface="Courier New"/>
                <a:cs typeface="Courier New"/>
              </a:rPr>
              <a:t>group_by_expression</a:t>
            </a:r>
            <a:r>
              <a:rPr sz="1900" spc="-10" dirty="0">
                <a:latin typeface="Courier New"/>
                <a:cs typeface="Courier New"/>
              </a:rPr>
              <a:t>] </a:t>
            </a:r>
            <a:r>
              <a:rPr sz="1900" spc="-1130" dirty="0">
                <a:latin typeface="Courier New"/>
                <a:cs typeface="Courier New"/>
              </a:rPr>
              <a:t> </a:t>
            </a:r>
            <a:r>
              <a:rPr sz="1900" spc="-5" dirty="0">
                <a:latin typeface="Courier New"/>
                <a:cs typeface="Courier New"/>
              </a:rPr>
              <a:t>[HAVING	</a:t>
            </a:r>
            <a:r>
              <a:rPr sz="1900" i="1" spc="-10" dirty="0">
                <a:latin typeface="Courier New"/>
                <a:cs typeface="Courier New"/>
              </a:rPr>
              <a:t>group_condition</a:t>
            </a:r>
            <a:r>
              <a:rPr sz="1900" spc="-10" dirty="0">
                <a:latin typeface="Courier New"/>
                <a:cs typeface="Courier New"/>
              </a:rPr>
              <a:t>] </a:t>
            </a:r>
            <a:r>
              <a:rPr sz="1900" spc="-5" dirty="0">
                <a:latin typeface="Courier New"/>
                <a:cs typeface="Courier New"/>
              </a:rPr>
              <a:t> [ORDER</a:t>
            </a:r>
            <a:r>
              <a:rPr sz="1900" spc="-15" dirty="0">
                <a:latin typeface="Courier New"/>
                <a:cs typeface="Courier New"/>
              </a:rPr>
              <a:t> </a:t>
            </a:r>
            <a:r>
              <a:rPr sz="1900" spc="-5" dirty="0">
                <a:latin typeface="Courier New"/>
                <a:cs typeface="Courier New"/>
              </a:rPr>
              <a:t>BY</a:t>
            </a:r>
            <a:r>
              <a:rPr sz="1900" spc="-15" dirty="0">
                <a:latin typeface="Courier New"/>
                <a:cs typeface="Courier New"/>
              </a:rPr>
              <a:t> </a:t>
            </a:r>
            <a:r>
              <a:rPr sz="1900" i="1" spc="-10" dirty="0">
                <a:latin typeface="Courier New"/>
                <a:cs typeface="Courier New"/>
              </a:rPr>
              <a:t>column</a:t>
            </a:r>
            <a:r>
              <a:rPr sz="1900" spc="-10" dirty="0">
                <a:latin typeface="Courier New"/>
                <a:cs typeface="Courier New"/>
              </a:rPr>
              <a:t>];</a:t>
            </a:r>
            <a:endParaRPr sz="1900">
              <a:latin typeface="Courier New"/>
              <a:cs typeface="Courier New"/>
            </a:endParaRPr>
          </a:p>
        </p:txBody>
      </p:sp>
      <p:sp>
        <p:nvSpPr>
          <p:cNvPr id="9" name="object 9"/>
          <p:cNvSpPr txBox="1">
            <a:spLocks noGrp="1"/>
          </p:cNvSpPr>
          <p:nvPr>
            <p:ph type="title"/>
          </p:nvPr>
        </p:nvSpPr>
        <p:spPr>
          <a:xfrm>
            <a:off x="1073910" y="179323"/>
            <a:ext cx="9073389" cy="1265344"/>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Restricting </a:t>
            </a:r>
            <a:r>
              <a:rPr lang="pt-BR" sz="3859" spc="-20" dirty="0" err="1"/>
              <a:t>g</a:t>
            </a:r>
            <a:r>
              <a:rPr sz="3859" spc="-20" dirty="0" err="1"/>
              <a:t>roup</a:t>
            </a:r>
            <a:r>
              <a:rPr sz="3859" spc="-20" dirty="0"/>
              <a:t> </a:t>
            </a:r>
            <a:r>
              <a:rPr lang="pt-BR" sz="3859" spc="-20" dirty="0"/>
              <a:t>r</a:t>
            </a:r>
            <a:r>
              <a:rPr sz="3859" spc="-20" dirty="0" err="1"/>
              <a:t>esults</a:t>
            </a:r>
            <a:r>
              <a:rPr sz="3859" spc="-20" dirty="0"/>
              <a:t> with the HAVING </a:t>
            </a:r>
            <a:r>
              <a:rPr lang="pt-BR" sz="3859" spc="-20" dirty="0" err="1"/>
              <a:t>c</a:t>
            </a:r>
            <a:r>
              <a:rPr sz="3859" spc="-20" dirty="0" err="1"/>
              <a:t>lause</a:t>
            </a:r>
            <a:endParaRPr sz="3859" spc="-20" dirty="0"/>
          </a:p>
        </p:txBody>
      </p:sp>
      <p:sp>
        <p:nvSpPr>
          <p:cNvPr id="10" name="object 10"/>
          <p:cNvSpPr txBox="1"/>
          <p:nvPr/>
        </p:nvSpPr>
        <p:spPr>
          <a:xfrm>
            <a:off x="1039448" y="1897019"/>
            <a:ext cx="8720047" cy="1938992"/>
          </a:xfrm>
          <a:prstGeom prst="rect">
            <a:avLst/>
          </a:prstGeom>
          <a:noFill/>
        </p:spPr>
        <p:txBody>
          <a:bodyPr wrap="square">
            <a:spAutoFit/>
          </a:bodyPr>
          <a:lstStyle>
            <a:defPPr>
              <a:defRPr lang="en-US"/>
            </a:defPPr>
            <a:lvl1pPr marL="342900" indent="-342900">
              <a:buFont typeface="Arial" panose="020B0604020202020204" pitchFamily="34" charset="0"/>
              <a:buChar char="•"/>
              <a:defRPr sz="2400">
                <a:effectLst/>
                <a:latin typeface="Times New Roman" panose="02020603050405020304" pitchFamily="18" charset="0"/>
                <a:ea typeface="Times New Roman" panose="02020603050405020304" pitchFamily="18" charset="0"/>
              </a:defRPr>
            </a:lvl1pPr>
            <a:lvl2pPr lvl="1"/>
          </a:lstStyle>
          <a:p>
            <a:r>
              <a:rPr dirty="0">
                <a:latin typeface="Helvetica" pitchFamily="2" charset="0"/>
              </a:rPr>
              <a:t>When you use the HAVING clause, the </a:t>
            </a:r>
            <a:r>
              <a:rPr lang="pt-BR" dirty="0">
                <a:latin typeface="Helvetica" pitchFamily="2" charset="0"/>
              </a:rPr>
              <a:t>PostgreSQL</a:t>
            </a:r>
            <a:r>
              <a:rPr dirty="0">
                <a:latin typeface="Helvetica" pitchFamily="2" charset="0"/>
              </a:rPr>
              <a:t> server restricts groups as follows:</a:t>
            </a:r>
          </a:p>
          <a:p>
            <a:pPr marL="800100" lvl="1" indent="-342900">
              <a:buFont typeface="+mj-lt"/>
              <a:buAutoNum type="arabicPeriod"/>
            </a:pPr>
            <a:r>
              <a:rPr sz="2400" dirty="0">
                <a:latin typeface="Helvetica" pitchFamily="2" charset="0"/>
              </a:rPr>
              <a:t>Rows are grouped by the expression you have given.</a:t>
            </a:r>
          </a:p>
          <a:p>
            <a:pPr marL="800100" lvl="1" indent="-342900">
              <a:buFont typeface="+mj-lt"/>
              <a:buAutoNum type="arabicPeriod"/>
            </a:pPr>
            <a:r>
              <a:rPr sz="2400" dirty="0">
                <a:latin typeface="Helvetica" pitchFamily="2" charset="0"/>
              </a:rPr>
              <a:t>The group function is applied.</a:t>
            </a:r>
          </a:p>
          <a:p>
            <a:pPr marL="800100" lvl="1" indent="-342900">
              <a:buFont typeface="+mj-lt"/>
              <a:buAutoNum type="arabicPeriod"/>
            </a:pPr>
            <a:r>
              <a:rPr sz="2400" dirty="0">
                <a:latin typeface="Helvetica" pitchFamily="2" charset="0"/>
              </a:rPr>
              <a:t>Groups matching the HAVING clause are displayed.</a:t>
            </a:r>
          </a:p>
        </p:txBody>
      </p:sp>
      <p:sp>
        <p:nvSpPr>
          <p:cNvPr id="11" name="object 11"/>
          <p:cNvSpPr/>
          <p:nvPr/>
        </p:nvSpPr>
        <p:spPr>
          <a:xfrm>
            <a:off x="1442547" y="5842970"/>
            <a:ext cx="4374515" cy="282575"/>
          </a:xfrm>
          <a:custGeom>
            <a:avLst/>
            <a:gdLst/>
            <a:ahLst/>
            <a:cxnLst/>
            <a:rect l="l" t="t" r="r" b="b"/>
            <a:pathLst>
              <a:path w="4374515" h="282575">
                <a:moveTo>
                  <a:pt x="0" y="0"/>
                </a:moveTo>
                <a:lnTo>
                  <a:pt x="4374282" y="0"/>
                </a:lnTo>
                <a:lnTo>
                  <a:pt x="4374282" y="282010"/>
                </a:lnTo>
                <a:lnTo>
                  <a:pt x="0" y="282010"/>
                </a:lnTo>
                <a:lnTo>
                  <a:pt x="0" y="0"/>
                </a:lnTo>
                <a:close/>
              </a:path>
            </a:pathLst>
          </a:custGeom>
          <a:ln w="30215">
            <a:solidFill>
              <a:srgbClr val="FF5050"/>
            </a:solidFill>
          </a:ln>
        </p:spPr>
        <p:txBody>
          <a:bodyPr wrap="square" lIns="0" tIns="0" rIns="0" bIns="0" rtlCol="0"/>
          <a:lstStyle/>
          <a:p>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3" name="object 3"/>
          <p:cNvSpPr txBox="1">
            <a:spLocks noGrp="1"/>
          </p:cNvSpPr>
          <p:nvPr>
            <p:ph type="title"/>
          </p:nvPr>
        </p:nvSpPr>
        <p:spPr>
          <a:xfrm>
            <a:off x="1073911" y="809580"/>
            <a:ext cx="7988934" cy="498475"/>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Winter</a:t>
            </a:r>
            <a:r>
              <a:rPr lang="pt-BR" sz="3859" spc="-20" dirty="0"/>
              <a:t> </a:t>
            </a:r>
            <a:r>
              <a:rPr lang="pt-BR" sz="3859" spc="-20" dirty="0" err="1"/>
              <a:t>exam</a:t>
            </a:r>
            <a:r>
              <a:rPr lang="pt-BR" sz="3859" spc="-20" dirty="0"/>
              <a:t> – 2016/2017</a:t>
            </a:r>
            <a:endParaRPr sz="3859" spc="-20" dirty="0"/>
          </a:p>
        </p:txBody>
      </p:sp>
      <p:grpSp>
        <p:nvGrpSpPr>
          <p:cNvPr id="8" name="Group 7">
            <a:extLst>
              <a:ext uri="{FF2B5EF4-FFF2-40B4-BE49-F238E27FC236}">
                <a16:creationId xmlns:a16="http://schemas.microsoft.com/office/drawing/2014/main" id="{498DEAC7-C125-374F-BFA5-04FC9BA4E3C0}"/>
              </a:ext>
            </a:extLst>
          </p:cNvPr>
          <p:cNvGrpSpPr/>
          <p:nvPr/>
        </p:nvGrpSpPr>
        <p:grpSpPr>
          <a:xfrm>
            <a:off x="2184400" y="1555349"/>
            <a:ext cx="6324600" cy="5551027"/>
            <a:chOff x="2184400" y="1555349"/>
            <a:chExt cx="6324600" cy="5551027"/>
          </a:xfrm>
        </p:grpSpPr>
        <p:pic>
          <p:nvPicPr>
            <p:cNvPr id="6" name="Picture 5">
              <a:extLst>
                <a:ext uri="{FF2B5EF4-FFF2-40B4-BE49-F238E27FC236}">
                  <a16:creationId xmlns:a16="http://schemas.microsoft.com/office/drawing/2014/main" id="{BB31894C-DCCB-794E-A95A-B5003FCD9DFE}"/>
                </a:ext>
              </a:extLst>
            </p:cNvPr>
            <p:cNvPicPr/>
            <p:nvPr/>
          </p:nvPicPr>
          <p:blipFill rotWithShape="1">
            <a:blip r:embed="rId2"/>
            <a:srcRect l="14248" t="33210" r="56538" b="6889"/>
            <a:stretch/>
          </p:blipFill>
          <p:spPr bwMode="auto">
            <a:xfrm>
              <a:off x="2184400" y="1555349"/>
              <a:ext cx="6324600" cy="5551027"/>
            </a:xfrm>
            <a:prstGeom prst="rect">
              <a:avLst/>
            </a:prstGeom>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23DF02AE-DED1-EB4F-ABD5-54C823534D37}"/>
                </a:ext>
              </a:extLst>
            </p:cNvPr>
            <p:cNvPicPr/>
            <p:nvPr/>
          </p:nvPicPr>
          <p:blipFill rotWithShape="1">
            <a:blip r:embed="rId2"/>
            <a:srcRect l="37126" t="49072" r="56538" b="28726"/>
            <a:stretch/>
          </p:blipFill>
          <p:spPr bwMode="auto">
            <a:xfrm rot="5400000">
              <a:off x="2736850" y="2540000"/>
              <a:ext cx="1371600" cy="2476500"/>
            </a:xfrm>
            <a:prstGeom prst="rect">
              <a:avLst/>
            </a:prstGeom>
            <a:ln>
              <a:noFill/>
            </a:ln>
            <a:extLst>
              <a:ext uri="{53640926-AAD7-44D8-BBD7-CCE9431645EC}">
                <a14:shadowObscured xmlns:a14="http://schemas.microsoft.com/office/drawing/2010/main"/>
              </a:ext>
            </a:extLst>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1" y="809580"/>
            <a:ext cx="7988934" cy="498475"/>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Winter</a:t>
            </a:r>
            <a:r>
              <a:rPr lang="pt-BR" sz="3859" spc="-20" dirty="0"/>
              <a:t> </a:t>
            </a:r>
            <a:r>
              <a:rPr lang="pt-BR" sz="3859" spc="-20" dirty="0" err="1"/>
              <a:t>exam</a:t>
            </a:r>
            <a:r>
              <a:rPr lang="pt-BR" sz="3859" spc="-20" dirty="0"/>
              <a:t> – 2016/2017</a:t>
            </a:r>
            <a:endParaRPr sz="3859" spc="-20" dirty="0"/>
          </a:p>
        </p:txBody>
      </p:sp>
      <p:sp>
        <p:nvSpPr>
          <p:cNvPr id="5" name="Rectangle 4">
            <a:extLst>
              <a:ext uri="{FF2B5EF4-FFF2-40B4-BE49-F238E27FC236}">
                <a16:creationId xmlns:a16="http://schemas.microsoft.com/office/drawing/2014/main" id="{F98D757D-DD51-314B-B0E4-2F03A0DAFE5D}"/>
              </a:ext>
            </a:extLst>
          </p:cNvPr>
          <p:cNvSpPr/>
          <p:nvPr/>
        </p:nvSpPr>
        <p:spPr>
          <a:xfrm>
            <a:off x="382078" y="1720850"/>
            <a:ext cx="9372600" cy="4093428"/>
          </a:xfrm>
          <a:prstGeom prst="rect">
            <a:avLst/>
          </a:prstGeom>
        </p:spPr>
        <p:txBody>
          <a:bodyPr wrap="square">
            <a:spAutoFit/>
          </a:bodyPr>
          <a:lstStyle/>
          <a:p>
            <a:r>
              <a:rPr lang="en-IE" sz="2000" dirty="0"/>
              <a:t>Suppose we want to calculate the total number of services used by a guest on a particular visit. Write SQL to achieve this.  </a:t>
            </a:r>
          </a:p>
          <a:p>
            <a:endParaRPr lang="en-IE" sz="2000" dirty="0"/>
          </a:p>
          <a:p>
            <a:r>
              <a:rPr lang="en-IE" sz="2000" dirty="0"/>
              <a:t>Restrict the output so that only bookings with IDs between 1001 and 1005 are included. Format your output to follow this template:</a:t>
            </a:r>
          </a:p>
          <a:p>
            <a:endParaRPr lang="en-IE" sz="2000" dirty="0"/>
          </a:p>
          <a:p>
            <a:r>
              <a:rPr lang="en-IE" sz="2000" b="1" dirty="0"/>
              <a:t>‘The number of services used in by &lt;</a:t>
            </a:r>
            <a:r>
              <a:rPr lang="en-IE" sz="2000" b="1" dirty="0" err="1"/>
              <a:t>guestID</a:t>
            </a:r>
            <a:r>
              <a:rPr lang="en-IE" sz="2000" b="1" dirty="0"/>
              <a:t>&gt; in &lt;</a:t>
            </a:r>
            <a:r>
              <a:rPr lang="en-IE" sz="2000" b="1" dirty="0" err="1"/>
              <a:t>bookingID</a:t>
            </a:r>
            <a:r>
              <a:rPr lang="en-IE" sz="2000" b="1" dirty="0"/>
              <a:t>&gt; is &lt;no. of services&gt;.’</a:t>
            </a:r>
          </a:p>
          <a:p>
            <a:endParaRPr lang="en-IE" sz="2000" dirty="0"/>
          </a:p>
          <a:p>
            <a:r>
              <a:rPr lang="en-IE" sz="2000" dirty="0"/>
              <a:t>Hint: You do not include the &lt; &gt; in your output. Retrieve </a:t>
            </a:r>
            <a:r>
              <a:rPr lang="en-IE" sz="2000" dirty="0" err="1"/>
              <a:t>bookingID</a:t>
            </a:r>
            <a:r>
              <a:rPr lang="en-IE" sz="2000" dirty="0"/>
              <a:t>, </a:t>
            </a:r>
            <a:r>
              <a:rPr lang="en-IE" sz="2000" dirty="0" err="1"/>
              <a:t>guestID</a:t>
            </a:r>
            <a:r>
              <a:rPr lang="en-IE" sz="2000" dirty="0"/>
              <a:t> and calculate the no. of product.</a:t>
            </a:r>
          </a:p>
          <a:p>
            <a:endParaRPr lang="en-IE" sz="2000" dirty="0"/>
          </a:p>
          <a:p>
            <a:endParaRPr lang="en-IE" sz="2000" dirty="0"/>
          </a:p>
        </p:txBody>
      </p:sp>
      <p:sp>
        <p:nvSpPr>
          <p:cNvPr id="6" name="TextBox 5">
            <a:extLst>
              <a:ext uri="{FF2B5EF4-FFF2-40B4-BE49-F238E27FC236}">
                <a16:creationId xmlns:a16="http://schemas.microsoft.com/office/drawing/2014/main" id="{1B2033F6-C12A-B39E-B9B9-28E25E9DF300}"/>
              </a:ext>
            </a:extLst>
          </p:cNvPr>
          <p:cNvSpPr txBox="1"/>
          <p:nvPr/>
        </p:nvSpPr>
        <p:spPr>
          <a:xfrm>
            <a:off x="774700" y="5302250"/>
            <a:ext cx="9144000" cy="1477328"/>
          </a:xfrm>
          <a:prstGeom prst="rect">
            <a:avLst/>
          </a:prstGeom>
          <a:noFill/>
        </p:spPr>
        <p:txBody>
          <a:bodyPr wrap="square">
            <a:spAutoFit/>
          </a:bodyPr>
          <a:lstStyle/>
          <a:p>
            <a:pPr>
              <a:buNone/>
            </a:pPr>
            <a:r>
              <a:rPr lang="en-IE" b="0" dirty="0">
                <a:solidFill>
                  <a:srgbClr val="0000FF"/>
                </a:solidFill>
                <a:effectLst/>
                <a:latin typeface="Menlo" panose="020B0609030804020204" pitchFamily="49" charset="0"/>
              </a:rPr>
              <a:t>SELECT</a:t>
            </a:r>
            <a:r>
              <a:rPr lang="en-IE" b="0" dirty="0">
                <a:solidFill>
                  <a:srgbClr val="000000"/>
                </a:solidFill>
                <a:effectLst/>
                <a:latin typeface="Menlo" panose="020B0609030804020204" pitchFamily="49" charset="0"/>
              </a:rPr>
              <a:t> </a:t>
            </a:r>
            <a:r>
              <a:rPr lang="en-IE" b="0" dirty="0">
                <a:solidFill>
                  <a:srgbClr val="E21F1F"/>
                </a:solidFill>
                <a:effectLst/>
                <a:latin typeface="Menlo" panose="020B0609030804020204" pitchFamily="49" charset="0"/>
              </a:rPr>
              <a:t>'</a:t>
            </a:r>
            <a:r>
              <a:rPr lang="en-IE" b="0" dirty="0">
                <a:solidFill>
                  <a:srgbClr val="A31515"/>
                </a:solidFill>
                <a:effectLst/>
                <a:latin typeface="Menlo" panose="020B0609030804020204" pitchFamily="49" charset="0"/>
              </a:rPr>
              <a:t>The total number of services used in booking </a:t>
            </a:r>
            <a:r>
              <a:rPr lang="en-IE" b="0" dirty="0">
                <a:solidFill>
                  <a:srgbClr val="E21F1F"/>
                </a:solidFill>
                <a:effectLst/>
                <a:latin typeface="Menlo" panose="020B0609030804020204" pitchFamily="49" charset="0"/>
              </a:rPr>
              <a:t>'</a:t>
            </a:r>
            <a:r>
              <a:rPr lang="en-IE" b="0" dirty="0">
                <a:solidFill>
                  <a:srgbClr val="000000"/>
                </a:solidFill>
                <a:effectLst/>
                <a:latin typeface="Menlo" panose="020B0609030804020204" pitchFamily="49" charset="0"/>
              </a:rPr>
              <a:t> || </a:t>
            </a:r>
            <a:r>
              <a:rPr lang="en-IE" b="0" dirty="0" err="1">
                <a:solidFill>
                  <a:srgbClr val="000000"/>
                </a:solidFill>
                <a:effectLst/>
                <a:latin typeface="Menlo" panose="020B0609030804020204" pitchFamily="49" charset="0"/>
              </a:rPr>
              <a:t>bookingId</a:t>
            </a:r>
            <a:r>
              <a:rPr lang="en-IE" b="0" dirty="0">
                <a:solidFill>
                  <a:srgbClr val="000000"/>
                </a:solidFill>
                <a:effectLst/>
                <a:latin typeface="Menlo" panose="020B0609030804020204" pitchFamily="49" charset="0"/>
              </a:rPr>
              <a:t> || </a:t>
            </a:r>
            <a:r>
              <a:rPr lang="en-IE" b="0" dirty="0">
                <a:solidFill>
                  <a:srgbClr val="E21F1F"/>
                </a:solidFill>
                <a:effectLst/>
                <a:latin typeface="Menlo" panose="020B0609030804020204" pitchFamily="49" charset="0"/>
              </a:rPr>
              <a:t>'</a:t>
            </a:r>
            <a:r>
              <a:rPr lang="en-IE" b="0" dirty="0">
                <a:solidFill>
                  <a:srgbClr val="A31515"/>
                </a:solidFill>
                <a:effectLst/>
                <a:latin typeface="Menlo" panose="020B0609030804020204" pitchFamily="49" charset="0"/>
              </a:rPr>
              <a:t> by </a:t>
            </a:r>
            <a:r>
              <a:rPr lang="en-IE" b="0" dirty="0">
                <a:solidFill>
                  <a:srgbClr val="E21F1F"/>
                </a:solidFill>
                <a:effectLst/>
                <a:latin typeface="Menlo" panose="020B0609030804020204" pitchFamily="49" charset="0"/>
              </a:rPr>
              <a:t>'</a:t>
            </a:r>
            <a:r>
              <a:rPr lang="en-IE" b="0" dirty="0">
                <a:solidFill>
                  <a:srgbClr val="000000"/>
                </a:solidFill>
                <a:effectLst/>
                <a:latin typeface="Menlo" panose="020B0609030804020204" pitchFamily="49" charset="0"/>
              </a:rPr>
              <a:t> || </a:t>
            </a:r>
            <a:r>
              <a:rPr lang="en-IE" b="0" dirty="0" err="1">
                <a:solidFill>
                  <a:srgbClr val="000000"/>
                </a:solidFill>
                <a:effectLst/>
                <a:latin typeface="Menlo" panose="020B0609030804020204" pitchFamily="49" charset="0"/>
              </a:rPr>
              <a:t>guestId</a:t>
            </a:r>
            <a:r>
              <a:rPr lang="en-IE" b="0" dirty="0">
                <a:solidFill>
                  <a:srgbClr val="000000"/>
                </a:solidFill>
                <a:effectLst/>
                <a:latin typeface="Menlo" panose="020B0609030804020204" pitchFamily="49" charset="0"/>
              </a:rPr>
              <a:t> || </a:t>
            </a:r>
            <a:r>
              <a:rPr lang="en-IE" b="0" dirty="0">
                <a:solidFill>
                  <a:srgbClr val="E21F1F"/>
                </a:solidFill>
                <a:effectLst/>
                <a:latin typeface="Menlo" panose="020B0609030804020204" pitchFamily="49" charset="0"/>
              </a:rPr>
              <a:t>'</a:t>
            </a:r>
            <a:r>
              <a:rPr lang="en-IE" b="0" dirty="0">
                <a:solidFill>
                  <a:srgbClr val="A31515"/>
                </a:solidFill>
                <a:effectLst/>
                <a:latin typeface="Menlo" panose="020B0609030804020204" pitchFamily="49" charset="0"/>
              </a:rPr>
              <a:t> is </a:t>
            </a:r>
            <a:r>
              <a:rPr lang="en-IE" b="0" dirty="0">
                <a:solidFill>
                  <a:srgbClr val="E21F1F"/>
                </a:solidFill>
                <a:effectLst/>
                <a:latin typeface="Menlo" panose="020B0609030804020204" pitchFamily="49" charset="0"/>
              </a:rPr>
              <a:t>'</a:t>
            </a:r>
            <a:r>
              <a:rPr lang="en-IE" b="0" dirty="0">
                <a:solidFill>
                  <a:srgbClr val="000000"/>
                </a:solidFill>
                <a:effectLst/>
                <a:latin typeface="Menlo" panose="020B0609030804020204" pitchFamily="49" charset="0"/>
              </a:rPr>
              <a:t> || </a:t>
            </a:r>
            <a:r>
              <a:rPr lang="en-IE" b="0" dirty="0">
                <a:solidFill>
                  <a:srgbClr val="74531F"/>
                </a:solidFill>
                <a:effectLst/>
                <a:latin typeface="Menlo" panose="020B0609030804020204" pitchFamily="49" charset="0"/>
              </a:rPr>
              <a:t>count</a:t>
            </a:r>
            <a:r>
              <a:rPr lang="en-IE" b="0" dirty="0">
                <a:solidFill>
                  <a:srgbClr val="000000"/>
                </a:solidFill>
                <a:effectLst/>
                <a:latin typeface="Menlo" panose="020B0609030804020204" pitchFamily="49" charset="0"/>
              </a:rPr>
              <a:t>(</a:t>
            </a:r>
            <a:r>
              <a:rPr lang="en-IE" b="0" dirty="0" err="1">
                <a:solidFill>
                  <a:srgbClr val="000000"/>
                </a:solidFill>
                <a:effectLst/>
                <a:latin typeface="Menlo" panose="020B0609030804020204" pitchFamily="49" charset="0"/>
              </a:rPr>
              <a:t>serviceID</a:t>
            </a:r>
            <a:r>
              <a:rPr lang="en-IE" b="0" dirty="0">
                <a:solidFill>
                  <a:srgbClr val="000000"/>
                </a:solidFill>
                <a:effectLst/>
                <a:latin typeface="Menlo" panose="020B0609030804020204" pitchFamily="49" charset="0"/>
              </a:rPr>
              <a:t>) </a:t>
            </a:r>
          </a:p>
          <a:p>
            <a:pPr>
              <a:buNone/>
            </a:pPr>
            <a:r>
              <a:rPr lang="en-IE" b="0" dirty="0">
                <a:solidFill>
                  <a:srgbClr val="0000FF"/>
                </a:solidFill>
                <a:effectLst/>
                <a:latin typeface="Menlo" panose="020B0609030804020204" pitchFamily="49" charset="0"/>
              </a:rPr>
              <a:t>FROM</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serviceBooking</a:t>
            </a:r>
            <a:r>
              <a:rPr lang="en-IE" b="0" dirty="0">
                <a:solidFill>
                  <a:srgbClr val="000000"/>
                </a:solidFill>
                <a:effectLst/>
                <a:latin typeface="Menlo" panose="020B0609030804020204" pitchFamily="49" charset="0"/>
              </a:rPr>
              <a:t> </a:t>
            </a:r>
          </a:p>
          <a:p>
            <a:pPr>
              <a:buNone/>
            </a:pPr>
            <a:r>
              <a:rPr lang="en-IE" b="0" dirty="0">
                <a:solidFill>
                  <a:srgbClr val="0000FF"/>
                </a:solidFill>
                <a:effectLst/>
                <a:latin typeface="Menlo" panose="020B0609030804020204" pitchFamily="49" charset="0"/>
              </a:rPr>
              <a:t>GROUP BY</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bookingId,guestID</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HAVING</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bookingID</a:t>
            </a:r>
            <a:r>
              <a:rPr lang="en-IE" b="0" dirty="0">
                <a:solidFill>
                  <a:srgbClr val="000000"/>
                </a:solidFill>
                <a:effectLst/>
                <a:latin typeface="Menlo" panose="020B0609030804020204" pitchFamily="49" charset="0"/>
              </a:rPr>
              <a:t> BETWEEN </a:t>
            </a:r>
            <a:r>
              <a:rPr lang="en-IE" b="0" dirty="0">
                <a:solidFill>
                  <a:srgbClr val="098658"/>
                </a:solidFill>
                <a:effectLst/>
                <a:latin typeface="Menlo" panose="020B0609030804020204" pitchFamily="49" charset="0"/>
              </a:rPr>
              <a:t>1001</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AND</a:t>
            </a:r>
            <a:r>
              <a:rPr lang="en-IE" b="0" dirty="0">
                <a:solidFill>
                  <a:srgbClr val="000000"/>
                </a:solidFill>
                <a:effectLst/>
                <a:latin typeface="Menlo" panose="020B0609030804020204" pitchFamily="49" charset="0"/>
              </a:rPr>
              <a:t> </a:t>
            </a:r>
            <a:r>
              <a:rPr lang="en-IE" b="0" dirty="0">
                <a:solidFill>
                  <a:srgbClr val="098658"/>
                </a:solidFill>
                <a:effectLst/>
                <a:latin typeface="Menlo" panose="020B0609030804020204" pitchFamily="49" charset="0"/>
              </a:rPr>
              <a:t>1005</a:t>
            </a:r>
            <a:r>
              <a:rPr lang="en-IE" b="0" dirty="0">
                <a:solidFill>
                  <a:srgbClr val="000000"/>
                </a:solidFill>
                <a:effectLst/>
                <a:latin typeface="Menlo" panose="020B0609030804020204" pitchFamily="49" charset="0"/>
              </a:rPr>
              <a:t>; </a:t>
            </a:r>
          </a:p>
        </p:txBody>
      </p:sp>
    </p:spTree>
    <p:extLst>
      <p:ext uri="{BB962C8B-B14F-4D97-AF65-F5344CB8AC3E}">
        <p14:creationId xmlns:p14="http://schemas.microsoft.com/office/powerpoint/2010/main" val="2376711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F7FAE-D762-BC71-EA1E-2353C7DD982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28C29FE-5DF9-E720-D099-0098AAA94518}"/>
              </a:ext>
            </a:extLst>
          </p:cNvPr>
          <p:cNvSpPr txBox="1">
            <a:spLocks noGrp="1"/>
          </p:cNvSpPr>
          <p:nvPr>
            <p:ph type="title"/>
          </p:nvPr>
        </p:nvSpPr>
        <p:spPr>
          <a:xfrm>
            <a:off x="1073911" y="691562"/>
            <a:ext cx="8463789"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Winter</a:t>
            </a:r>
            <a:r>
              <a:rPr lang="pt-BR" sz="3859" spc="-20" dirty="0"/>
              <a:t> </a:t>
            </a:r>
            <a:r>
              <a:rPr lang="pt-BR" sz="3859" spc="-20" dirty="0" err="1"/>
              <a:t>exam</a:t>
            </a:r>
            <a:r>
              <a:rPr lang="pt-BR" sz="3859" spc="-20" dirty="0"/>
              <a:t> – 2023/2024</a:t>
            </a:r>
            <a:endParaRPr sz="3859" spc="-20" dirty="0"/>
          </a:p>
        </p:txBody>
      </p:sp>
      <p:sp>
        <p:nvSpPr>
          <p:cNvPr id="18" name="Rectangle 17">
            <a:extLst>
              <a:ext uri="{FF2B5EF4-FFF2-40B4-BE49-F238E27FC236}">
                <a16:creationId xmlns:a16="http://schemas.microsoft.com/office/drawing/2014/main" id="{414EBADD-A061-EAE4-74E9-2D40C68A0233}"/>
              </a:ext>
            </a:extLst>
          </p:cNvPr>
          <p:cNvSpPr/>
          <p:nvPr/>
        </p:nvSpPr>
        <p:spPr>
          <a:xfrm>
            <a:off x="622300" y="1644650"/>
            <a:ext cx="9372600" cy="830997"/>
          </a:xfrm>
          <a:prstGeom prst="rect">
            <a:avLst/>
          </a:prstGeom>
        </p:spPr>
        <p:txBody>
          <a:bodyPr wrap="square">
            <a:spAutoFit/>
          </a:bodyPr>
          <a:lstStyle/>
          <a:p>
            <a:r>
              <a:rPr lang="en-GB" sz="2400" dirty="0"/>
              <a:t>Write an SQL query that retrieves the average rating for each movie in the Review table, along with the movie title. </a:t>
            </a:r>
          </a:p>
        </p:txBody>
      </p:sp>
      <p:pic>
        <p:nvPicPr>
          <p:cNvPr id="1026" name="Picture 2">
            <a:extLst>
              <a:ext uri="{FF2B5EF4-FFF2-40B4-BE49-F238E27FC236}">
                <a16:creationId xmlns:a16="http://schemas.microsoft.com/office/drawing/2014/main" id="{A0778692-F6CF-EE9F-4649-C20ABAB987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40315"/>
            <a:ext cx="6788928" cy="41569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D759EEC-4A27-413C-C9C3-8520F1C58DAB}"/>
              </a:ext>
            </a:extLst>
          </p:cNvPr>
          <p:cNvSpPr txBox="1"/>
          <p:nvPr/>
        </p:nvSpPr>
        <p:spPr>
          <a:xfrm>
            <a:off x="4772405" y="4718771"/>
            <a:ext cx="5346700" cy="1754326"/>
          </a:xfrm>
          <a:prstGeom prst="rect">
            <a:avLst/>
          </a:prstGeom>
          <a:noFill/>
        </p:spPr>
        <p:txBody>
          <a:bodyPr wrap="square">
            <a:spAutoFit/>
          </a:bodyPr>
          <a:lstStyle/>
          <a:p>
            <a:pPr>
              <a:buNone/>
            </a:pPr>
            <a:r>
              <a:rPr lang="en-IE" b="0" dirty="0">
                <a:solidFill>
                  <a:srgbClr val="0000FF"/>
                </a:solidFill>
                <a:effectLst/>
                <a:latin typeface="Menlo" panose="020B0609030804020204" pitchFamily="49" charset="0"/>
              </a:rPr>
              <a:t>SELECT</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M.Title</a:t>
            </a:r>
            <a:r>
              <a:rPr lang="en-IE" b="0" dirty="0">
                <a:solidFill>
                  <a:srgbClr val="000000"/>
                </a:solidFill>
                <a:effectLst/>
                <a:latin typeface="Menlo" panose="020B0609030804020204" pitchFamily="49" charset="0"/>
              </a:rPr>
              <a:t>, </a:t>
            </a:r>
            <a:r>
              <a:rPr lang="en-IE" b="0" dirty="0">
                <a:solidFill>
                  <a:srgbClr val="74531F"/>
                </a:solidFill>
                <a:effectLst/>
                <a:latin typeface="Menlo" panose="020B0609030804020204" pitchFamily="49" charset="0"/>
              </a:rPr>
              <a:t>AVG</a:t>
            </a:r>
            <a:r>
              <a:rPr lang="en-IE" b="0" dirty="0">
                <a:solidFill>
                  <a:srgbClr val="000000"/>
                </a:solidFill>
                <a:effectLst/>
                <a:latin typeface="Menlo" panose="020B0609030804020204" pitchFamily="49" charset="0"/>
              </a:rPr>
              <a:t>(</a:t>
            </a:r>
            <a:r>
              <a:rPr lang="en-IE" b="0" dirty="0" err="1">
                <a:solidFill>
                  <a:srgbClr val="000000"/>
                </a:solidFill>
                <a:effectLst/>
                <a:latin typeface="Menlo" panose="020B0609030804020204" pitchFamily="49" charset="0"/>
              </a:rPr>
              <a:t>R.Rating</a:t>
            </a:r>
            <a:r>
              <a:rPr lang="en-IE" b="0" dirty="0">
                <a:solidFill>
                  <a:srgbClr val="000000"/>
                </a:solidFill>
                <a:effectLst/>
                <a:latin typeface="Menlo" panose="020B0609030804020204" pitchFamily="49" charset="0"/>
              </a:rPr>
              <a:t>) </a:t>
            </a:r>
            <a:r>
              <a:rPr lang="en-IE" b="0" dirty="0">
                <a:solidFill>
                  <a:srgbClr val="E21F1F"/>
                </a:solidFill>
                <a:effectLst/>
                <a:latin typeface="Menlo" panose="020B0609030804020204" pitchFamily="49" charset="0"/>
              </a:rPr>
              <a:t>"</a:t>
            </a:r>
            <a:r>
              <a:rPr lang="en-IE" b="0" dirty="0">
                <a:solidFill>
                  <a:srgbClr val="A31515"/>
                </a:solidFill>
                <a:effectLst/>
                <a:latin typeface="Menlo" panose="020B0609030804020204" pitchFamily="49" charset="0"/>
              </a:rPr>
              <a:t>Average Rating</a:t>
            </a:r>
            <a:r>
              <a:rPr lang="en-IE" b="0" dirty="0">
                <a:solidFill>
                  <a:srgbClr val="E21F1F"/>
                </a:solidFill>
                <a:effectLst/>
                <a:latin typeface="Menlo" panose="020B0609030804020204" pitchFamily="49" charset="0"/>
              </a:rPr>
              <a:t>"</a:t>
            </a:r>
            <a:r>
              <a:rPr lang="en-IE" b="0" dirty="0">
                <a:solidFill>
                  <a:srgbClr val="000000"/>
                </a:solidFill>
                <a:effectLst/>
                <a:latin typeface="Menlo" panose="020B0609030804020204" pitchFamily="49" charset="0"/>
              </a:rPr>
              <a:t> </a:t>
            </a:r>
          </a:p>
          <a:p>
            <a:pPr>
              <a:buNone/>
            </a:pPr>
            <a:r>
              <a:rPr lang="en-IE" b="0" dirty="0">
                <a:solidFill>
                  <a:srgbClr val="0000FF"/>
                </a:solidFill>
                <a:effectLst/>
                <a:latin typeface="Menlo" panose="020B0609030804020204" pitchFamily="49" charset="0"/>
              </a:rPr>
              <a:t>FROM</a:t>
            </a:r>
            <a:r>
              <a:rPr lang="en-IE" b="0" dirty="0">
                <a:solidFill>
                  <a:srgbClr val="000000"/>
                </a:solidFill>
                <a:effectLst/>
                <a:latin typeface="Menlo" panose="020B0609030804020204" pitchFamily="49" charset="0"/>
              </a:rPr>
              <a:t> Movie </a:t>
            </a:r>
            <a:r>
              <a:rPr lang="en-IE" b="0" dirty="0">
                <a:solidFill>
                  <a:srgbClr val="0000FF"/>
                </a:solidFill>
                <a:effectLst/>
                <a:latin typeface="Menlo" panose="020B0609030804020204" pitchFamily="49" charset="0"/>
              </a:rPr>
              <a:t>AS</a:t>
            </a:r>
            <a:r>
              <a:rPr lang="en-IE" b="0" dirty="0">
                <a:solidFill>
                  <a:srgbClr val="000000"/>
                </a:solidFill>
                <a:effectLst/>
                <a:latin typeface="Menlo" panose="020B0609030804020204" pitchFamily="49" charset="0"/>
              </a:rPr>
              <a:t> M </a:t>
            </a:r>
          </a:p>
          <a:p>
            <a:pPr>
              <a:buNone/>
            </a:pPr>
            <a:r>
              <a:rPr lang="en-IE" b="0" dirty="0">
                <a:solidFill>
                  <a:srgbClr val="0000FF"/>
                </a:solidFill>
                <a:effectLst/>
                <a:latin typeface="Menlo" panose="020B0609030804020204" pitchFamily="49" charset="0"/>
              </a:rPr>
              <a:t>JOIN</a:t>
            </a:r>
            <a:r>
              <a:rPr lang="en-IE" b="0" dirty="0">
                <a:solidFill>
                  <a:srgbClr val="000000"/>
                </a:solidFill>
                <a:effectLst/>
                <a:latin typeface="Menlo" panose="020B0609030804020204" pitchFamily="49" charset="0"/>
              </a:rPr>
              <a:t> Review </a:t>
            </a:r>
            <a:r>
              <a:rPr lang="en-IE" b="0" dirty="0">
                <a:solidFill>
                  <a:srgbClr val="0000FF"/>
                </a:solidFill>
                <a:effectLst/>
                <a:latin typeface="Menlo" panose="020B0609030804020204" pitchFamily="49" charset="0"/>
              </a:rPr>
              <a:t>AS</a:t>
            </a:r>
            <a:r>
              <a:rPr lang="en-IE" b="0" dirty="0">
                <a:solidFill>
                  <a:srgbClr val="000000"/>
                </a:solidFill>
                <a:effectLst/>
                <a:latin typeface="Menlo" panose="020B0609030804020204" pitchFamily="49" charset="0"/>
              </a:rPr>
              <a:t> R </a:t>
            </a:r>
            <a:r>
              <a:rPr lang="en-IE" b="0" dirty="0">
                <a:solidFill>
                  <a:srgbClr val="0000FF"/>
                </a:solidFill>
                <a:effectLst/>
                <a:latin typeface="Menlo" panose="020B0609030804020204" pitchFamily="49" charset="0"/>
              </a:rPr>
              <a:t>ON</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M.MovieID</a:t>
            </a:r>
            <a:r>
              <a:rPr lang="en-IE" b="0" dirty="0">
                <a:solidFill>
                  <a:srgbClr val="000000"/>
                </a:solidFill>
                <a:effectLst/>
                <a:latin typeface="Menlo" panose="020B0609030804020204" pitchFamily="49" charset="0"/>
              </a:rPr>
              <a:t> = </a:t>
            </a:r>
            <a:r>
              <a:rPr lang="en-IE" b="0" dirty="0" err="1">
                <a:solidFill>
                  <a:srgbClr val="000000"/>
                </a:solidFill>
                <a:effectLst/>
                <a:latin typeface="Menlo" panose="020B0609030804020204" pitchFamily="49" charset="0"/>
              </a:rPr>
              <a:t>R.MovieID</a:t>
            </a:r>
            <a:r>
              <a:rPr lang="en-IE" b="0" dirty="0">
                <a:solidFill>
                  <a:srgbClr val="000000"/>
                </a:solidFill>
                <a:effectLst/>
                <a:latin typeface="Menlo" panose="020B0609030804020204" pitchFamily="49" charset="0"/>
              </a:rPr>
              <a:t> </a:t>
            </a:r>
          </a:p>
          <a:p>
            <a:pPr>
              <a:buNone/>
            </a:pPr>
            <a:r>
              <a:rPr lang="en-IE" b="0" dirty="0">
                <a:solidFill>
                  <a:srgbClr val="0000FF"/>
                </a:solidFill>
                <a:effectLst/>
                <a:latin typeface="Menlo" panose="020B0609030804020204" pitchFamily="49" charset="0"/>
              </a:rPr>
              <a:t>GROUP BY</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M.Title</a:t>
            </a:r>
            <a:r>
              <a:rPr lang="en-IE" b="0" dirty="0">
                <a:solidFill>
                  <a:srgbClr val="000000"/>
                </a:solidFill>
                <a:effectLst/>
                <a:latin typeface="Menlo" panose="020B0609030804020204" pitchFamily="49" charset="0"/>
              </a:rPr>
              <a:t>; </a:t>
            </a:r>
          </a:p>
        </p:txBody>
      </p:sp>
    </p:spTree>
    <p:extLst>
      <p:ext uri="{BB962C8B-B14F-4D97-AF65-F5344CB8AC3E}">
        <p14:creationId xmlns:p14="http://schemas.microsoft.com/office/powerpoint/2010/main" val="3763253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1" y="695637"/>
            <a:ext cx="6939789"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a:t>JOINS</a:t>
            </a:r>
            <a:endParaRPr sz="3859" spc="-20" dirty="0"/>
          </a:p>
        </p:txBody>
      </p:sp>
      <p:sp>
        <p:nvSpPr>
          <p:cNvPr id="4" name="object 4"/>
          <p:cNvSpPr txBox="1"/>
          <p:nvPr/>
        </p:nvSpPr>
        <p:spPr>
          <a:xfrm>
            <a:off x="975608" y="1797050"/>
            <a:ext cx="8546790" cy="3907801"/>
          </a:xfrm>
          <a:prstGeom prst="rect">
            <a:avLst/>
          </a:prstGeom>
          <a:noFill/>
        </p:spPr>
        <p:txBody>
          <a:bodyPr wrap="square">
            <a:spAutoFit/>
          </a:bodyPr>
          <a:lstStyle>
            <a:defPPr>
              <a:defRPr lang="en-US"/>
            </a:defPPr>
            <a:lvl1pPr marL="342900" indent="-342900">
              <a:buFont typeface="Arial" panose="020B0604020202020204" pitchFamily="34" charset="0"/>
              <a:buChar char="•"/>
              <a:defRPr sz="2400">
                <a:effectLst/>
                <a:latin typeface="Helvetica" pitchFamily="2" charset="0"/>
                <a:ea typeface="Times New Roman" panose="02020603050405020304" pitchFamily="18" charset="0"/>
              </a:defRPr>
            </a:lvl1pPr>
            <a:lvl2pPr marL="800100" lvl="1" indent="-342900">
              <a:buFont typeface="+mj-lt"/>
              <a:buAutoNum type="arabicPeriod"/>
              <a:defRPr sz="2400">
                <a:latin typeface="Helvetica" pitchFamily="2" charset="0"/>
              </a:defRPr>
            </a:lvl2pPr>
          </a:lstStyle>
          <a:p>
            <a:pPr>
              <a:lnSpc>
                <a:spcPct val="150000"/>
              </a:lnSpc>
            </a:pPr>
            <a:r>
              <a:rPr sz="2800" dirty="0"/>
              <a:t>Inner Join</a:t>
            </a:r>
            <a:r>
              <a:rPr lang="pt-BR" sz="2800" dirty="0"/>
              <a:t>: </a:t>
            </a:r>
            <a:r>
              <a:rPr sz="2800" dirty="0"/>
              <a:t>return</a:t>
            </a:r>
            <a:r>
              <a:rPr lang="pt-BR" sz="2800" dirty="0" err="1"/>
              <a:t>s</a:t>
            </a:r>
            <a:r>
              <a:rPr sz="2800" dirty="0"/>
              <a:t> only matched rows </a:t>
            </a:r>
            <a:r>
              <a:rPr lang="pt-BR" sz="2800" dirty="0" err="1"/>
              <a:t>between</a:t>
            </a:r>
            <a:r>
              <a:rPr lang="pt-BR" sz="2800" dirty="0"/>
              <a:t> </a:t>
            </a:r>
            <a:r>
              <a:rPr lang="pt-BR" sz="2800" dirty="0" err="1"/>
              <a:t>two</a:t>
            </a:r>
            <a:r>
              <a:rPr lang="pt-BR" sz="2800" dirty="0"/>
              <a:t> </a:t>
            </a:r>
            <a:r>
              <a:rPr lang="pt-BR" sz="2800" dirty="0" err="1"/>
              <a:t>tables</a:t>
            </a:r>
            <a:endParaRPr sz="2800" dirty="0"/>
          </a:p>
          <a:p>
            <a:pPr>
              <a:lnSpc>
                <a:spcPct val="150000"/>
              </a:lnSpc>
            </a:pPr>
            <a:r>
              <a:rPr sz="2800" dirty="0"/>
              <a:t>Outer </a:t>
            </a:r>
            <a:r>
              <a:rPr lang="en-IE" sz="2800" dirty="0"/>
              <a:t>J</a:t>
            </a:r>
            <a:r>
              <a:rPr sz="2800" dirty="0" err="1"/>
              <a:t>oin</a:t>
            </a:r>
            <a:r>
              <a:rPr lang="pt-BR" sz="2800" dirty="0"/>
              <a:t>: a </a:t>
            </a:r>
            <a:r>
              <a:rPr sz="2800" dirty="0"/>
              <a:t>join between two tables that returns the results of the inner join as  well as the unmatched rows from the left (or right) tables is called a  left (or right) outer join.</a:t>
            </a:r>
          </a:p>
        </p:txBody>
      </p:sp>
    </p:spTree>
    <p:extLst>
      <p:ext uri="{BB962C8B-B14F-4D97-AF65-F5344CB8AC3E}">
        <p14:creationId xmlns:p14="http://schemas.microsoft.com/office/powerpoint/2010/main" val="880555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1" y="695637"/>
            <a:ext cx="3434589"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Inner </a:t>
            </a:r>
            <a:r>
              <a:rPr lang="pt-BR" sz="3859" spc="-20" dirty="0" err="1"/>
              <a:t>j</a:t>
            </a:r>
            <a:r>
              <a:rPr sz="3859" spc="-20" dirty="0" err="1"/>
              <a:t>oin</a:t>
            </a:r>
            <a:endParaRPr sz="3859" spc="-20" dirty="0"/>
          </a:p>
        </p:txBody>
      </p:sp>
      <p:pic>
        <p:nvPicPr>
          <p:cNvPr id="4" name="object 4"/>
          <p:cNvPicPr/>
          <p:nvPr/>
        </p:nvPicPr>
        <p:blipFill>
          <a:blip r:embed="rId2" cstate="print"/>
          <a:stretch>
            <a:fillRect/>
          </a:stretch>
        </p:blipFill>
        <p:spPr>
          <a:xfrm>
            <a:off x="5346700" y="2403375"/>
            <a:ext cx="4026638" cy="2650587"/>
          </a:xfrm>
          <a:prstGeom prst="rect">
            <a:avLst/>
          </a:prstGeom>
        </p:spPr>
      </p:pic>
      <p:sp>
        <p:nvSpPr>
          <p:cNvPr id="5" name="object 5"/>
          <p:cNvSpPr txBox="1"/>
          <p:nvPr/>
        </p:nvSpPr>
        <p:spPr>
          <a:xfrm>
            <a:off x="698500" y="3168452"/>
            <a:ext cx="4026638" cy="1120435"/>
          </a:xfrm>
          <a:prstGeom prst="rect">
            <a:avLst/>
          </a:prstGeom>
        </p:spPr>
        <p:txBody>
          <a:bodyPr vert="horz" wrap="square" lIns="0" tIns="9525" rIns="0" bIns="0" rtlCol="0">
            <a:spAutoFit/>
          </a:bodyPr>
          <a:lstStyle/>
          <a:p>
            <a:pPr marL="355600" marR="5080" indent="-342900">
              <a:lnSpc>
                <a:spcPct val="101099"/>
              </a:lnSpc>
              <a:spcBef>
                <a:spcPts val="75"/>
              </a:spcBef>
              <a:buFont typeface="Arial" panose="020B0604020202020204" pitchFamily="34" charset="0"/>
              <a:buChar char="•"/>
            </a:pPr>
            <a:r>
              <a:rPr sz="2400" dirty="0">
                <a:latin typeface="Helvetica" pitchFamily="2" charset="0"/>
                <a:cs typeface="Arial"/>
              </a:rPr>
              <a:t>Return the set of  records that  match in both</a:t>
            </a:r>
            <a:r>
              <a:rPr lang="pt-BR" sz="2400" dirty="0">
                <a:latin typeface="Helvetica" pitchFamily="2" charset="0"/>
                <a:cs typeface="Arial"/>
              </a:rPr>
              <a:t> </a:t>
            </a:r>
            <a:r>
              <a:rPr sz="2400" dirty="0">
                <a:latin typeface="Helvetica" pitchFamily="2" charset="0"/>
                <a:cs typeface="Arial"/>
              </a:rPr>
              <a:t>Table A and Table B</a:t>
            </a:r>
            <a:r>
              <a:rPr lang="pt-BR" sz="2400" dirty="0">
                <a:latin typeface="Helvetica" pitchFamily="2" charset="0"/>
                <a:cs typeface="Arial"/>
              </a:rPr>
              <a:t>.</a:t>
            </a:r>
            <a:endParaRPr sz="2400" dirty="0">
              <a:latin typeface="Helvetica" pitchFamily="2" charset="0"/>
              <a:cs typeface="Arial"/>
            </a:endParaRPr>
          </a:p>
        </p:txBody>
      </p:sp>
    </p:spTree>
    <p:extLst>
      <p:ext uri="{BB962C8B-B14F-4D97-AF65-F5344CB8AC3E}">
        <p14:creationId xmlns:p14="http://schemas.microsoft.com/office/powerpoint/2010/main" val="3968165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1" y="695637"/>
            <a:ext cx="3994344"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Full </a:t>
            </a:r>
            <a:r>
              <a:rPr lang="pt-BR" sz="3859" spc="-20" dirty="0"/>
              <a:t>o</a:t>
            </a:r>
            <a:r>
              <a:rPr sz="3859" spc="-20" dirty="0" err="1"/>
              <a:t>uter</a:t>
            </a:r>
            <a:r>
              <a:rPr sz="3859" spc="-20" dirty="0"/>
              <a:t> </a:t>
            </a:r>
            <a:r>
              <a:rPr lang="pt-BR" sz="3859" spc="-20" dirty="0"/>
              <a:t>j</a:t>
            </a:r>
            <a:r>
              <a:rPr sz="3859" spc="-20" dirty="0" err="1"/>
              <a:t>oin</a:t>
            </a:r>
            <a:endParaRPr sz="3859" spc="-20" dirty="0"/>
          </a:p>
        </p:txBody>
      </p:sp>
      <p:pic>
        <p:nvPicPr>
          <p:cNvPr id="4" name="object 4"/>
          <p:cNvPicPr/>
          <p:nvPr/>
        </p:nvPicPr>
        <p:blipFill>
          <a:blip r:embed="rId2" cstate="print"/>
          <a:stretch>
            <a:fillRect/>
          </a:stretch>
        </p:blipFill>
        <p:spPr>
          <a:xfrm>
            <a:off x="6108700" y="2436740"/>
            <a:ext cx="4042759" cy="2644816"/>
          </a:xfrm>
          <a:prstGeom prst="rect">
            <a:avLst/>
          </a:prstGeom>
        </p:spPr>
      </p:pic>
      <p:sp>
        <p:nvSpPr>
          <p:cNvPr id="5" name="object 5"/>
          <p:cNvSpPr txBox="1"/>
          <p:nvPr/>
        </p:nvSpPr>
        <p:spPr>
          <a:xfrm>
            <a:off x="483021" y="2559050"/>
            <a:ext cx="5320879" cy="2638286"/>
          </a:xfrm>
          <a:prstGeom prst="rect">
            <a:avLst/>
          </a:prstGeom>
        </p:spPr>
        <p:txBody>
          <a:bodyPr vert="horz" wrap="square" lIns="0" tIns="9525" rIns="0" bIns="0" rtlCol="0">
            <a:spAutoFit/>
          </a:bodyPr>
          <a:lstStyle>
            <a:defPPr>
              <a:defRPr lang="en-US"/>
            </a:defPPr>
            <a:lvl1pPr marL="355600" marR="5080" indent="-342900">
              <a:lnSpc>
                <a:spcPct val="101099"/>
              </a:lnSpc>
              <a:spcBef>
                <a:spcPts val="75"/>
              </a:spcBef>
              <a:buFont typeface="Arial" panose="020B0604020202020204" pitchFamily="34" charset="0"/>
              <a:buChar char="•"/>
              <a:defRPr sz="2400">
                <a:latin typeface="Helvetica" pitchFamily="2" charset="0"/>
                <a:cs typeface="Arial"/>
              </a:defRPr>
            </a:lvl1pPr>
          </a:lstStyle>
          <a:p>
            <a:r>
              <a:rPr dirty="0"/>
              <a:t>Return the set of all records in Table A and Table B, with matching records from both sides where available.</a:t>
            </a:r>
          </a:p>
          <a:p>
            <a:r>
              <a:rPr dirty="0"/>
              <a:t>If there is no match, the</a:t>
            </a:r>
            <a:r>
              <a:rPr lang="pt-BR" dirty="0"/>
              <a:t> </a:t>
            </a:r>
            <a:r>
              <a:rPr lang="pt-BR" dirty="0" err="1"/>
              <a:t>c</a:t>
            </a:r>
            <a:r>
              <a:rPr dirty="0" err="1"/>
              <a:t>olumns</a:t>
            </a:r>
            <a:r>
              <a:rPr dirty="0"/>
              <a:t> from the missing side will be returned as null.</a:t>
            </a:r>
          </a:p>
        </p:txBody>
      </p:sp>
    </p:spTree>
    <p:extLst>
      <p:ext uri="{BB962C8B-B14F-4D97-AF65-F5344CB8AC3E}">
        <p14:creationId xmlns:p14="http://schemas.microsoft.com/office/powerpoint/2010/main" val="4060202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0" y="695637"/>
            <a:ext cx="4653789"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Left </a:t>
            </a:r>
            <a:r>
              <a:rPr lang="pt-BR" sz="3859" spc="-20" dirty="0"/>
              <a:t>o</a:t>
            </a:r>
            <a:r>
              <a:rPr sz="3859" spc="-20" dirty="0" err="1"/>
              <a:t>uter</a:t>
            </a:r>
            <a:r>
              <a:rPr sz="3859" spc="-20" dirty="0"/>
              <a:t> </a:t>
            </a:r>
            <a:r>
              <a:rPr lang="pt-BR" sz="3859" spc="-20" dirty="0"/>
              <a:t>j</a:t>
            </a:r>
            <a:r>
              <a:rPr sz="3859" spc="-20" dirty="0" err="1"/>
              <a:t>oin</a:t>
            </a:r>
            <a:endParaRPr sz="3859" spc="-20" dirty="0"/>
          </a:p>
        </p:txBody>
      </p:sp>
      <p:pic>
        <p:nvPicPr>
          <p:cNvPr id="4" name="object 4"/>
          <p:cNvPicPr/>
          <p:nvPr/>
        </p:nvPicPr>
        <p:blipFill>
          <a:blip r:embed="rId2" cstate="print"/>
          <a:stretch>
            <a:fillRect/>
          </a:stretch>
        </p:blipFill>
        <p:spPr>
          <a:xfrm>
            <a:off x="5727699" y="2176994"/>
            <a:ext cx="4044060" cy="2646774"/>
          </a:xfrm>
          <a:prstGeom prst="rect">
            <a:avLst/>
          </a:prstGeom>
        </p:spPr>
      </p:pic>
      <p:sp>
        <p:nvSpPr>
          <p:cNvPr id="5" name="object 5"/>
          <p:cNvSpPr txBox="1"/>
          <p:nvPr/>
        </p:nvSpPr>
        <p:spPr>
          <a:xfrm>
            <a:off x="622300" y="2584181"/>
            <a:ext cx="4613563" cy="2252411"/>
          </a:xfrm>
          <a:prstGeom prst="rect">
            <a:avLst/>
          </a:prstGeom>
        </p:spPr>
        <p:txBody>
          <a:bodyPr vert="horz" wrap="square" lIns="0" tIns="9525" rIns="0" bIns="0" rtlCol="0">
            <a:spAutoFit/>
          </a:bodyPr>
          <a:lstStyle>
            <a:defPPr>
              <a:defRPr lang="en-US"/>
            </a:defPPr>
            <a:lvl1pPr marL="355600" marR="5080" indent="-342900">
              <a:lnSpc>
                <a:spcPct val="101099"/>
              </a:lnSpc>
              <a:spcBef>
                <a:spcPts val="75"/>
              </a:spcBef>
              <a:buFont typeface="Arial" panose="020B0604020202020204" pitchFamily="34" charset="0"/>
              <a:buChar char="•"/>
              <a:defRPr sz="2400">
                <a:latin typeface="Helvetica" pitchFamily="2" charset="0"/>
                <a:cs typeface="Arial"/>
              </a:defRPr>
            </a:lvl1pPr>
          </a:lstStyle>
          <a:p>
            <a:r>
              <a:rPr dirty="0"/>
              <a:t>Return the set of records from Table A, with the matching  records (where  available) in Table B. If there is no match,  the columns from  the right side will  contain null.</a:t>
            </a:r>
          </a:p>
        </p:txBody>
      </p:sp>
    </p:spTree>
    <p:extLst>
      <p:ext uri="{BB962C8B-B14F-4D97-AF65-F5344CB8AC3E}">
        <p14:creationId xmlns:p14="http://schemas.microsoft.com/office/powerpoint/2010/main" val="32987695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86971" y="6953863"/>
            <a:ext cx="127165" cy="201805"/>
          </a:xfrm>
          <a:prstGeom prst="rect">
            <a:avLst/>
          </a:prstGeom>
        </p:spPr>
      </p:pic>
      <p:sp>
        <p:nvSpPr>
          <p:cNvPr id="3" name="object 3"/>
          <p:cNvSpPr txBox="1">
            <a:spLocks noGrp="1"/>
          </p:cNvSpPr>
          <p:nvPr>
            <p:ph type="title"/>
          </p:nvPr>
        </p:nvSpPr>
        <p:spPr>
          <a:xfrm>
            <a:off x="1073910" y="695637"/>
            <a:ext cx="4425189"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Right </a:t>
            </a:r>
            <a:r>
              <a:rPr lang="pt-BR" sz="3859" spc="-20" dirty="0"/>
              <a:t>o</a:t>
            </a:r>
            <a:r>
              <a:rPr sz="3859" spc="-20" dirty="0" err="1"/>
              <a:t>uter</a:t>
            </a:r>
            <a:r>
              <a:rPr sz="3859" spc="-20" dirty="0"/>
              <a:t> </a:t>
            </a:r>
            <a:r>
              <a:rPr lang="pt-BR" sz="3859" spc="-20" dirty="0" err="1"/>
              <a:t>j</a:t>
            </a:r>
            <a:r>
              <a:rPr sz="3859" spc="-20" dirty="0" err="1"/>
              <a:t>oin</a:t>
            </a:r>
            <a:endParaRPr sz="3859" spc="-20" dirty="0"/>
          </a:p>
        </p:txBody>
      </p:sp>
      <p:sp>
        <p:nvSpPr>
          <p:cNvPr id="4" name="object 4"/>
          <p:cNvSpPr/>
          <p:nvPr/>
        </p:nvSpPr>
        <p:spPr>
          <a:xfrm>
            <a:off x="1073911" y="2254250"/>
            <a:ext cx="2865755" cy="2611120"/>
          </a:xfrm>
          <a:custGeom>
            <a:avLst/>
            <a:gdLst/>
            <a:ahLst/>
            <a:cxnLst/>
            <a:rect l="l" t="t" r="r" b="b"/>
            <a:pathLst>
              <a:path w="2865754" h="2611120">
                <a:moveTo>
                  <a:pt x="0" y="1305305"/>
                </a:moveTo>
                <a:lnTo>
                  <a:pt x="866" y="1259480"/>
                </a:lnTo>
                <a:lnTo>
                  <a:pt x="3446" y="1214052"/>
                </a:lnTo>
                <a:lnTo>
                  <a:pt x="7712" y="1169045"/>
                </a:lnTo>
                <a:lnTo>
                  <a:pt x="13634" y="1124488"/>
                </a:lnTo>
                <a:lnTo>
                  <a:pt x="21185" y="1080404"/>
                </a:lnTo>
                <a:lnTo>
                  <a:pt x="30336" y="1036821"/>
                </a:lnTo>
                <a:lnTo>
                  <a:pt x="41059" y="993764"/>
                </a:lnTo>
                <a:lnTo>
                  <a:pt x="53325" y="951259"/>
                </a:lnTo>
                <a:lnTo>
                  <a:pt x="67107" y="909331"/>
                </a:lnTo>
                <a:lnTo>
                  <a:pt x="82374" y="868007"/>
                </a:lnTo>
                <a:lnTo>
                  <a:pt x="99100" y="827313"/>
                </a:lnTo>
                <a:lnTo>
                  <a:pt x="117256" y="787275"/>
                </a:lnTo>
                <a:lnTo>
                  <a:pt x="136812" y="747917"/>
                </a:lnTo>
                <a:lnTo>
                  <a:pt x="157742" y="709267"/>
                </a:lnTo>
                <a:lnTo>
                  <a:pt x="180016" y="671350"/>
                </a:lnTo>
                <a:lnTo>
                  <a:pt x="203606" y="634192"/>
                </a:lnTo>
                <a:lnTo>
                  <a:pt x="228484" y="597819"/>
                </a:lnTo>
                <a:lnTo>
                  <a:pt x="254621" y="562257"/>
                </a:lnTo>
                <a:lnTo>
                  <a:pt x="281988" y="527532"/>
                </a:lnTo>
                <a:lnTo>
                  <a:pt x="310558" y="493669"/>
                </a:lnTo>
                <a:lnTo>
                  <a:pt x="340303" y="460694"/>
                </a:lnTo>
                <a:lnTo>
                  <a:pt x="371192" y="428634"/>
                </a:lnTo>
                <a:lnTo>
                  <a:pt x="403199" y="397514"/>
                </a:lnTo>
                <a:lnTo>
                  <a:pt x="436295" y="367360"/>
                </a:lnTo>
                <a:lnTo>
                  <a:pt x="470451" y="338198"/>
                </a:lnTo>
                <a:lnTo>
                  <a:pt x="505639" y="310054"/>
                </a:lnTo>
                <a:lnTo>
                  <a:pt x="541830" y="282954"/>
                </a:lnTo>
                <a:lnTo>
                  <a:pt x="578997" y="256923"/>
                </a:lnTo>
                <a:lnTo>
                  <a:pt x="617110" y="231988"/>
                </a:lnTo>
                <a:lnTo>
                  <a:pt x="656142" y="208174"/>
                </a:lnTo>
                <a:lnTo>
                  <a:pt x="696063" y="185508"/>
                </a:lnTo>
                <a:lnTo>
                  <a:pt x="736846" y="164015"/>
                </a:lnTo>
                <a:lnTo>
                  <a:pt x="778462" y="143721"/>
                </a:lnTo>
                <a:lnTo>
                  <a:pt x="820883" y="124651"/>
                </a:lnTo>
                <a:lnTo>
                  <a:pt x="864080" y="106833"/>
                </a:lnTo>
                <a:lnTo>
                  <a:pt x="908024" y="90291"/>
                </a:lnTo>
                <a:lnTo>
                  <a:pt x="952689" y="75052"/>
                </a:lnTo>
                <a:lnTo>
                  <a:pt x="998044" y="61142"/>
                </a:lnTo>
                <a:lnTo>
                  <a:pt x="1044062" y="48585"/>
                </a:lnTo>
                <a:lnTo>
                  <a:pt x="1090714" y="37410"/>
                </a:lnTo>
                <a:lnTo>
                  <a:pt x="1137971" y="27640"/>
                </a:lnTo>
                <a:lnTo>
                  <a:pt x="1185807" y="19302"/>
                </a:lnTo>
                <a:lnTo>
                  <a:pt x="1234191" y="12422"/>
                </a:lnTo>
                <a:lnTo>
                  <a:pt x="1283095" y="7026"/>
                </a:lnTo>
                <a:lnTo>
                  <a:pt x="1332492" y="3140"/>
                </a:lnTo>
                <a:lnTo>
                  <a:pt x="1382353" y="789"/>
                </a:lnTo>
                <a:lnTo>
                  <a:pt x="1432649" y="0"/>
                </a:lnTo>
                <a:lnTo>
                  <a:pt x="1482944" y="789"/>
                </a:lnTo>
                <a:lnTo>
                  <a:pt x="1532805" y="3140"/>
                </a:lnTo>
                <a:lnTo>
                  <a:pt x="1582202" y="7026"/>
                </a:lnTo>
                <a:lnTo>
                  <a:pt x="1631107" y="12422"/>
                </a:lnTo>
                <a:lnTo>
                  <a:pt x="1679491" y="19302"/>
                </a:lnTo>
                <a:lnTo>
                  <a:pt x="1727326" y="27640"/>
                </a:lnTo>
                <a:lnTo>
                  <a:pt x="1774584" y="37410"/>
                </a:lnTo>
                <a:lnTo>
                  <a:pt x="1821236" y="48585"/>
                </a:lnTo>
                <a:lnTo>
                  <a:pt x="1867254" y="61142"/>
                </a:lnTo>
                <a:lnTo>
                  <a:pt x="1912609" y="75052"/>
                </a:lnTo>
                <a:lnTo>
                  <a:pt x="1957273" y="90291"/>
                </a:lnTo>
                <a:lnTo>
                  <a:pt x="2001218" y="106833"/>
                </a:lnTo>
                <a:lnTo>
                  <a:pt x="2044415" y="124651"/>
                </a:lnTo>
                <a:lnTo>
                  <a:pt x="2086835" y="143721"/>
                </a:lnTo>
                <a:lnTo>
                  <a:pt x="2128451" y="164015"/>
                </a:lnTo>
                <a:lnTo>
                  <a:pt x="2169234" y="185508"/>
                </a:lnTo>
                <a:lnTo>
                  <a:pt x="2209156" y="208174"/>
                </a:lnTo>
                <a:lnTo>
                  <a:pt x="2248188" y="231988"/>
                </a:lnTo>
                <a:lnTo>
                  <a:pt x="2286301" y="256923"/>
                </a:lnTo>
                <a:lnTo>
                  <a:pt x="2323467" y="282954"/>
                </a:lnTo>
                <a:lnTo>
                  <a:pt x="2359659" y="310054"/>
                </a:lnTo>
                <a:lnTo>
                  <a:pt x="2394847" y="338198"/>
                </a:lnTo>
                <a:lnTo>
                  <a:pt x="2429003" y="367360"/>
                </a:lnTo>
                <a:lnTo>
                  <a:pt x="2462099" y="397514"/>
                </a:lnTo>
                <a:lnTo>
                  <a:pt x="2494105" y="428634"/>
                </a:lnTo>
                <a:lnTo>
                  <a:pt x="2524995" y="460694"/>
                </a:lnTo>
                <a:lnTo>
                  <a:pt x="2554739" y="493669"/>
                </a:lnTo>
                <a:lnTo>
                  <a:pt x="2583310" y="527532"/>
                </a:lnTo>
                <a:lnTo>
                  <a:pt x="2610677" y="562257"/>
                </a:lnTo>
                <a:lnTo>
                  <a:pt x="2636814" y="597819"/>
                </a:lnTo>
                <a:lnTo>
                  <a:pt x="2661692" y="634192"/>
                </a:lnTo>
                <a:lnTo>
                  <a:pt x="2685282" y="671350"/>
                </a:lnTo>
                <a:lnTo>
                  <a:pt x="2707556" y="709267"/>
                </a:lnTo>
                <a:lnTo>
                  <a:pt x="2728486" y="747917"/>
                </a:lnTo>
                <a:lnTo>
                  <a:pt x="2748042" y="787275"/>
                </a:lnTo>
                <a:lnTo>
                  <a:pt x="2766198" y="827313"/>
                </a:lnTo>
                <a:lnTo>
                  <a:pt x="2782924" y="868007"/>
                </a:lnTo>
                <a:lnTo>
                  <a:pt x="2798191" y="909331"/>
                </a:lnTo>
                <a:lnTo>
                  <a:pt x="2811973" y="951259"/>
                </a:lnTo>
                <a:lnTo>
                  <a:pt x="2824239" y="993764"/>
                </a:lnTo>
                <a:lnTo>
                  <a:pt x="2834962" y="1036821"/>
                </a:lnTo>
                <a:lnTo>
                  <a:pt x="2844113" y="1080404"/>
                </a:lnTo>
                <a:lnTo>
                  <a:pt x="2851664" y="1124488"/>
                </a:lnTo>
                <a:lnTo>
                  <a:pt x="2857587" y="1169045"/>
                </a:lnTo>
                <a:lnTo>
                  <a:pt x="2861852" y="1214052"/>
                </a:lnTo>
                <a:lnTo>
                  <a:pt x="2864432" y="1259480"/>
                </a:lnTo>
                <a:lnTo>
                  <a:pt x="2865299" y="1305305"/>
                </a:lnTo>
                <a:lnTo>
                  <a:pt x="2864432" y="1351131"/>
                </a:lnTo>
                <a:lnTo>
                  <a:pt x="2861852" y="1396559"/>
                </a:lnTo>
                <a:lnTo>
                  <a:pt x="2857587" y="1441565"/>
                </a:lnTo>
                <a:lnTo>
                  <a:pt x="2851664" y="1486123"/>
                </a:lnTo>
                <a:lnTo>
                  <a:pt x="2844113" y="1530206"/>
                </a:lnTo>
                <a:lnTo>
                  <a:pt x="2834962" y="1573790"/>
                </a:lnTo>
                <a:lnTo>
                  <a:pt x="2824239" y="1616847"/>
                </a:lnTo>
                <a:lnTo>
                  <a:pt x="2811973" y="1659352"/>
                </a:lnTo>
                <a:lnTo>
                  <a:pt x="2798191" y="1701279"/>
                </a:lnTo>
                <a:lnTo>
                  <a:pt x="2782924" y="1742603"/>
                </a:lnTo>
                <a:lnTo>
                  <a:pt x="2766198" y="1783297"/>
                </a:lnTo>
                <a:lnTo>
                  <a:pt x="2748042" y="1823336"/>
                </a:lnTo>
                <a:lnTo>
                  <a:pt x="2728486" y="1862693"/>
                </a:lnTo>
                <a:lnTo>
                  <a:pt x="2707556" y="1901343"/>
                </a:lnTo>
                <a:lnTo>
                  <a:pt x="2685282" y="1939260"/>
                </a:lnTo>
                <a:lnTo>
                  <a:pt x="2661692" y="1976418"/>
                </a:lnTo>
                <a:lnTo>
                  <a:pt x="2636814" y="2012791"/>
                </a:lnTo>
                <a:lnTo>
                  <a:pt x="2610677" y="2048353"/>
                </a:lnTo>
                <a:lnTo>
                  <a:pt x="2583310" y="2083079"/>
                </a:lnTo>
                <a:lnTo>
                  <a:pt x="2554739" y="2116942"/>
                </a:lnTo>
                <a:lnTo>
                  <a:pt x="2524995" y="2149916"/>
                </a:lnTo>
                <a:lnTo>
                  <a:pt x="2494105" y="2181977"/>
                </a:lnTo>
                <a:lnTo>
                  <a:pt x="2462099" y="2213097"/>
                </a:lnTo>
                <a:lnTo>
                  <a:pt x="2429003" y="2243250"/>
                </a:lnTo>
                <a:lnTo>
                  <a:pt x="2394847" y="2272412"/>
                </a:lnTo>
                <a:lnTo>
                  <a:pt x="2359659" y="2300556"/>
                </a:lnTo>
                <a:lnTo>
                  <a:pt x="2323467" y="2327657"/>
                </a:lnTo>
                <a:lnTo>
                  <a:pt x="2286301" y="2353687"/>
                </a:lnTo>
                <a:lnTo>
                  <a:pt x="2248188" y="2378623"/>
                </a:lnTo>
                <a:lnTo>
                  <a:pt x="2209156" y="2402436"/>
                </a:lnTo>
                <a:lnTo>
                  <a:pt x="2169234" y="2425103"/>
                </a:lnTo>
                <a:lnTo>
                  <a:pt x="2128451" y="2446596"/>
                </a:lnTo>
                <a:lnTo>
                  <a:pt x="2086835" y="2466890"/>
                </a:lnTo>
                <a:lnTo>
                  <a:pt x="2044415" y="2485959"/>
                </a:lnTo>
                <a:lnTo>
                  <a:pt x="2001218" y="2503778"/>
                </a:lnTo>
                <a:lnTo>
                  <a:pt x="1957273" y="2520319"/>
                </a:lnTo>
                <a:lnTo>
                  <a:pt x="1912609" y="2535558"/>
                </a:lnTo>
                <a:lnTo>
                  <a:pt x="1867254" y="2549469"/>
                </a:lnTo>
                <a:lnTo>
                  <a:pt x="1821236" y="2562025"/>
                </a:lnTo>
                <a:lnTo>
                  <a:pt x="1774584" y="2573201"/>
                </a:lnTo>
                <a:lnTo>
                  <a:pt x="1727326" y="2582971"/>
                </a:lnTo>
                <a:lnTo>
                  <a:pt x="1679491" y="2591309"/>
                </a:lnTo>
                <a:lnTo>
                  <a:pt x="1631107" y="2598189"/>
                </a:lnTo>
                <a:lnTo>
                  <a:pt x="1582202" y="2603585"/>
                </a:lnTo>
                <a:lnTo>
                  <a:pt x="1532805" y="2607471"/>
                </a:lnTo>
                <a:lnTo>
                  <a:pt x="1482944" y="2609822"/>
                </a:lnTo>
                <a:lnTo>
                  <a:pt x="1432649" y="2610611"/>
                </a:lnTo>
                <a:lnTo>
                  <a:pt x="1382353" y="2609822"/>
                </a:lnTo>
                <a:lnTo>
                  <a:pt x="1332492" y="2607471"/>
                </a:lnTo>
                <a:lnTo>
                  <a:pt x="1283095" y="2603585"/>
                </a:lnTo>
                <a:lnTo>
                  <a:pt x="1234191" y="2598189"/>
                </a:lnTo>
                <a:lnTo>
                  <a:pt x="1185807" y="2591309"/>
                </a:lnTo>
                <a:lnTo>
                  <a:pt x="1137971" y="2582971"/>
                </a:lnTo>
                <a:lnTo>
                  <a:pt x="1090714" y="2573201"/>
                </a:lnTo>
                <a:lnTo>
                  <a:pt x="1044062" y="2562025"/>
                </a:lnTo>
                <a:lnTo>
                  <a:pt x="998044" y="2549469"/>
                </a:lnTo>
                <a:lnTo>
                  <a:pt x="952689" y="2535558"/>
                </a:lnTo>
                <a:lnTo>
                  <a:pt x="908024" y="2520319"/>
                </a:lnTo>
                <a:lnTo>
                  <a:pt x="864080" y="2503778"/>
                </a:lnTo>
                <a:lnTo>
                  <a:pt x="820883" y="2485959"/>
                </a:lnTo>
                <a:lnTo>
                  <a:pt x="778462" y="2466890"/>
                </a:lnTo>
                <a:lnTo>
                  <a:pt x="736846" y="2446596"/>
                </a:lnTo>
                <a:lnTo>
                  <a:pt x="696063" y="2425103"/>
                </a:lnTo>
                <a:lnTo>
                  <a:pt x="656142" y="2402436"/>
                </a:lnTo>
                <a:lnTo>
                  <a:pt x="617110" y="2378623"/>
                </a:lnTo>
                <a:lnTo>
                  <a:pt x="578997" y="2353687"/>
                </a:lnTo>
                <a:lnTo>
                  <a:pt x="541830" y="2327657"/>
                </a:lnTo>
                <a:lnTo>
                  <a:pt x="505639" y="2300556"/>
                </a:lnTo>
                <a:lnTo>
                  <a:pt x="470451" y="2272412"/>
                </a:lnTo>
                <a:lnTo>
                  <a:pt x="436295" y="2243250"/>
                </a:lnTo>
                <a:lnTo>
                  <a:pt x="403199" y="2213097"/>
                </a:lnTo>
                <a:lnTo>
                  <a:pt x="371192" y="2181977"/>
                </a:lnTo>
                <a:lnTo>
                  <a:pt x="340303" y="2149916"/>
                </a:lnTo>
                <a:lnTo>
                  <a:pt x="310558" y="2116942"/>
                </a:lnTo>
                <a:lnTo>
                  <a:pt x="281988" y="2083079"/>
                </a:lnTo>
                <a:lnTo>
                  <a:pt x="254621" y="2048353"/>
                </a:lnTo>
                <a:lnTo>
                  <a:pt x="228484" y="2012791"/>
                </a:lnTo>
                <a:lnTo>
                  <a:pt x="203606" y="1976418"/>
                </a:lnTo>
                <a:lnTo>
                  <a:pt x="180016" y="1939260"/>
                </a:lnTo>
                <a:lnTo>
                  <a:pt x="157742" y="1901343"/>
                </a:lnTo>
                <a:lnTo>
                  <a:pt x="136812" y="1862693"/>
                </a:lnTo>
                <a:lnTo>
                  <a:pt x="117256" y="1823336"/>
                </a:lnTo>
                <a:lnTo>
                  <a:pt x="99100" y="1783297"/>
                </a:lnTo>
                <a:lnTo>
                  <a:pt x="82374" y="1742603"/>
                </a:lnTo>
                <a:lnTo>
                  <a:pt x="67107" y="1701279"/>
                </a:lnTo>
                <a:lnTo>
                  <a:pt x="53325" y="1659352"/>
                </a:lnTo>
                <a:lnTo>
                  <a:pt x="41059" y="1616847"/>
                </a:lnTo>
                <a:lnTo>
                  <a:pt x="30336" y="1573790"/>
                </a:lnTo>
                <a:lnTo>
                  <a:pt x="21185" y="1530206"/>
                </a:lnTo>
                <a:lnTo>
                  <a:pt x="13634" y="1486123"/>
                </a:lnTo>
                <a:lnTo>
                  <a:pt x="7712" y="1441565"/>
                </a:lnTo>
                <a:lnTo>
                  <a:pt x="3446" y="1396559"/>
                </a:lnTo>
                <a:lnTo>
                  <a:pt x="866" y="1351131"/>
                </a:lnTo>
                <a:lnTo>
                  <a:pt x="0" y="1305305"/>
                </a:lnTo>
                <a:close/>
              </a:path>
            </a:pathLst>
          </a:custGeom>
          <a:ln w="20139">
            <a:solidFill>
              <a:srgbClr val="80B9D2"/>
            </a:solidFill>
          </a:ln>
        </p:spPr>
        <p:txBody>
          <a:bodyPr wrap="square" lIns="0" tIns="0" rIns="0" bIns="0" rtlCol="0"/>
          <a:lstStyle/>
          <a:p>
            <a:endParaRPr/>
          </a:p>
        </p:txBody>
      </p:sp>
      <p:sp>
        <p:nvSpPr>
          <p:cNvPr id="5" name="object 5"/>
          <p:cNvSpPr txBox="1"/>
          <p:nvPr/>
        </p:nvSpPr>
        <p:spPr>
          <a:xfrm>
            <a:off x="1577470" y="3391257"/>
            <a:ext cx="949829" cy="305212"/>
          </a:xfrm>
          <a:prstGeom prst="rect">
            <a:avLst/>
          </a:prstGeom>
        </p:spPr>
        <p:txBody>
          <a:bodyPr vert="horz" wrap="square" lIns="0" tIns="12700" rIns="0" bIns="0" rtlCol="0">
            <a:spAutoFit/>
          </a:bodyPr>
          <a:lstStyle/>
          <a:p>
            <a:pPr marL="12700">
              <a:lnSpc>
                <a:spcPct val="100000"/>
              </a:lnSpc>
              <a:spcBef>
                <a:spcPts val="100"/>
              </a:spcBef>
            </a:pPr>
            <a:r>
              <a:rPr sz="1900" dirty="0">
                <a:latin typeface="Arial"/>
                <a:cs typeface="Arial"/>
              </a:rPr>
              <a:t>Table A</a:t>
            </a:r>
          </a:p>
        </p:txBody>
      </p:sp>
      <p:grpSp>
        <p:nvGrpSpPr>
          <p:cNvPr id="6" name="object 6"/>
          <p:cNvGrpSpPr/>
          <p:nvPr/>
        </p:nvGrpSpPr>
        <p:grpSpPr>
          <a:xfrm>
            <a:off x="2739056" y="2319384"/>
            <a:ext cx="2885440" cy="2630805"/>
            <a:chOff x="3804134" y="2871118"/>
            <a:chExt cx="2885440" cy="2630805"/>
          </a:xfrm>
        </p:grpSpPr>
        <p:sp>
          <p:nvSpPr>
            <p:cNvPr id="7" name="object 7"/>
            <p:cNvSpPr/>
            <p:nvPr/>
          </p:nvSpPr>
          <p:spPr>
            <a:xfrm>
              <a:off x="3814203" y="2881187"/>
              <a:ext cx="2865755" cy="2611120"/>
            </a:xfrm>
            <a:custGeom>
              <a:avLst/>
              <a:gdLst/>
              <a:ahLst/>
              <a:cxnLst/>
              <a:rect l="l" t="t" r="r" b="b"/>
              <a:pathLst>
                <a:path w="2865754" h="2611120">
                  <a:moveTo>
                    <a:pt x="1432650" y="0"/>
                  </a:moveTo>
                  <a:lnTo>
                    <a:pt x="1382354" y="789"/>
                  </a:lnTo>
                  <a:lnTo>
                    <a:pt x="1332493" y="3140"/>
                  </a:lnTo>
                  <a:lnTo>
                    <a:pt x="1283096" y="7026"/>
                  </a:lnTo>
                  <a:lnTo>
                    <a:pt x="1234191" y="12422"/>
                  </a:lnTo>
                  <a:lnTo>
                    <a:pt x="1185807" y="19302"/>
                  </a:lnTo>
                  <a:lnTo>
                    <a:pt x="1137972" y="27640"/>
                  </a:lnTo>
                  <a:lnTo>
                    <a:pt x="1090714" y="37410"/>
                  </a:lnTo>
                  <a:lnTo>
                    <a:pt x="1044062" y="48586"/>
                  </a:lnTo>
                  <a:lnTo>
                    <a:pt x="998044" y="61142"/>
                  </a:lnTo>
                  <a:lnTo>
                    <a:pt x="952689" y="75052"/>
                  </a:lnTo>
                  <a:lnTo>
                    <a:pt x="908025" y="90291"/>
                  </a:lnTo>
                  <a:lnTo>
                    <a:pt x="864080" y="106833"/>
                  </a:lnTo>
                  <a:lnTo>
                    <a:pt x="820883" y="124651"/>
                  </a:lnTo>
                  <a:lnTo>
                    <a:pt x="778462" y="143721"/>
                  </a:lnTo>
                  <a:lnTo>
                    <a:pt x="736846" y="164015"/>
                  </a:lnTo>
                  <a:lnTo>
                    <a:pt x="696063" y="185508"/>
                  </a:lnTo>
                  <a:lnTo>
                    <a:pt x="656142" y="208175"/>
                  </a:lnTo>
                  <a:lnTo>
                    <a:pt x="617110" y="231988"/>
                  </a:lnTo>
                  <a:lnTo>
                    <a:pt x="578997" y="256923"/>
                  </a:lnTo>
                  <a:lnTo>
                    <a:pt x="541830" y="282954"/>
                  </a:lnTo>
                  <a:lnTo>
                    <a:pt x="505639" y="310054"/>
                  </a:lnTo>
                  <a:lnTo>
                    <a:pt x="470451" y="338198"/>
                  </a:lnTo>
                  <a:lnTo>
                    <a:pt x="436295" y="367360"/>
                  </a:lnTo>
                  <a:lnTo>
                    <a:pt x="403199" y="397514"/>
                  </a:lnTo>
                  <a:lnTo>
                    <a:pt x="371192" y="428634"/>
                  </a:lnTo>
                  <a:lnTo>
                    <a:pt x="340303" y="460694"/>
                  </a:lnTo>
                  <a:lnTo>
                    <a:pt x="310558" y="493669"/>
                  </a:lnTo>
                  <a:lnTo>
                    <a:pt x="281988" y="527532"/>
                  </a:lnTo>
                  <a:lnTo>
                    <a:pt x="254621" y="562257"/>
                  </a:lnTo>
                  <a:lnTo>
                    <a:pt x="228484" y="597820"/>
                  </a:lnTo>
                  <a:lnTo>
                    <a:pt x="203606" y="634193"/>
                  </a:lnTo>
                  <a:lnTo>
                    <a:pt x="180016" y="671351"/>
                  </a:lnTo>
                  <a:lnTo>
                    <a:pt x="157742" y="709267"/>
                  </a:lnTo>
                  <a:lnTo>
                    <a:pt x="136812" y="747918"/>
                  </a:lnTo>
                  <a:lnTo>
                    <a:pt x="117255" y="787275"/>
                  </a:lnTo>
                  <a:lnTo>
                    <a:pt x="99100" y="827314"/>
                  </a:lnTo>
                  <a:lnTo>
                    <a:pt x="82374" y="868008"/>
                  </a:lnTo>
                  <a:lnTo>
                    <a:pt x="67107" y="909331"/>
                  </a:lnTo>
                  <a:lnTo>
                    <a:pt x="53325" y="951259"/>
                  </a:lnTo>
                  <a:lnTo>
                    <a:pt x="41059" y="993764"/>
                  </a:lnTo>
                  <a:lnTo>
                    <a:pt x="30336" y="1036821"/>
                  </a:lnTo>
                  <a:lnTo>
                    <a:pt x="21185" y="1080404"/>
                  </a:lnTo>
                  <a:lnTo>
                    <a:pt x="13634" y="1124488"/>
                  </a:lnTo>
                  <a:lnTo>
                    <a:pt x="7712" y="1169046"/>
                  </a:lnTo>
                  <a:lnTo>
                    <a:pt x="3446" y="1214052"/>
                  </a:lnTo>
                  <a:lnTo>
                    <a:pt x="866" y="1259480"/>
                  </a:lnTo>
                  <a:lnTo>
                    <a:pt x="0" y="1305305"/>
                  </a:lnTo>
                  <a:lnTo>
                    <a:pt x="866" y="1351131"/>
                  </a:lnTo>
                  <a:lnTo>
                    <a:pt x="3446" y="1396559"/>
                  </a:lnTo>
                  <a:lnTo>
                    <a:pt x="7712" y="1441565"/>
                  </a:lnTo>
                  <a:lnTo>
                    <a:pt x="13634" y="1486123"/>
                  </a:lnTo>
                  <a:lnTo>
                    <a:pt x="21185" y="1530207"/>
                  </a:lnTo>
                  <a:lnTo>
                    <a:pt x="30336" y="1573790"/>
                  </a:lnTo>
                  <a:lnTo>
                    <a:pt x="41059" y="1616847"/>
                  </a:lnTo>
                  <a:lnTo>
                    <a:pt x="53325" y="1659352"/>
                  </a:lnTo>
                  <a:lnTo>
                    <a:pt x="67107" y="1701280"/>
                  </a:lnTo>
                  <a:lnTo>
                    <a:pt x="82374" y="1742603"/>
                  </a:lnTo>
                  <a:lnTo>
                    <a:pt x="99100" y="1783297"/>
                  </a:lnTo>
                  <a:lnTo>
                    <a:pt x="117255" y="1823336"/>
                  </a:lnTo>
                  <a:lnTo>
                    <a:pt x="136812" y="1862693"/>
                  </a:lnTo>
                  <a:lnTo>
                    <a:pt x="157742" y="1901344"/>
                  </a:lnTo>
                  <a:lnTo>
                    <a:pt x="180016" y="1939260"/>
                  </a:lnTo>
                  <a:lnTo>
                    <a:pt x="203606" y="1976418"/>
                  </a:lnTo>
                  <a:lnTo>
                    <a:pt x="228484" y="2012791"/>
                  </a:lnTo>
                  <a:lnTo>
                    <a:pt x="254621" y="2048354"/>
                  </a:lnTo>
                  <a:lnTo>
                    <a:pt x="281988" y="2083079"/>
                  </a:lnTo>
                  <a:lnTo>
                    <a:pt x="310558" y="2116942"/>
                  </a:lnTo>
                  <a:lnTo>
                    <a:pt x="340303" y="2149917"/>
                  </a:lnTo>
                  <a:lnTo>
                    <a:pt x="371192" y="2181977"/>
                  </a:lnTo>
                  <a:lnTo>
                    <a:pt x="403199" y="2213097"/>
                  </a:lnTo>
                  <a:lnTo>
                    <a:pt x="436295" y="2243251"/>
                  </a:lnTo>
                  <a:lnTo>
                    <a:pt x="470451" y="2272413"/>
                  </a:lnTo>
                  <a:lnTo>
                    <a:pt x="505639" y="2300557"/>
                  </a:lnTo>
                  <a:lnTo>
                    <a:pt x="541830" y="2327657"/>
                  </a:lnTo>
                  <a:lnTo>
                    <a:pt x="578997" y="2353688"/>
                  </a:lnTo>
                  <a:lnTo>
                    <a:pt x="617110" y="2378623"/>
                  </a:lnTo>
                  <a:lnTo>
                    <a:pt x="656142" y="2402436"/>
                  </a:lnTo>
                  <a:lnTo>
                    <a:pt x="696063" y="2425103"/>
                  </a:lnTo>
                  <a:lnTo>
                    <a:pt x="736846" y="2446596"/>
                  </a:lnTo>
                  <a:lnTo>
                    <a:pt x="778462" y="2466890"/>
                  </a:lnTo>
                  <a:lnTo>
                    <a:pt x="820883" y="2485960"/>
                  </a:lnTo>
                  <a:lnTo>
                    <a:pt x="864080" y="2503778"/>
                  </a:lnTo>
                  <a:lnTo>
                    <a:pt x="908025" y="2520320"/>
                  </a:lnTo>
                  <a:lnTo>
                    <a:pt x="952689" y="2535559"/>
                  </a:lnTo>
                  <a:lnTo>
                    <a:pt x="998044" y="2549469"/>
                  </a:lnTo>
                  <a:lnTo>
                    <a:pt x="1044062" y="2562025"/>
                  </a:lnTo>
                  <a:lnTo>
                    <a:pt x="1090714" y="2573201"/>
                  </a:lnTo>
                  <a:lnTo>
                    <a:pt x="1137972" y="2582971"/>
                  </a:lnTo>
                  <a:lnTo>
                    <a:pt x="1185807" y="2591309"/>
                  </a:lnTo>
                  <a:lnTo>
                    <a:pt x="1234191" y="2598189"/>
                  </a:lnTo>
                  <a:lnTo>
                    <a:pt x="1283096" y="2603585"/>
                  </a:lnTo>
                  <a:lnTo>
                    <a:pt x="1332493" y="2607471"/>
                  </a:lnTo>
                  <a:lnTo>
                    <a:pt x="1382354" y="2609822"/>
                  </a:lnTo>
                  <a:lnTo>
                    <a:pt x="1432650" y="2610611"/>
                  </a:lnTo>
                  <a:lnTo>
                    <a:pt x="1482946" y="2609822"/>
                  </a:lnTo>
                  <a:lnTo>
                    <a:pt x="1532806" y="2607471"/>
                  </a:lnTo>
                  <a:lnTo>
                    <a:pt x="1582203" y="2603585"/>
                  </a:lnTo>
                  <a:lnTo>
                    <a:pt x="1631108" y="2598189"/>
                  </a:lnTo>
                  <a:lnTo>
                    <a:pt x="1679492" y="2591309"/>
                  </a:lnTo>
                  <a:lnTo>
                    <a:pt x="1727327" y="2582971"/>
                  </a:lnTo>
                  <a:lnTo>
                    <a:pt x="1774585" y="2573201"/>
                  </a:lnTo>
                  <a:lnTo>
                    <a:pt x="1821237" y="2562025"/>
                  </a:lnTo>
                  <a:lnTo>
                    <a:pt x="1867254" y="2549469"/>
                  </a:lnTo>
                  <a:lnTo>
                    <a:pt x="1912610" y="2535559"/>
                  </a:lnTo>
                  <a:lnTo>
                    <a:pt x="1957274" y="2520320"/>
                  </a:lnTo>
                  <a:lnTo>
                    <a:pt x="2001219" y="2503778"/>
                  </a:lnTo>
                  <a:lnTo>
                    <a:pt x="2044415" y="2485960"/>
                  </a:lnTo>
                  <a:lnTo>
                    <a:pt x="2086836" y="2466890"/>
                  </a:lnTo>
                  <a:lnTo>
                    <a:pt x="2128452" y="2446596"/>
                  </a:lnTo>
                  <a:lnTo>
                    <a:pt x="2169235" y="2425103"/>
                  </a:lnTo>
                  <a:lnTo>
                    <a:pt x="2209157" y="2402436"/>
                  </a:lnTo>
                  <a:lnTo>
                    <a:pt x="2248188" y="2378623"/>
                  </a:lnTo>
                  <a:lnTo>
                    <a:pt x="2286301" y="2353688"/>
                  </a:lnTo>
                  <a:lnTo>
                    <a:pt x="2323468" y="2327657"/>
                  </a:lnTo>
                  <a:lnTo>
                    <a:pt x="2359659" y="2300557"/>
                  </a:lnTo>
                  <a:lnTo>
                    <a:pt x="2394847" y="2272413"/>
                  </a:lnTo>
                  <a:lnTo>
                    <a:pt x="2429003" y="2243251"/>
                  </a:lnTo>
                  <a:lnTo>
                    <a:pt x="2462099" y="2213097"/>
                  </a:lnTo>
                  <a:lnTo>
                    <a:pt x="2494106" y="2181977"/>
                  </a:lnTo>
                  <a:lnTo>
                    <a:pt x="2524996" y="2149917"/>
                  </a:lnTo>
                  <a:lnTo>
                    <a:pt x="2554740" y="2116942"/>
                  </a:lnTo>
                  <a:lnTo>
                    <a:pt x="2583310" y="2083079"/>
                  </a:lnTo>
                  <a:lnTo>
                    <a:pt x="2610678" y="2048354"/>
                  </a:lnTo>
                  <a:lnTo>
                    <a:pt x="2636815" y="2012791"/>
                  </a:lnTo>
                  <a:lnTo>
                    <a:pt x="2661692" y="1976418"/>
                  </a:lnTo>
                  <a:lnTo>
                    <a:pt x="2685282" y="1939260"/>
                  </a:lnTo>
                  <a:lnTo>
                    <a:pt x="2707556" y="1901344"/>
                  </a:lnTo>
                  <a:lnTo>
                    <a:pt x="2728486" y="1862693"/>
                  </a:lnTo>
                  <a:lnTo>
                    <a:pt x="2748043" y="1823336"/>
                  </a:lnTo>
                  <a:lnTo>
                    <a:pt x="2766198" y="1783297"/>
                  </a:lnTo>
                  <a:lnTo>
                    <a:pt x="2782924" y="1742603"/>
                  </a:lnTo>
                  <a:lnTo>
                    <a:pt x="2798191" y="1701280"/>
                  </a:lnTo>
                  <a:lnTo>
                    <a:pt x="2811973" y="1659352"/>
                  </a:lnTo>
                  <a:lnTo>
                    <a:pt x="2824239" y="1616847"/>
                  </a:lnTo>
                  <a:lnTo>
                    <a:pt x="2834962" y="1573790"/>
                  </a:lnTo>
                  <a:lnTo>
                    <a:pt x="2844113" y="1530207"/>
                  </a:lnTo>
                  <a:lnTo>
                    <a:pt x="2851664" y="1486123"/>
                  </a:lnTo>
                  <a:lnTo>
                    <a:pt x="2857587" y="1441565"/>
                  </a:lnTo>
                  <a:lnTo>
                    <a:pt x="2861852" y="1396559"/>
                  </a:lnTo>
                  <a:lnTo>
                    <a:pt x="2864432" y="1351131"/>
                  </a:lnTo>
                  <a:lnTo>
                    <a:pt x="2865299" y="1305305"/>
                  </a:lnTo>
                  <a:lnTo>
                    <a:pt x="2864432" y="1259480"/>
                  </a:lnTo>
                  <a:lnTo>
                    <a:pt x="2861852" y="1214052"/>
                  </a:lnTo>
                  <a:lnTo>
                    <a:pt x="2857587" y="1169046"/>
                  </a:lnTo>
                  <a:lnTo>
                    <a:pt x="2851664" y="1124488"/>
                  </a:lnTo>
                  <a:lnTo>
                    <a:pt x="2844113" y="1080404"/>
                  </a:lnTo>
                  <a:lnTo>
                    <a:pt x="2834962" y="1036821"/>
                  </a:lnTo>
                  <a:lnTo>
                    <a:pt x="2824239" y="993764"/>
                  </a:lnTo>
                  <a:lnTo>
                    <a:pt x="2811973" y="951259"/>
                  </a:lnTo>
                  <a:lnTo>
                    <a:pt x="2798191" y="909331"/>
                  </a:lnTo>
                  <a:lnTo>
                    <a:pt x="2782924" y="868008"/>
                  </a:lnTo>
                  <a:lnTo>
                    <a:pt x="2766198" y="827314"/>
                  </a:lnTo>
                  <a:lnTo>
                    <a:pt x="2748043" y="787275"/>
                  </a:lnTo>
                  <a:lnTo>
                    <a:pt x="2728486" y="747918"/>
                  </a:lnTo>
                  <a:lnTo>
                    <a:pt x="2707556" y="709267"/>
                  </a:lnTo>
                  <a:lnTo>
                    <a:pt x="2685282" y="671351"/>
                  </a:lnTo>
                  <a:lnTo>
                    <a:pt x="2661692" y="634193"/>
                  </a:lnTo>
                  <a:lnTo>
                    <a:pt x="2636815" y="597820"/>
                  </a:lnTo>
                  <a:lnTo>
                    <a:pt x="2610678" y="562257"/>
                  </a:lnTo>
                  <a:lnTo>
                    <a:pt x="2583310" y="527532"/>
                  </a:lnTo>
                  <a:lnTo>
                    <a:pt x="2554740" y="493669"/>
                  </a:lnTo>
                  <a:lnTo>
                    <a:pt x="2524996" y="460694"/>
                  </a:lnTo>
                  <a:lnTo>
                    <a:pt x="2494106" y="428634"/>
                  </a:lnTo>
                  <a:lnTo>
                    <a:pt x="2462099" y="397514"/>
                  </a:lnTo>
                  <a:lnTo>
                    <a:pt x="2429003" y="367360"/>
                  </a:lnTo>
                  <a:lnTo>
                    <a:pt x="2394847" y="338198"/>
                  </a:lnTo>
                  <a:lnTo>
                    <a:pt x="2359659" y="310054"/>
                  </a:lnTo>
                  <a:lnTo>
                    <a:pt x="2323468" y="282954"/>
                  </a:lnTo>
                  <a:lnTo>
                    <a:pt x="2286301" y="256923"/>
                  </a:lnTo>
                  <a:lnTo>
                    <a:pt x="2248188" y="231988"/>
                  </a:lnTo>
                  <a:lnTo>
                    <a:pt x="2209157" y="208175"/>
                  </a:lnTo>
                  <a:lnTo>
                    <a:pt x="2169235" y="185508"/>
                  </a:lnTo>
                  <a:lnTo>
                    <a:pt x="2128452" y="164015"/>
                  </a:lnTo>
                  <a:lnTo>
                    <a:pt x="2086836" y="143721"/>
                  </a:lnTo>
                  <a:lnTo>
                    <a:pt x="2044415" y="124651"/>
                  </a:lnTo>
                  <a:lnTo>
                    <a:pt x="2001219" y="106833"/>
                  </a:lnTo>
                  <a:lnTo>
                    <a:pt x="1957274" y="90291"/>
                  </a:lnTo>
                  <a:lnTo>
                    <a:pt x="1912610" y="75052"/>
                  </a:lnTo>
                  <a:lnTo>
                    <a:pt x="1867254" y="61142"/>
                  </a:lnTo>
                  <a:lnTo>
                    <a:pt x="1821237" y="48586"/>
                  </a:lnTo>
                  <a:lnTo>
                    <a:pt x="1774585" y="37410"/>
                  </a:lnTo>
                  <a:lnTo>
                    <a:pt x="1727327" y="27640"/>
                  </a:lnTo>
                  <a:lnTo>
                    <a:pt x="1679492" y="19302"/>
                  </a:lnTo>
                  <a:lnTo>
                    <a:pt x="1631108" y="12422"/>
                  </a:lnTo>
                  <a:lnTo>
                    <a:pt x="1582203" y="7026"/>
                  </a:lnTo>
                  <a:lnTo>
                    <a:pt x="1532806" y="3140"/>
                  </a:lnTo>
                  <a:lnTo>
                    <a:pt x="1482946" y="789"/>
                  </a:lnTo>
                  <a:lnTo>
                    <a:pt x="1432650" y="0"/>
                  </a:lnTo>
                  <a:close/>
                </a:path>
              </a:pathLst>
            </a:custGeom>
            <a:solidFill>
              <a:srgbClr val="96D2DE"/>
            </a:solidFill>
          </p:spPr>
          <p:txBody>
            <a:bodyPr wrap="square" lIns="0" tIns="0" rIns="0" bIns="0" rtlCol="0"/>
            <a:lstStyle/>
            <a:p>
              <a:endParaRPr/>
            </a:p>
          </p:txBody>
        </p:sp>
        <p:sp>
          <p:nvSpPr>
            <p:cNvPr id="8" name="object 8"/>
            <p:cNvSpPr/>
            <p:nvPr/>
          </p:nvSpPr>
          <p:spPr>
            <a:xfrm>
              <a:off x="3814203" y="2881187"/>
              <a:ext cx="2865755" cy="2611120"/>
            </a:xfrm>
            <a:custGeom>
              <a:avLst/>
              <a:gdLst/>
              <a:ahLst/>
              <a:cxnLst/>
              <a:rect l="l" t="t" r="r" b="b"/>
              <a:pathLst>
                <a:path w="2865754" h="2611120">
                  <a:moveTo>
                    <a:pt x="0" y="1305305"/>
                  </a:moveTo>
                  <a:lnTo>
                    <a:pt x="866" y="1259480"/>
                  </a:lnTo>
                  <a:lnTo>
                    <a:pt x="3446" y="1214052"/>
                  </a:lnTo>
                  <a:lnTo>
                    <a:pt x="7712" y="1169045"/>
                  </a:lnTo>
                  <a:lnTo>
                    <a:pt x="13634" y="1124488"/>
                  </a:lnTo>
                  <a:lnTo>
                    <a:pt x="21185" y="1080404"/>
                  </a:lnTo>
                  <a:lnTo>
                    <a:pt x="30336" y="1036821"/>
                  </a:lnTo>
                  <a:lnTo>
                    <a:pt x="41059" y="993764"/>
                  </a:lnTo>
                  <a:lnTo>
                    <a:pt x="53325" y="951259"/>
                  </a:lnTo>
                  <a:lnTo>
                    <a:pt x="67107" y="909331"/>
                  </a:lnTo>
                  <a:lnTo>
                    <a:pt x="82374" y="868007"/>
                  </a:lnTo>
                  <a:lnTo>
                    <a:pt x="99100" y="827313"/>
                  </a:lnTo>
                  <a:lnTo>
                    <a:pt x="117256" y="787275"/>
                  </a:lnTo>
                  <a:lnTo>
                    <a:pt x="136812" y="747917"/>
                  </a:lnTo>
                  <a:lnTo>
                    <a:pt x="157742" y="709267"/>
                  </a:lnTo>
                  <a:lnTo>
                    <a:pt x="180016" y="671350"/>
                  </a:lnTo>
                  <a:lnTo>
                    <a:pt x="203606" y="634192"/>
                  </a:lnTo>
                  <a:lnTo>
                    <a:pt x="228484" y="597819"/>
                  </a:lnTo>
                  <a:lnTo>
                    <a:pt x="254621" y="562257"/>
                  </a:lnTo>
                  <a:lnTo>
                    <a:pt x="281988" y="527532"/>
                  </a:lnTo>
                  <a:lnTo>
                    <a:pt x="310558" y="493669"/>
                  </a:lnTo>
                  <a:lnTo>
                    <a:pt x="340303" y="460694"/>
                  </a:lnTo>
                  <a:lnTo>
                    <a:pt x="371192" y="428634"/>
                  </a:lnTo>
                  <a:lnTo>
                    <a:pt x="403199" y="397514"/>
                  </a:lnTo>
                  <a:lnTo>
                    <a:pt x="436295" y="367360"/>
                  </a:lnTo>
                  <a:lnTo>
                    <a:pt x="470451" y="338198"/>
                  </a:lnTo>
                  <a:lnTo>
                    <a:pt x="505639" y="310054"/>
                  </a:lnTo>
                  <a:lnTo>
                    <a:pt x="541830" y="282954"/>
                  </a:lnTo>
                  <a:lnTo>
                    <a:pt x="578997" y="256923"/>
                  </a:lnTo>
                  <a:lnTo>
                    <a:pt x="617110" y="231988"/>
                  </a:lnTo>
                  <a:lnTo>
                    <a:pt x="656142" y="208174"/>
                  </a:lnTo>
                  <a:lnTo>
                    <a:pt x="696063" y="185508"/>
                  </a:lnTo>
                  <a:lnTo>
                    <a:pt x="736846" y="164015"/>
                  </a:lnTo>
                  <a:lnTo>
                    <a:pt x="778462" y="143721"/>
                  </a:lnTo>
                  <a:lnTo>
                    <a:pt x="820883" y="124651"/>
                  </a:lnTo>
                  <a:lnTo>
                    <a:pt x="864080" y="106833"/>
                  </a:lnTo>
                  <a:lnTo>
                    <a:pt x="908024" y="90291"/>
                  </a:lnTo>
                  <a:lnTo>
                    <a:pt x="952689" y="75052"/>
                  </a:lnTo>
                  <a:lnTo>
                    <a:pt x="998044" y="61142"/>
                  </a:lnTo>
                  <a:lnTo>
                    <a:pt x="1044062" y="48585"/>
                  </a:lnTo>
                  <a:lnTo>
                    <a:pt x="1090714" y="37410"/>
                  </a:lnTo>
                  <a:lnTo>
                    <a:pt x="1137971" y="27640"/>
                  </a:lnTo>
                  <a:lnTo>
                    <a:pt x="1185807" y="19302"/>
                  </a:lnTo>
                  <a:lnTo>
                    <a:pt x="1234191" y="12422"/>
                  </a:lnTo>
                  <a:lnTo>
                    <a:pt x="1283095" y="7026"/>
                  </a:lnTo>
                  <a:lnTo>
                    <a:pt x="1332492" y="3140"/>
                  </a:lnTo>
                  <a:lnTo>
                    <a:pt x="1382353" y="789"/>
                  </a:lnTo>
                  <a:lnTo>
                    <a:pt x="1432649" y="0"/>
                  </a:lnTo>
                  <a:lnTo>
                    <a:pt x="1482944" y="789"/>
                  </a:lnTo>
                  <a:lnTo>
                    <a:pt x="1532805" y="3140"/>
                  </a:lnTo>
                  <a:lnTo>
                    <a:pt x="1582202" y="7026"/>
                  </a:lnTo>
                  <a:lnTo>
                    <a:pt x="1631107" y="12422"/>
                  </a:lnTo>
                  <a:lnTo>
                    <a:pt x="1679491" y="19302"/>
                  </a:lnTo>
                  <a:lnTo>
                    <a:pt x="1727326" y="27640"/>
                  </a:lnTo>
                  <a:lnTo>
                    <a:pt x="1774584" y="37410"/>
                  </a:lnTo>
                  <a:lnTo>
                    <a:pt x="1821236" y="48585"/>
                  </a:lnTo>
                  <a:lnTo>
                    <a:pt x="1867254" y="61142"/>
                  </a:lnTo>
                  <a:lnTo>
                    <a:pt x="1912609" y="75052"/>
                  </a:lnTo>
                  <a:lnTo>
                    <a:pt x="1957273" y="90291"/>
                  </a:lnTo>
                  <a:lnTo>
                    <a:pt x="2001218" y="106833"/>
                  </a:lnTo>
                  <a:lnTo>
                    <a:pt x="2044415" y="124651"/>
                  </a:lnTo>
                  <a:lnTo>
                    <a:pt x="2086835" y="143721"/>
                  </a:lnTo>
                  <a:lnTo>
                    <a:pt x="2128451" y="164015"/>
                  </a:lnTo>
                  <a:lnTo>
                    <a:pt x="2169234" y="185508"/>
                  </a:lnTo>
                  <a:lnTo>
                    <a:pt x="2209156" y="208174"/>
                  </a:lnTo>
                  <a:lnTo>
                    <a:pt x="2248188" y="231988"/>
                  </a:lnTo>
                  <a:lnTo>
                    <a:pt x="2286301" y="256923"/>
                  </a:lnTo>
                  <a:lnTo>
                    <a:pt x="2323467" y="282954"/>
                  </a:lnTo>
                  <a:lnTo>
                    <a:pt x="2359659" y="310054"/>
                  </a:lnTo>
                  <a:lnTo>
                    <a:pt x="2394847" y="338198"/>
                  </a:lnTo>
                  <a:lnTo>
                    <a:pt x="2429003" y="367360"/>
                  </a:lnTo>
                  <a:lnTo>
                    <a:pt x="2462099" y="397514"/>
                  </a:lnTo>
                  <a:lnTo>
                    <a:pt x="2494105" y="428634"/>
                  </a:lnTo>
                  <a:lnTo>
                    <a:pt x="2524995" y="460694"/>
                  </a:lnTo>
                  <a:lnTo>
                    <a:pt x="2554739" y="493669"/>
                  </a:lnTo>
                  <a:lnTo>
                    <a:pt x="2583310" y="527532"/>
                  </a:lnTo>
                  <a:lnTo>
                    <a:pt x="2610677" y="562257"/>
                  </a:lnTo>
                  <a:lnTo>
                    <a:pt x="2636814" y="597819"/>
                  </a:lnTo>
                  <a:lnTo>
                    <a:pt x="2661692" y="634192"/>
                  </a:lnTo>
                  <a:lnTo>
                    <a:pt x="2685282" y="671350"/>
                  </a:lnTo>
                  <a:lnTo>
                    <a:pt x="2707556" y="709267"/>
                  </a:lnTo>
                  <a:lnTo>
                    <a:pt x="2728486" y="747917"/>
                  </a:lnTo>
                  <a:lnTo>
                    <a:pt x="2748042" y="787275"/>
                  </a:lnTo>
                  <a:lnTo>
                    <a:pt x="2766198" y="827313"/>
                  </a:lnTo>
                  <a:lnTo>
                    <a:pt x="2782924" y="868007"/>
                  </a:lnTo>
                  <a:lnTo>
                    <a:pt x="2798191" y="909331"/>
                  </a:lnTo>
                  <a:lnTo>
                    <a:pt x="2811973" y="951259"/>
                  </a:lnTo>
                  <a:lnTo>
                    <a:pt x="2824239" y="993764"/>
                  </a:lnTo>
                  <a:lnTo>
                    <a:pt x="2834962" y="1036821"/>
                  </a:lnTo>
                  <a:lnTo>
                    <a:pt x="2844113" y="1080404"/>
                  </a:lnTo>
                  <a:lnTo>
                    <a:pt x="2851664" y="1124488"/>
                  </a:lnTo>
                  <a:lnTo>
                    <a:pt x="2857587" y="1169045"/>
                  </a:lnTo>
                  <a:lnTo>
                    <a:pt x="2861852" y="1214052"/>
                  </a:lnTo>
                  <a:lnTo>
                    <a:pt x="2864432" y="1259480"/>
                  </a:lnTo>
                  <a:lnTo>
                    <a:pt x="2865299" y="1305305"/>
                  </a:lnTo>
                  <a:lnTo>
                    <a:pt x="2864432" y="1351131"/>
                  </a:lnTo>
                  <a:lnTo>
                    <a:pt x="2861852" y="1396559"/>
                  </a:lnTo>
                  <a:lnTo>
                    <a:pt x="2857587" y="1441565"/>
                  </a:lnTo>
                  <a:lnTo>
                    <a:pt x="2851664" y="1486123"/>
                  </a:lnTo>
                  <a:lnTo>
                    <a:pt x="2844113" y="1530206"/>
                  </a:lnTo>
                  <a:lnTo>
                    <a:pt x="2834962" y="1573790"/>
                  </a:lnTo>
                  <a:lnTo>
                    <a:pt x="2824239" y="1616847"/>
                  </a:lnTo>
                  <a:lnTo>
                    <a:pt x="2811973" y="1659352"/>
                  </a:lnTo>
                  <a:lnTo>
                    <a:pt x="2798191" y="1701279"/>
                  </a:lnTo>
                  <a:lnTo>
                    <a:pt x="2782924" y="1742603"/>
                  </a:lnTo>
                  <a:lnTo>
                    <a:pt x="2766198" y="1783297"/>
                  </a:lnTo>
                  <a:lnTo>
                    <a:pt x="2748042" y="1823336"/>
                  </a:lnTo>
                  <a:lnTo>
                    <a:pt x="2728486" y="1862693"/>
                  </a:lnTo>
                  <a:lnTo>
                    <a:pt x="2707556" y="1901343"/>
                  </a:lnTo>
                  <a:lnTo>
                    <a:pt x="2685282" y="1939260"/>
                  </a:lnTo>
                  <a:lnTo>
                    <a:pt x="2661692" y="1976418"/>
                  </a:lnTo>
                  <a:lnTo>
                    <a:pt x="2636814" y="2012791"/>
                  </a:lnTo>
                  <a:lnTo>
                    <a:pt x="2610677" y="2048353"/>
                  </a:lnTo>
                  <a:lnTo>
                    <a:pt x="2583310" y="2083079"/>
                  </a:lnTo>
                  <a:lnTo>
                    <a:pt x="2554739" y="2116942"/>
                  </a:lnTo>
                  <a:lnTo>
                    <a:pt x="2524995" y="2149916"/>
                  </a:lnTo>
                  <a:lnTo>
                    <a:pt x="2494105" y="2181977"/>
                  </a:lnTo>
                  <a:lnTo>
                    <a:pt x="2462099" y="2213097"/>
                  </a:lnTo>
                  <a:lnTo>
                    <a:pt x="2429003" y="2243250"/>
                  </a:lnTo>
                  <a:lnTo>
                    <a:pt x="2394847" y="2272412"/>
                  </a:lnTo>
                  <a:lnTo>
                    <a:pt x="2359659" y="2300556"/>
                  </a:lnTo>
                  <a:lnTo>
                    <a:pt x="2323467" y="2327657"/>
                  </a:lnTo>
                  <a:lnTo>
                    <a:pt x="2286301" y="2353687"/>
                  </a:lnTo>
                  <a:lnTo>
                    <a:pt x="2248188" y="2378623"/>
                  </a:lnTo>
                  <a:lnTo>
                    <a:pt x="2209156" y="2402436"/>
                  </a:lnTo>
                  <a:lnTo>
                    <a:pt x="2169234" y="2425103"/>
                  </a:lnTo>
                  <a:lnTo>
                    <a:pt x="2128451" y="2446596"/>
                  </a:lnTo>
                  <a:lnTo>
                    <a:pt x="2086835" y="2466890"/>
                  </a:lnTo>
                  <a:lnTo>
                    <a:pt x="2044415" y="2485959"/>
                  </a:lnTo>
                  <a:lnTo>
                    <a:pt x="2001218" y="2503778"/>
                  </a:lnTo>
                  <a:lnTo>
                    <a:pt x="1957273" y="2520319"/>
                  </a:lnTo>
                  <a:lnTo>
                    <a:pt x="1912609" y="2535558"/>
                  </a:lnTo>
                  <a:lnTo>
                    <a:pt x="1867254" y="2549469"/>
                  </a:lnTo>
                  <a:lnTo>
                    <a:pt x="1821236" y="2562025"/>
                  </a:lnTo>
                  <a:lnTo>
                    <a:pt x="1774584" y="2573201"/>
                  </a:lnTo>
                  <a:lnTo>
                    <a:pt x="1727326" y="2582971"/>
                  </a:lnTo>
                  <a:lnTo>
                    <a:pt x="1679491" y="2591309"/>
                  </a:lnTo>
                  <a:lnTo>
                    <a:pt x="1631107" y="2598189"/>
                  </a:lnTo>
                  <a:lnTo>
                    <a:pt x="1582202" y="2603585"/>
                  </a:lnTo>
                  <a:lnTo>
                    <a:pt x="1532805" y="2607471"/>
                  </a:lnTo>
                  <a:lnTo>
                    <a:pt x="1482944" y="2609822"/>
                  </a:lnTo>
                  <a:lnTo>
                    <a:pt x="1432649" y="2610611"/>
                  </a:lnTo>
                  <a:lnTo>
                    <a:pt x="1382353" y="2609822"/>
                  </a:lnTo>
                  <a:lnTo>
                    <a:pt x="1332492" y="2607471"/>
                  </a:lnTo>
                  <a:lnTo>
                    <a:pt x="1283095" y="2603585"/>
                  </a:lnTo>
                  <a:lnTo>
                    <a:pt x="1234191" y="2598189"/>
                  </a:lnTo>
                  <a:lnTo>
                    <a:pt x="1185807" y="2591309"/>
                  </a:lnTo>
                  <a:lnTo>
                    <a:pt x="1137971" y="2582971"/>
                  </a:lnTo>
                  <a:lnTo>
                    <a:pt x="1090714" y="2573201"/>
                  </a:lnTo>
                  <a:lnTo>
                    <a:pt x="1044062" y="2562025"/>
                  </a:lnTo>
                  <a:lnTo>
                    <a:pt x="998044" y="2549469"/>
                  </a:lnTo>
                  <a:lnTo>
                    <a:pt x="952689" y="2535558"/>
                  </a:lnTo>
                  <a:lnTo>
                    <a:pt x="908024" y="2520319"/>
                  </a:lnTo>
                  <a:lnTo>
                    <a:pt x="864080" y="2503778"/>
                  </a:lnTo>
                  <a:lnTo>
                    <a:pt x="820883" y="2485959"/>
                  </a:lnTo>
                  <a:lnTo>
                    <a:pt x="778462" y="2466890"/>
                  </a:lnTo>
                  <a:lnTo>
                    <a:pt x="736846" y="2446596"/>
                  </a:lnTo>
                  <a:lnTo>
                    <a:pt x="696063" y="2425103"/>
                  </a:lnTo>
                  <a:lnTo>
                    <a:pt x="656142" y="2402436"/>
                  </a:lnTo>
                  <a:lnTo>
                    <a:pt x="617110" y="2378623"/>
                  </a:lnTo>
                  <a:lnTo>
                    <a:pt x="578997" y="2353687"/>
                  </a:lnTo>
                  <a:lnTo>
                    <a:pt x="541830" y="2327657"/>
                  </a:lnTo>
                  <a:lnTo>
                    <a:pt x="505639" y="2300556"/>
                  </a:lnTo>
                  <a:lnTo>
                    <a:pt x="470451" y="2272412"/>
                  </a:lnTo>
                  <a:lnTo>
                    <a:pt x="436295" y="2243250"/>
                  </a:lnTo>
                  <a:lnTo>
                    <a:pt x="403199" y="2213097"/>
                  </a:lnTo>
                  <a:lnTo>
                    <a:pt x="371192" y="2181977"/>
                  </a:lnTo>
                  <a:lnTo>
                    <a:pt x="340303" y="2149916"/>
                  </a:lnTo>
                  <a:lnTo>
                    <a:pt x="310558" y="2116942"/>
                  </a:lnTo>
                  <a:lnTo>
                    <a:pt x="281988" y="2083079"/>
                  </a:lnTo>
                  <a:lnTo>
                    <a:pt x="254621" y="2048353"/>
                  </a:lnTo>
                  <a:lnTo>
                    <a:pt x="228484" y="2012791"/>
                  </a:lnTo>
                  <a:lnTo>
                    <a:pt x="203606" y="1976418"/>
                  </a:lnTo>
                  <a:lnTo>
                    <a:pt x="180016" y="1939260"/>
                  </a:lnTo>
                  <a:lnTo>
                    <a:pt x="157742" y="1901343"/>
                  </a:lnTo>
                  <a:lnTo>
                    <a:pt x="136812" y="1862693"/>
                  </a:lnTo>
                  <a:lnTo>
                    <a:pt x="117256" y="1823336"/>
                  </a:lnTo>
                  <a:lnTo>
                    <a:pt x="99100" y="1783297"/>
                  </a:lnTo>
                  <a:lnTo>
                    <a:pt x="82374" y="1742603"/>
                  </a:lnTo>
                  <a:lnTo>
                    <a:pt x="67107" y="1701279"/>
                  </a:lnTo>
                  <a:lnTo>
                    <a:pt x="53325" y="1659352"/>
                  </a:lnTo>
                  <a:lnTo>
                    <a:pt x="41059" y="1616847"/>
                  </a:lnTo>
                  <a:lnTo>
                    <a:pt x="30336" y="1573790"/>
                  </a:lnTo>
                  <a:lnTo>
                    <a:pt x="21185" y="1530206"/>
                  </a:lnTo>
                  <a:lnTo>
                    <a:pt x="13634" y="1486123"/>
                  </a:lnTo>
                  <a:lnTo>
                    <a:pt x="7712" y="1441565"/>
                  </a:lnTo>
                  <a:lnTo>
                    <a:pt x="3446" y="1396559"/>
                  </a:lnTo>
                  <a:lnTo>
                    <a:pt x="866" y="1351131"/>
                  </a:lnTo>
                  <a:lnTo>
                    <a:pt x="0" y="1305305"/>
                  </a:lnTo>
                  <a:close/>
                </a:path>
              </a:pathLst>
            </a:custGeom>
            <a:ln w="20139">
              <a:solidFill>
                <a:srgbClr val="80B9D2"/>
              </a:solidFill>
            </a:ln>
          </p:spPr>
          <p:txBody>
            <a:bodyPr wrap="square" lIns="0" tIns="0" rIns="0" bIns="0" rtlCol="0"/>
            <a:lstStyle/>
            <a:p>
              <a:endParaRPr/>
            </a:p>
          </p:txBody>
        </p:sp>
      </p:grpSp>
      <p:sp>
        <p:nvSpPr>
          <p:cNvPr id="9" name="object 9"/>
          <p:cNvSpPr txBox="1"/>
          <p:nvPr/>
        </p:nvSpPr>
        <p:spPr>
          <a:xfrm>
            <a:off x="3813361" y="3467457"/>
            <a:ext cx="949012" cy="305212"/>
          </a:xfrm>
          <a:prstGeom prst="rect">
            <a:avLst/>
          </a:prstGeom>
        </p:spPr>
        <p:txBody>
          <a:bodyPr vert="horz" wrap="square" lIns="0" tIns="12700" rIns="0" bIns="0" rtlCol="0">
            <a:spAutoFit/>
          </a:bodyPr>
          <a:lstStyle/>
          <a:p>
            <a:pPr marL="12700">
              <a:lnSpc>
                <a:spcPct val="100000"/>
              </a:lnSpc>
              <a:spcBef>
                <a:spcPts val="100"/>
              </a:spcBef>
            </a:pPr>
            <a:r>
              <a:rPr sz="1900" dirty="0">
                <a:latin typeface="Arial"/>
                <a:cs typeface="Arial"/>
              </a:rPr>
              <a:t>Table B</a:t>
            </a:r>
            <a:endParaRPr sz="1900">
              <a:latin typeface="Arial"/>
              <a:cs typeface="Arial"/>
            </a:endParaRPr>
          </a:p>
        </p:txBody>
      </p:sp>
      <p:sp>
        <p:nvSpPr>
          <p:cNvPr id="10" name="object 10"/>
          <p:cNvSpPr txBox="1"/>
          <p:nvPr/>
        </p:nvSpPr>
        <p:spPr>
          <a:xfrm>
            <a:off x="6108700" y="2390150"/>
            <a:ext cx="3962400" cy="2612638"/>
          </a:xfrm>
          <a:prstGeom prst="rect">
            <a:avLst/>
          </a:prstGeom>
        </p:spPr>
        <p:txBody>
          <a:bodyPr vert="horz" wrap="square" lIns="0" tIns="9525" rIns="0" bIns="0" rtlCol="0">
            <a:spAutoFit/>
          </a:bodyPr>
          <a:lstStyle>
            <a:defPPr>
              <a:defRPr lang="en-US"/>
            </a:defPPr>
            <a:lvl1pPr marL="355600" marR="5080" indent="-342900">
              <a:lnSpc>
                <a:spcPct val="101099"/>
              </a:lnSpc>
              <a:spcBef>
                <a:spcPts val="75"/>
              </a:spcBef>
              <a:buFont typeface="Arial" panose="020B0604020202020204" pitchFamily="34" charset="0"/>
              <a:buChar char="•"/>
              <a:defRPr sz="2400">
                <a:latin typeface="Helvetica" pitchFamily="2" charset="0"/>
                <a:cs typeface="Arial"/>
              </a:defRPr>
            </a:lvl1pPr>
          </a:lstStyle>
          <a:p>
            <a:r>
              <a:rPr dirty="0"/>
              <a:t>Return the set of  records from Table B,  with the matching  records (where  available) in Table A.  </a:t>
            </a:r>
            <a:endParaRPr lang="pt-BR" dirty="0"/>
          </a:p>
          <a:p>
            <a:r>
              <a:rPr dirty="0"/>
              <a:t>If there is no match,  the columns from  the left side will  contain null.</a:t>
            </a:r>
          </a:p>
        </p:txBody>
      </p:sp>
    </p:spTree>
    <p:extLst>
      <p:ext uri="{BB962C8B-B14F-4D97-AF65-F5344CB8AC3E}">
        <p14:creationId xmlns:p14="http://schemas.microsoft.com/office/powerpoint/2010/main" val="3137207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2DF08-5DEF-1AA7-1403-B6808D8EA19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41FC1F2-A30C-988C-6E56-96377AD415AA}"/>
              </a:ext>
            </a:extLst>
          </p:cNvPr>
          <p:cNvSpPr txBox="1">
            <a:spLocks noGrp="1"/>
          </p:cNvSpPr>
          <p:nvPr>
            <p:ph type="title"/>
          </p:nvPr>
        </p:nvSpPr>
        <p:spPr>
          <a:xfrm>
            <a:off x="241300" y="120650"/>
            <a:ext cx="7988934"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Winter</a:t>
            </a:r>
            <a:r>
              <a:rPr lang="pt-BR" sz="3859" spc="-20" dirty="0"/>
              <a:t> </a:t>
            </a:r>
            <a:r>
              <a:rPr lang="pt-BR" sz="3859" spc="-20" dirty="0" err="1"/>
              <a:t>exam</a:t>
            </a:r>
            <a:r>
              <a:rPr lang="pt-BR" sz="3859" spc="-20" dirty="0"/>
              <a:t> – 2022/2023</a:t>
            </a:r>
            <a:endParaRPr sz="3859" spc="-20" dirty="0"/>
          </a:p>
        </p:txBody>
      </p:sp>
      <p:pic>
        <p:nvPicPr>
          <p:cNvPr id="4" name="Picture 3" descr="A diagram of a computer game&#10;&#10;AI-generated content may be incorrect.">
            <a:extLst>
              <a:ext uri="{FF2B5EF4-FFF2-40B4-BE49-F238E27FC236}">
                <a16:creationId xmlns:a16="http://schemas.microsoft.com/office/drawing/2014/main" id="{7BC88AFE-66B0-4B56-3BB0-7F8E4932B7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996" y="811164"/>
            <a:ext cx="9209408" cy="6188554"/>
          </a:xfrm>
          <a:prstGeom prst="rect">
            <a:avLst/>
          </a:prstGeom>
        </p:spPr>
      </p:pic>
    </p:spTree>
    <p:extLst>
      <p:ext uri="{BB962C8B-B14F-4D97-AF65-F5344CB8AC3E}">
        <p14:creationId xmlns:p14="http://schemas.microsoft.com/office/powerpoint/2010/main" val="16628635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36E28-273F-BD63-8445-D7829ACA36B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3205BBA-ED73-BE40-B0A8-8CB4B56282E2}"/>
              </a:ext>
            </a:extLst>
          </p:cNvPr>
          <p:cNvSpPr/>
          <p:nvPr/>
        </p:nvSpPr>
        <p:spPr>
          <a:xfrm>
            <a:off x="393700" y="1246688"/>
            <a:ext cx="9372600" cy="1200329"/>
          </a:xfrm>
          <a:prstGeom prst="rect">
            <a:avLst/>
          </a:prstGeom>
        </p:spPr>
        <p:txBody>
          <a:bodyPr wrap="square">
            <a:spAutoFit/>
          </a:bodyPr>
          <a:lstStyle/>
          <a:p>
            <a:r>
              <a:rPr lang="en-IE" sz="2400" dirty="0"/>
              <a:t>Q2a) Considering the relations between the tables game, </a:t>
            </a:r>
            <a:r>
              <a:rPr lang="en-IE" sz="2400" dirty="0" err="1"/>
              <a:t>game_publisher</a:t>
            </a:r>
            <a:r>
              <a:rPr lang="en-IE" sz="2400" dirty="0"/>
              <a:t> and sale, write the SQL query to retrieve the </a:t>
            </a:r>
            <a:r>
              <a:rPr lang="en-IE" sz="2400" dirty="0" err="1"/>
              <a:t>game_name</a:t>
            </a:r>
            <a:r>
              <a:rPr lang="en-IE" sz="2400" dirty="0"/>
              <a:t>, </a:t>
            </a:r>
            <a:r>
              <a:rPr lang="en-IE" sz="2400" dirty="0" err="1"/>
              <a:t>genre_id</a:t>
            </a:r>
            <a:r>
              <a:rPr lang="en-IE" sz="2400" dirty="0"/>
              <a:t>, </a:t>
            </a:r>
            <a:r>
              <a:rPr lang="en-IE" sz="2400" dirty="0" err="1"/>
              <a:t>publisher_name</a:t>
            </a:r>
            <a:r>
              <a:rPr lang="en-IE" sz="2400" dirty="0"/>
              <a:t>, and </a:t>
            </a:r>
            <a:r>
              <a:rPr lang="en-IE" sz="2400" dirty="0" err="1"/>
              <a:t>number_of_sales</a:t>
            </a:r>
            <a:r>
              <a:rPr lang="en-IE" sz="2400" dirty="0"/>
              <a:t>.</a:t>
            </a:r>
          </a:p>
        </p:txBody>
      </p:sp>
      <p:sp>
        <p:nvSpPr>
          <p:cNvPr id="7" name="object 3">
            <a:extLst>
              <a:ext uri="{FF2B5EF4-FFF2-40B4-BE49-F238E27FC236}">
                <a16:creationId xmlns:a16="http://schemas.microsoft.com/office/drawing/2014/main" id="{429F2E27-C703-74C1-5F2E-2D54A6FCF076}"/>
              </a:ext>
            </a:extLst>
          </p:cNvPr>
          <p:cNvSpPr txBox="1">
            <a:spLocks noGrp="1"/>
          </p:cNvSpPr>
          <p:nvPr>
            <p:ph type="title"/>
          </p:nvPr>
        </p:nvSpPr>
        <p:spPr>
          <a:xfrm>
            <a:off x="241300" y="120650"/>
            <a:ext cx="7988934"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Winter</a:t>
            </a:r>
            <a:r>
              <a:rPr lang="pt-BR" sz="3859" spc="-20" dirty="0"/>
              <a:t> </a:t>
            </a:r>
            <a:r>
              <a:rPr lang="pt-BR" sz="3859" spc="-20" dirty="0" err="1"/>
              <a:t>exam</a:t>
            </a:r>
            <a:r>
              <a:rPr lang="pt-BR" sz="3859" spc="-20" dirty="0"/>
              <a:t> – 2022/2023</a:t>
            </a:r>
            <a:endParaRPr sz="3859" spc="-20" dirty="0"/>
          </a:p>
        </p:txBody>
      </p:sp>
      <p:sp>
        <p:nvSpPr>
          <p:cNvPr id="9" name="TextBox 8">
            <a:extLst>
              <a:ext uri="{FF2B5EF4-FFF2-40B4-BE49-F238E27FC236}">
                <a16:creationId xmlns:a16="http://schemas.microsoft.com/office/drawing/2014/main" id="{9FDB174F-58EA-6ED5-2E8B-7DE2D197FAD9}"/>
              </a:ext>
            </a:extLst>
          </p:cNvPr>
          <p:cNvSpPr txBox="1"/>
          <p:nvPr/>
        </p:nvSpPr>
        <p:spPr>
          <a:xfrm>
            <a:off x="698500" y="3569639"/>
            <a:ext cx="8229600" cy="2677656"/>
          </a:xfrm>
          <a:prstGeom prst="rect">
            <a:avLst/>
          </a:prstGeom>
          <a:noFill/>
        </p:spPr>
        <p:txBody>
          <a:bodyPr wrap="square">
            <a:spAutoFit/>
          </a:bodyPr>
          <a:lstStyle/>
          <a:p>
            <a:pPr>
              <a:buNone/>
            </a:pPr>
            <a:r>
              <a:rPr lang="en-IE" sz="2400" b="0" dirty="0">
                <a:solidFill>
                  <a:srgbClr val="0000FF"/>
                </a:solidFill>
                <a:effectLst/>
                <a:latin typeface="Menlo" panose="020B0609030804020204" pitchFamily="49" charset="0"/>
              </a:rPr>
              <a:t>SELECT</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game_name</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genre_id</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publisher_name</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number_of_sales</a:t>
            </a:r>
            <a:r>
              <a:rPr lang="en-IE" sz="2400" b="0" dirty="0">
                <a:solidFill>
                  <a:srgbClr val="000000"/>
                </a:solidFill>
                <a:effectLst/>
                <a:latin typeface="Menlo" panose="020B0609030804020204" pitchFamily="49" charset="0"/>
              </a:rPr>
              <a:t> </a:t>
            </a:r>
          </a:p>
          <a:p>
            <a:pPr>
              <a:buNone/>
            </a:pPr>
            <a:r>
              <a:rPr lang="en-IE" sz="2400" b="0" dirty="0">
                <a:solidFill>
                  <a:srgbClr val="0000FF"/>
                </a:solidFill>
                <a:effectLst/>
                <a:latin typeface="Menlo" panose="020B0609030804020204" pitchFamily="49" charset="0"/>
              </a:rPr>
              <a:t>FROM</a:t>
            </a:r>
            <a:r>
              <a:rPr lang="en-IE" sz="2400" b="0" dirty="0">
                <a:solidFill>
                  <a:srgbClr val="000000"/>
                </a:solidFill>
                <a:effectLst/>
                <a:latin typeface="Menlo" panose="020B0609030804020204" pitchFamily="49" charset="0"/>
              </a:rPr>
              <a:t> game </a:t>
            </a:r>
          </a:p>
          <a:p>
            <a:pPr>
              <a:buNone/>
            </a:pPr>
            <a:r>
              <a:rPr lang="en-IE" sz="2400" b="0" dirty="0">
                <a:solidFill>
                  <a:srgbClr val="0000FF"/>
                </a:solidFill>
                <a:effectLst/>
                <a:latin typeface="Menlo" panose="020B0609030804020204" pitchFamily="49" charset="0"/>
              </a:rPr>
              <a:t>JOIN</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game_publisher</a:t>
            </a:r>
            <a:r>
              <a:rPr lang="en-IE" sz="2400" b="0" dirty="0">
                <a:solidFill>
                  <a:srgbClr val="000000"/>
                </a:solidFill>
                <a:effectLst/>
                <a:latin typeface="Menlo" panose="020B0609030804020204" pitchFamily="49" charset="0"/>
              </a:rPr>
              <a:t> </a:t>
            </a:r>
            <a:r>
              <a:rPr lang="en-IE" sz="2400" b="0" dirty="0">
                <a:solidFill>
                  <a:srgbClr val="0000FF"/>
                </a:solidFill>
                <a:effectLst/>
                <a:latin typeface="Menlo" panose="020B0609030804020204" pitchFamily="49" charset="0"/>
              </a:rPr>
              <a:t>USING</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publisher_id</a:t>
            </a:r>
            <a:r>
              <a:rPr lang="en-IE" sz="2400" b="0" dirty="0">
                <a:solidFill>
                  <a:srgbClr val="000000"/>
                </a:solidFill>
                <a:effectLst/>
                <a:latin typeface="Menlo" panose="020B0609030804020204" pitchFamily="49" charset="0"/>
              </a:rPr>
              <a:t>)</a:t>
            </a:r>
          </a:p>
          <a:p>
            <a:pPr>
              <a:buNone/>
            </a:pPr>
            <a:r>
              <a:rPr lang="en-IE" sz="2400" b="0" dirty="0">
                <a:solidFill>
                  <a:srgbClr val="0000FF"/>
                </a:solidFill>
                <a:effectLst/>
                <a:latin typeface="Menlo" panose="020B0609030804020204" pitchFamily="49" charset="0"/>
              </a:rPr>
              <a:t>JOIN</a:t>
            </a:r>
            <a:r>
              <a:rPr lang="en-IE" sz="2400" b="0" dirty="0">
                <a:solidFill>
                  <a:srgbClr val="000000"/>
                </a:solidFill>
                <a:effectLst/>
                <a:latin typeface="Menlo" panose="020B0609030804020204" pitchFamily="49" charset="0"/>
              </a:rPr>
              <a:t> sale </a:t>
            </a:r>
            <a:r>
              <a:rPr lang="en-IE" sz="2400" b="0" dirty="0">
                <a:solidFill>
                  <a:srgbClr val="0000FF"/>
                </a:solidFill>
                <a:effectLst/>
                <a:latin typeface="Menlo" panose="020B0609030804020204" pitchFamily="49" charset="0"/>
              </a:rPr>
              <a:t>USING</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publisher_id</a:t>
            </a:r>
            <a:r>
              <a:rPr lang="en-IE" sz="2400" b="0" dirty="0">
                <a:solidFill>
                  <a:srgbClr val="000000"/>
                </a:solidFill>
                <a:effectLst/>
                <a:latin typeface="Menlo" panose="020B0609030804020204" pitchFamily="49" charset="0"/>
              </a:rPr>
              <a:t>);</a:t>
            </a:r>
          </a:p>
          <a:p>
            <a:pPr>
              <a:buNone/>
            </a:pPr>
            <a:br>
              <a:rPr lang="en-IE" sz="2400" b="0" dirty="0">
                <a:solidFill>
                  <a:srgbClr val="000000"/>
                </a:solidFill>
                <a:effectLst/>
                <a:latin typeface="Menlo" panose="020B0609030804020204" pitchFamily="49" charset="0"/>
              </a:rPr>
            </a:br>
            <a:endParaRPr lang="en-IE" sz="2400" b="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5012864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23992-E406-BA28-C669-3F81404029D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55179D3-8D1A-4527-16C8-BDC4F0613697}"/>
              </a:ext>
            </a:extLst>
          </p:cNvPr>
          <p:cNvSpPr/>
          <p:nvPr/>
        </p:nvSpPr>
        <p:spPr>
          <a:xfrm>
            <a:off x="393700" y="1246688"/>
            <a:ext cx="9372600" cy="1938992"/>
          </a:xfrm>
          <a:prstGeom prst="rect">
            <a:avLst/>
          </a:prstGeom>
        </p:spPr>
        <p:txBody>
          <a:bodyPr wrap="square">
            <a:spAutoFit/>
          </a:bodyPr>
          <a:lstStyle/>
          <a:p>
            <a:r>
              <a:rPr lang="en-IE" sz="2400" dirty="0"/>
              <a:t>Q2b) Rewrite the query you provided in question 2 (a) but modify the output by:</a:t>
            </a:r>
          </a:p>
          <a:p>
            <a:pPr marL="342900" indent="-342900">
              <a:buFontTx/>
              <a:buChar char="-"/>
            </a:pPr>
            <a:r>
              <a:rPr lang="en-IE" sz="2400" dirty="0"/>
              <a:t>Renaming the columns as “Game Title”, “Genre Identifier”, “Name of the publisher”, “Sales”.</a:t>
            </a:r>
          </a:p>
          <a:p>
            <a:pPr marL="342900" indent="-342900">
              <a:buFontTx/>
              <a:buChar char="-"/>
            </a:pPr>
            <a:r>
              <a:rPr lang="en-IE" sz="2400" dirty="0"/>
              <a:t>Display </a:t>
            </a:r>
            <a:r>
              <a:rPr lang="en-IE" sz="2400" dirty="0" err="1"/>
              <a:t>game_name</a:t>
            </a:r>
            <a:r>
              <a:rPr lang="en-IE" sz="2400" dirty="0"/>
              <a:t> and </a:t>
            </a:r>
            <a:r>
              <a:rPr lang="en-IE" sz="2400" dirty="0" err="1"/>
              <a:t>publisher_name</a:t>
            </a:r>
            <a:r>
              <a:rPr lang="en-IE" sz="2400" dirty="0"/>
              <a:t> in lowercase</a:t>
            </a:r>
          </a:p>
        </p:txBody>
      </p:sp>
      <p:sp>
        <p:nvSpPr>
          <p:cNvPr id="7" name="object 3">
            <a:extLst>
              <a:ext uri="{FF2B5EF4-FFF2-40B4-BE49-F238E27FC236}">
                <a16:creationId xmlns:a16="http://schemas.microsoft.com/office/drawing/2014/main" id="{EB89631D-3503-45DC-F841-0344DBFCBD5E}"/>
              </a:ext>
            </a:extLst>
          </p:cNvPr>
          <p:cNvSpPr txBox="1">
            <a:spLocks noGrp="1"/>
          </p:cNvSpPr>
          <p:nvPr>
            <p:ph type="title"/>
          </p:nvPr>
        </p:nvSpPr>
        <p:spPr>
          <a:xfrm>
            <a:off x="241300" y="120650"/>
            <a:ext cx="7988934"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Winter</a:t>
            </a:r>
            <a:r>
              <a:rPr lang="pt-BR" sz="3859" spc="-20" dirty="0"/>
              <a:t> </a:t>
            </a:r>
            <a:r>
              <a:rPr lang="pt-BR" sz="3859" spc="-20" dirty="0" err="1"/>
              <a:t>exam</a:t>
            </a:r>
            <a:r>
              <a:rPr lang="pt-BR" sz="3859" spc="-20" dirty="0"/>
              <a:t> – 2022/2023</a:t>
            </a:r>
            <a:endParaRPr sz="3859" spc="-20" dirty="0"/>
          </a:p>
        </p:txBody>
      </p:sp>
      <p:sp>
        <p:nvSpPr>
          <p:cNvPr id="3" name="TextBox 2">
            <a:extLst>
              <a:ext uri="{FF2B5EF4-FFF2-40B4-BE49-F238E27FC236}">
                <a16:creationId xmlns:a16="http://schemas.microsoft.com/office/drawing/2014/main" id="{B9867EF0-4E11-47B0-9914-6D85BA660AD6}"/>
              </a:ext>
            </a:extLst>
          </p:cNvPr>
          <p:cNvSpPr txBox="1"/>
          <p:nvPr/>
        </p:nvSpPr>
        <p:spPr>
          <a:xfrm>
            <a:off x="578167" y="3633904"/>
            <a:ext cx="7315200" cy="2246769"/>
          </a:xfrm>
          <a:prstGeom prst="rect">
            <a:avLst/>
          </a:prstGeom>
          <a:noFill/>
        </p:spPr>
        <p:txBody>
          <a:bodyPr wrap="square">
            <a:spAutoFit/>
          </a:bodyPr>
          <a:lstStyle/>
          <a:p>
            <a:pPr>
              <a:buNone/>
            </a:pPr>
            <a:r>
              <a:rPr lang="en-IE" sz="2000" b="0" dirty="0">
                <a:solidFill>
                  <a:srgbClr val="0000FF"/>
                </a:solidFill>
                <a:effectLst/>
                <a:latin typeface="Menlo" panose="020B0609030804020204" pitchFamily="49" charset="0"/>
              </a:rPr>
              <a:t>SELECT</a:t>
            </a:r>
            <a:r>
              <a:rPr lang="en-IE" sz="2000" b="0" dirty="0">
                <a:solidFill>
                  <a:srgbClr val="000000"/>
                </a:solidFill>
                <a:effectLst/>
                <a:latin typeface="Menlo" panose="020B0609030804020204" pitchFamily="49" charset="0"/>
              </a:rPr>
              <a:t> </a:t>
            </a:r>
            <a:r>
              <a:rPr lang="en-IE" sz="2000" b="0" dirty="0">
                <a:solidFill>
                  <a:srgbClr val="74531F"/>
                </a:solidFill>
                <a:effectLst/>
                <a:latin typeface="Menlo" panose="020B0609030804020204" pitchFamily="49" charset="0"/>
              </a:rPr>
              <a:t>lower</a:t>
            </a:r>
            <a:r>
              <a:rPr lang="en-IE" sz="2000" b="0" dirty="0">
                <a:solidFill>
                  <a:srgbClr val="000000"/>
                </a:solidFill>
                <a:effectLst/>
                <a:latin typeface="Menlo" panose="020B0609030804020204" pitchFamily="49" charset="0"/>
              </a:rPr>
              <a:t>(</a:t>
            </a:r>
            <a:r>
              <a:rPr lang="en-IE" sz="2000" b="0" dirty="0" err="1">
                <a:solidFill>
                  <a:srgbClr val="000000"/>
                </a:solidFill>
                <a:effectLst/>
                <a:latin typeface="Menlo" panose="020B0609030804020204" pitchFamily="49" charset="0"/>
              </a:rPr>
              <a:t>game_name</a:t>
            </a:r>
            <a:r>
              <a:rPr lang="en-IE" sz="2000" b="0" dirty="0">
                <a:solidFill>
                  <a:srgbClr val="000000"/>
                </a:solidFill>
                <a:effectLst/>
                <a:latin typeface="Menlo" panose="020B0609030804020204" pitchFamily="49" charset="0"/>
              </a:rPr>
              <a:t>) “Game title”, </a:t>
            </a:r>
            <a:r>
              <a:rPr lang="en-IE" sz="2000" b="0" dirty="0" err="1">
                <a:solidFill>
                  <a:srgbClr val="000000"/>
                </a:solidFill>
                <a:effectLst/>
                <a:latin typeface="Menlo" panose="020B0609030804020204" pitchFamily="49" charset="0"/>
              </a:rPr>
              <a:t>genre_id</a:t>
            </a:r>
            <a:r>
              <a:rPr lang="en-IE" sz="2000" b="0" dirty="0">
                <a:solidFill>
                  <a:srgbClr val="000000"/>
                </a:solidFill>
                <a:effectLst/>
                <a:latin typeface="Menlo" panose="020B0609030804020204" pitchFamily="49" charset="0"/>
              </a:rPr>
              <a:t> “Genre identifier”, </a:t>
            </a:r>
            <a:r>
              <a:rPr lang="en-IE" sz="2000" b="0" dirty="0">
                <a:solidFill>
                  <a:srgbClr val="74531F"/>
                </a:solidFill>
                <a:effectLst/>
                <a:latin typeface="Menlo" panose="020B0609030804020204" pitchFamily="49" charset="0"/>
              </a:rPr>
              <a:t>lower</a:t>
            </a:r>
            <a:r>
              <a:rPr lang="en-IE" sz="2000" b="0" dirty="0">
                <a:solidFill>
                  <a:srgbClr val="000000"/>
                </a:solidFill>
                <a:effectLst/>
                <a:latin typeface="Menlo" panose="020B0609030804020204" pitchFamily="49" charset="0"/>
              </a:rPr>
              <a:t>(</a:t>
            </a:r>
            <a:r>
              <a:rPr lang="en-IE" sz="2000" b="0" dirty="0" err="1">
                <a:solidFill>
                  <a:srgbClr val="000000"/>
                </a:solidFill>
                <a:effectLst/>
                <a:latin typeface="Menlo" panose="020B0609030804020204" pitchFamily="49" charset="0"/>
              </a:rPr>
              <a:t>publisher_name</a:t>
            </a:r>
            <a:r>
              <a:rPr lang="en-IE" sz="2000" b="0" dirty="0">
                <a:solidFill>
                  <a:srgbClr val="000000"/>
                </a:solidFill>
                <a:effectLst/>
                <a:latin typeface="Menlo" panose="020B0609030804020204" pitchFamily="49" charset="0"/>
              </a:rPr>
              <a:t>) “</a:t>
            </a:r>
            <a:r>
              <a:rPr lang="en-IE" sz="2000" b="0" dirty="0">
                <a:solidFill>
                  <a:srgbClr val="0000FF"/>
                </a:solidFill>
                <a:effectLst/>
                <a:latin typeface="Menlo" panose="020B0609030804020204" pitchFamily="49" charset="0"/>
              </a:rPr>
              <a:t>Name</a:t>
            </a:r>
            <a:r>
              <a:rPr lang="en-IE" sz="2000" b="0" dirty="0">
                <a:solidFill>
                  <a:srgbClr val="000000"/>
                </a:solidFill>
                <a:effectLst/>
                <a:latin typeface="Menlo" panose="020B0609030804020204" pitchFamily="49" charset="0"/>
              </a:rPr>
              <a:t> of the publisher”, </a:t>
            </a:r>
            <a:r>
              <a:rPr lang="en-IE" sz="2000" b="0" dirty="0" err="1">
                <a:solidFill>
                  <a:srgbClr val="000000"/>
                </a:solidFill>
                <a:effectLst/>
                <a:latin typeface="Menlo" panose="020B0609030804020204" pitchFamily="49" charset="0"/>
              </a:rPr>
              <a:t>number_of_sales</a:t>
            </a:r>
            <a:r>
              <a:rPr lang="en-IE" sz="2000" b="0" dirty="0">
                <a:solidFill>
                  <a:srgbClr val="000000"/>
                </a:solidFill>
                <a:effectLst/>
                <a:latin typeface="Menlo" panose="020B0609030804020204" pitchFamily="49" charset="0"/>
              </a:rPr>
              <a:t> “Sales”</a:t>
            </a:r>
          </a:p>
          <a:p>
            <a:pPr>
              <a:buNone/>
            </a:pPr>
            <a:r>
              <a:rPr lang="en-IE" sz="2000" b="0" dirty="0">
                <a:solidFill>
                  <a:srgbClr val="0000FF"/>
                </a:solidFill>
                <a:effectLst/>
                <a:latin typeface="Menlo" panose="020B0609030804020204" pitchFamily="49" charset="0"/>
              </a:rPr>
              <a:t>FROM</a:t>
            </a:r>
            <a:r>
              <a:rPr lang="en-IE" sz="2000" b="0" dirty="0">
                <a:solidFill>
                  <a:srgbClr val="000000"/>
                </a:solidFill>
                <a:effectLst/>
                <a:latin typeface="Menlo" panose="020B0609030804020204" pitchFamily="49" charset="0"/>
              </a:rPr>
              <a:t> game </a:t>
            </a:r>
          </a:p>
          <a:p>
            <a:pPr>
              <a:buNone/>
            </a:pPr>
            <a:r>
              <a:rPr lang="en-IE" sz="2000" b="0" dirty="0">
                <a:solidFill>
                  <a:srgbClr val="0000FF"/>
                </a:solidFill>
                <a:effectLst/>
                <a:latin typeface="Menlo" panose="020B0609030804020204" pitchFamily="49" charset="0"/>
              </a:rPr>
              <a:t>JOIN</a:t>
            </a:r>
            <a:r>
              <a:rPr lang="en-IE" sz="2000" b="0" dirty="0">
                <a:solidFill>
                  <a:srgbClr val="000000"/>
                </a:solidFill>
                <a:effectLst/>
                <a:latin typeface="Menlo" panose="020B0609030804020204" pitchFamily="49" charset="0"/>
              </a:rPr>
              <a:t> </a:t>
            </a:r>
            <a:r>
              <a:rPr lang="en-IE" sz="2000" b="0" dirty="0" err="1">
                <a:solidFill>
                  <a:srgbClr val="000000"/>
                </a:solidFill>
                <a:effectLst/>
                <a:latin typeface="Menlo" panose="020B0609030804020204" pitchFamily="49" charset="0"/>
              </a:rPr>
              <a:t>game_publisher</a:t>
            </a:r>
            <a:r>
              <a:rPr lang="en-IE" sz="2000" b="0" dirty="0">
                <a:solidFill>
                  <a:srgbClr val="000000"/>
                </a:solidFill>
                <a:effectLst/>
                <a:latin typeface="Menlo" panose="020B0609030804020204" pitchFamily="49" charset="0"/>
              </a:rPr>
              <a:t> </a:t>
            </a:r>
            <a:r>
              <a:rPr lang="en-IE" sz="2000" b="0" dirty="0">
                <a:solidFill>
                  <a:srgbClr val="0000FF"/>
                </a:solidFill>
                <a:effectLst/>
                <a:latin typeface="Menlo" panose="020B0609030804020204" pitchFamily="49" charset="0"/>
              </a:rPr>
              <a:t>USING</a:t>
            </a:r>
            <a:r>
              <a:rPr lang="en-IE" sz="2000" b="0" dirty="0">
                <a:solidFill>
                  <a:srgbClr val="000000"/>
                </a:solidFill>
                <a:effectLst/>
                <a:latin typeface="Menlo" panose="020B0609030804020204" pitchFamily="49" charset="0"/>
              </a:rPr>
              <a:t> (</a:t>
            </a:r>
            <a:r>
              <a:rPr lang="en-IE" sz="2000" b="0" dirty="0" err="1">
                <a:solidFill>
                  <a:srgbClr val="000000"/>
                </a:solidFill>
                <a:effectLst/>
                <a:latin typeface="Menlo" panose="020B0609030804020204" pitchFamily="49" charset="0"/>
              </a:rPr>
              <a:t>publisher_id</a:t>
            </a:r>
            <a:r>
              <a:rPr lang="en-IE" sz="2000" b="0" dirty="0">
                <a:solidFill>
                  <a:srgbClr val="000000"/>
                </a:solidFill>
                <a:effectLst/>
                <a:latin typeface="Menlo" panose="020B0609030804020204" pitchFamily="49" charset="0"/>
              </a:rPr>
              <a:t>)</a:t>
            </a:r>
          </a:p>
          <a:p>
            <a:pPr>
              <a:buNone/>
            </a:pPr>
            <a:r>
              <a:rPr lang="en-IE" sz="2000" b="0" dirty="0">
                <a:solidFill>
                  <a:srgbClr val="0000FF"/>
                </a:solidFill>
                <a:effectLst/>
                <a:latin typeface="Menlo" panose="020B0609030804020204" pitchFamily="49" charset="0"/>
              </a:rPr>
              <a:t>JOIN</a:t>
            </a:r>
            <a:r>
              <a:rPr lang="en-IE" sz="2000" b="0" dirty="0">
                <a:solidFill>
                  <a:srgbClr val="000000"/>
                </a:solidFill>
                <a:effectLst/>
                <a:latin typeface="Menlo" panose="020B0609030804020204" pitchFamily="49" charset="0"/>
              </a:rPr>
              <a:t> sale </a:t>
            </a:r>
            <a:r>
              <a:rPr lang="en-IE" sz="2000" b="0" dirty="0">
                <a:solidFill>
                  <a:srgbClr val="0000FF"/>
                </a:solidFill>
                <a:effectLst/>
                <a:latin typeface="Menlo" panose="020B0609030804020204" pitchFamily="49" charset="0"/>
              </a:rPr>
              <a:t>USING</a:t>
            </a:r>
            <a:r>
              <a:rPr lang="en-IE" sz="2000" b="0" dirty="0">
                <a:solidFill>
                  <a:srgbClr val="000000"/>
                </a:solidFill>
                <a:effectLst/>
                <a:latin typeface="Menlo" panose="020B0609030804020204" pitchFamily="49" charset="0"/>
              </a:rPr>
              <a:t> (</a:t>
            </a:r>
            <a:r>
              <a:rPr lang="en-IE" sz="2000" b="0" dirty="0" err="1">
                <a:solidFill>
                  <a:srgbClr val="000000"/>
                </a:solidFill>
                <a:effectLst/>
                <a:latin typeface="Menlo" panose="020B0609030804020204" pitchFamily="49" charset="0"/>
              </a:rPr>
              <a:t>publisher_id</a:t>
            </a:r>
            <a:r>
              <a:rPr lang="en-IE" sz="2000" b="0" dirty="0">
                <a:solidFill>
                  <a:srgbClr val="000000"/>
                </a:solidFill>
                <a:effectLst/>
                <a:latin typeface="Menlo" panose="020B0609030804020204" pitchFamily="49" charset="0"/>
              </a:rPr>
              <a:t>);</a:t>
            </a:r>
          </a:p>
        </p:txBody>
      </p:sp>
    </p:spTree>
    <p:extLst>
      <p:ext uri="{BB962C8B-B14F-4D97-AF65-F5344CB8AC3E}">
        <p14:creationId xmlns:p14="http://schemas.microsoft.com/office/powerpoint/2010/main" val="1103869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4234F-5819-6D97-BB24-557780B303F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DA990AE-E466-594D-D9FF-A8635967DB86}"/>
              </a:ext>
            </a:extLst>
          </p:cNvPr>
          <p:cNvSpPr/>
          <p:nvPr/>
        </p:nvSpPr>
        <p:spPr>
          <a:xfrm>
            <a:off x="304800" y="1242268"/>
            <a:ext cx="9372600" cy="1938992"/>
          </a:xfrm>
          <a:prstGeom prst="rect">
            <a:avLst/>
          </a:prstGeom>
        </p:spPr>
        <p:txBody>
          <a:bodyPr wrap="square">
            <a:spAutoFit/>
          </a:bodyPr>
          <a:lstStyle/>
          <a:p>
            <a:r>
              <a:rPr lang="en-IE" sz="2000" dirty="0"/>
              <a:t>Q3d) (d)  To implement an efficient and consistent database, some integrity rules should be followed. Explain each of the following integrities and give examples of how these were followed in the video game database presented in question 1.</a:t>
            </a:r>
          </a:p>
          <a:p>
            <a:pPr marL="342900" indent="-342900">
              <a:buFont typeface="Arial" panose="020B0604020202020204" pitchFamily="34" charset="0"/>
              <a:buChar char="•"/>
            </a:pPr>
            <a:r>
              <a:rPr lang="en-IE" sz="2000" dirty="0"/>
              <a:t>Entity integrity</a:t>
            </a:r>
          </a:p>
          <a:p>
            <a:pPr marL="342900" indent="-342900">
              <a:buFont typeface="Arial" panose="020B0604020202020204" pitchFamily="34" charset="0"/>
              <a:buChar char="•"/>
            </a:pPr>
            <a:r>
              <a:rPr lang="en-IE" sz="2000" dirty="0"/>
              <a:t>Domain integrity</a:t>
            </a:r>
          </a:p>
          <a:p>
            <a:pPr marL="342900" indent="-342900">
              <a:buFont typeface="Arial" panose="020B0604020202020204" pitchFamily="34" charset="0"/>
              <a:buChar char="•"/>
            </a:pPr>
            <a:r>
              <a:rPr lang="en-IE" sz="2000" dirty="0"/>
              <a:t>Referential integrity</a:t>
            </a:r>
          </a:p>
        </p:txBody>
      </p:sp>
      <p:sp>
        <p:nvSpPr>
          <p:cNvPr id="7" name="object 3">
            <a:extLst>
              <a:ext uri="{FF2B5EF4-FFF2-40B4-BE49-F238E27FC236}">
                <a16:creationId xmlns:a16="http://schemas.microsoft.com/office/drawing/2014/main" id="{BD382B37-BC96-C57C-C9E4-2D32EA35E2DD}"/>
              </a:ext>
            </a:extLst>
          </p:cNvPr>
          <p:cNvSpPr txBox="1">
            <a:spLocks noGrp="1"/>
          </p:cNvSpPr>
          <p:nvPr>
            <p:ph type="title"/>
          </p:nvPr>
        </p:nvSpPr>
        <p:spPr>
          <a:xfrm>
            <a:off x="241300" y="120650"/>
            <a:ext cx="7988934"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Winter</a:t>
            </a:r>
            <a:r>
              <a:rPr lang="pt-BR" sz="3859" spc="-20" dirty="0"/>
              <a:t> </a:t>
            </a:r>
            <a:r>
              <a:rPr lang="pt-BR" sz="3859" spc="-20" dirty="0" err="1"/>
              <a:t>exam</a:t>
            </a:r>
            <a:r>
              <a:rPr lang="pt-BR" sz="3859" spc="-20" dirty="0"/>
              <a:t> – 2022/2023</a:t>
            </a:r>
            <a:endParaRPr sz="3859" spc="-20" dirty="0"/>
          </a:p>
        </p:txBody>
      </p:sp>
      <p:sp>
        <p:nvSpPr>
          <p:cNvPr id="4" name="TextBox 3">
            <a:extLst>
              <a:ext uri="{FF2B5EF4-FFF2-40B4-BE49-F238E27FC236}">
                <a16:creationId xmlns:a16="http://schemas.microsoft.com/office/drawing/2014/main" id="{36EEAD14-9052-3C11-9706-F29E227F7AAB}"/>
              </a:ext>
            </a:extLst>
          </p:cNvPr>
          <p:cNvSpPr txBox="1"/>
          <p:nvPr/>
        </p:nvSpPr>
        <p:spPr>
          <a:xfrm>
            <a:off x="342900" y="3631415"/>
            <a:ext cx="9283700" cy="3447098"/>
          </a:xfrm>
          <a:prstGeom prst="rect">
            <a:avLst/>
          </a:prstGeom>
          <a:noFill/>
        </p:spPr>
        <p:txBody>
          <a:bodyPr wrap="square">
            <a:spAutoFit/>
          </a:bodyPr>
          <a:lstStyle/>
          <a:p>
            <a:r>
              <a:rPr lang="en-IE" sz="2000" b="1" dirty="0">
                <a:solidFill>
                  <a:schemeClr val="tx2">
                    <a:lumMod val="75000"/>
                  </a:schemeClr>
                </a:solidFill>
              </a:rPr>
              <a:t>Entity integrity: Ensures a unique, non-null value per row by using a unique identifier (primary key). One example is the attribute </a:t>
            </a:r>
            <a:r>
              <a:rPr lang="en-IE" sz="2000" b="1" dirty="0" err="1">
                <a:solidFill>
                  <a:schemeClr val="tx2">
                    <a:lumMod val="75000"/>
                  </a:schemeClr>
                </a:solidFill>
              </a:rPr>
              <a:t>publisher_id</a:t>
            </a:r>
            <a:r>
              <a:rPr lang="en-IE" sz="2000" b="1" dirty="0">
                <a:solidFill>
                  <a:schemeClr val="tx2">
                    <a:lumMod val="75000"/>
                  </a:schemeClr>
                </a:solidFill>
              </a:rPr>
              <a:t>.</a:t>
            </a:r>
          </a:p>
          <a:p>
            <a:endParaRPr lang="en-IE" sz="2000" b="1" dirty="0">
              <a:solidFill>
                <a:schemeClr val="tx2">
                  <a:lumMod val="75000"/>
                </a:schemeClr>
              </a:solidFill>
            </a:endParaRPr>
          </a:p>
          <a:p>
            <a:r>
              <a:rPr lang="en-IE" sz="2000" b="1" dirty="0">
                <a:solidFill>
                  <a:schemeClr val="tx2">
                    <a:lumMod val="75000"/>
                  </a:schemeClr>
                </a:solidFill>
              </a:rPr>
              <a:t>Domain integrity: Ensures that only valid values can be input into columns, according to their datatype and value constraints. One example is the constraint added to the attribute </a:t>
            </a:r>
            <a:r>
              <a:rPr lang="en-IE" sz="2000" b="1" dirty="0" err="1">
                <a:solidFill>
                  <a:schemeClr val="tx2">
                    <a:lumMod val="75000"/>
                  </a:schemeClr>
                </a:solidFill>
              </a:rPr>
              <a:t>publisher_email</a:t>
            </a:r>
            <a:r>
              <a:rPr lang="en-IE" sz="2000" b="1" dirty="0">
                <a:solidFill>
                  <a:schemeClr val="tx2">
                    <a:lumMod val="75000"/>
                  </a:schemeClr>
                </a:solidFill>
              </a:rPr>
              <a:t>.</a:t>
            </a:r>
          </a:p>
          <a:p>
            <a:endParaRPr lang="en-IE" sz="2000" b="1" dirty="0">
              <a:solidFill>
                <a:schemeClr val="tx2">
                  <a:lumMod val="75000"/>
                </a:schemeClr>
              </a:solidFill>
            </a:endParaRPr>
          </a:p>
          <a:p>
            <a:r>
              <a:rPr lang="en-IE" sz="2000" b="1" dirty="0">
                <a:solidFill>
                  <a:schemeClr val="tx2">
                    <a:lumMod val="75000"/>
                  </a:schemeClr>
                </a:solidFill>
              </a:rPr>
              <a:t>Referential integrity: Ensure consistency of values in tables that are related by adding a primary key of one table as a foreign key of another table. One example is the attribute </a:t>
            </a:r>
            <a:r>
              <a:rPr lang="en-IE" sz="2000" b="1" dirty="0" err="1">
                <a:solidFill>
                  <a:schemeClr val="tx2">
                    <a:lumMod val="75000"/>
                  </a:schemeClr>
                </a:solidFill>
              </a:rPr>
              <a:t>publisher_id</a:t>
            </a:r>
            <a:r>
              <a:rPr lang="en-IE" sz="2000" b="1" dirty="0">
                <a:solidFill>
                  <a:schemeClr val="tx2">
                    <a:lumMod val="75000"/>
                  </a:schemeClr>
                </a:solidFill>
              </a:rPr>
              <a:t> in the table game.</a:t>
            </a:r>
          </a:p>
          <a:p>
            <a:endParaRPr lang="en-IE" sz="2000" b="1" dirty="0">
              <a:solidFill>
                <a:schemeClr val="tx2">
                  <a:lumMod val="75000"/>
                </a:schemeClr>
              </a:solidFill>
            </a:endParaRPr>
          </a:p>
        </p:txBody>
      </p:sp>
    </p:spTree>
    <p:extLst>
      <p:ext uri="{BB962C8B-B14F-4D97-AF65-F5344CB8AC3E}">
        <p14:creationId xmlns:p14="http://schemas.microsoft.com/office/powerpoint/2010/main" val="4264935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D0220-4099-029F-E317-D0568D7E9870}"/>
            </a:ext>
          </a:extLst>
        </p:cNvPr>
        <p:cNvGrpSpPr/>
        <p:nvPr/>
      </p:nvGrpSpPr>
      <p:grpSpPr>
        <a:xfrm>
          <a:off x="0" y="0"/>
          <a:ext cx="0" cy="0"/>
          <a:chOff x="0" y="0"/>
          <a:chExt cx="0" cy="0"/>
        </a:xfrm>
      </p:grpSpPr>
      <p:sp>
        <p:nvSpPr>
          <p:cNvPr id="7" name="object 3">
            <a:extLst>
              <a:ext uri="{FF2B5EF4-FFF2-40B4-BE49-F238E27FC236}">
                <a16:creationId xmlns:a16="http://schemas.microsoft.com/office/drawing/2014/main" id="{7CF955A6-138F-1244-2C67-A58835F7DA76}"/>
              </a:ext>
            </a:extLst>
          </p:cNvPr>
          <p:cNvSpPr txBox="1">
            <a:spLocks noGrp="1"/>
          </p:cNvSpPr>
          <p:nvPr>
            <p:ph type="title"/>
          </p:nvPr>
        </p:nvSpPr>
        <p:spPr>
          <a:xfrm>
            <a:off x="241300" y="58786"/>
            <a:ext cx="9372600"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Semester</a:t>
            </a:r>
            <a:r>
              <a:rPr lang="pt-BR" sz="3859" spc="-20" dirty="0"/>
              <a:t> 2 </a:t>
            </a:r>
            <a:r>
              <a:rPr lang="pt-BR" sz="3859" spc="-20" dirty="0" err="1"/>
              <a:t>exam</a:t>
            </a:r>
            <a:r>
              <a:rPr lang="pt-BR" sz="3859" spc="-20" dirty="0"/>
              <a:t> – 2024/2025 – TU857</a:t>
            </a:r>
            <a:endParaRPr sz="3859" spc="-20" dirty="0"/>
          </a:p>
        </p:txBody>
      </p:sp>
      <p:pic>
        <p:nvPicPr>
          <p:cNvPr id="3" name="Picture 2" descr="A screenshot of a computer&#10;&#10;AI-generated content may be incorrect.">
            <a:extLst>
              <a:ext uri="{FF2B5EF4-FFF2-40B4-BE49-F238E27FC236}">
                <a16:creationId xmlns:a16="http://schemas.microsoft.com/office/drawing/2014/main" id="{787F20F2-5115-F13B-1A86-2111F5B2E8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900" y="1542609"/>
            <a:ext cx="5416312" cy="4471279"/>
          </a:xfrm>
          <a:prstGeom prst="rect">
            <a:avLst/>
          </a:prstGeom>
        </p:spPr>
      </p:pic>
      <p:sp>
        <p:nvSpPr>
          <p:cNvPr id="8" name="TextBox 7">
            <a:extLst>
              <a:ext uri="{FF2B5EF4-FFF2-40B4-BE49-F238E27FC236}">
                <a16:creationId xmlns:a16="http://schemas.microsoft.com/office/drawing/2014/main" id="{CEE72057-2FE7-88BD-FCD8-98B8773D6951}"/>
              </a:ext>
            </a:extLst>
          </p:cNvPr>
          <p:cNvSpPr txBox="1"/>
          <p:nvPr/>
        </p:nvSpPr>
        <p:spPr>
          <a:xfrm>
            <a:off x="5727700" y="1187450"/>
            <a:ext cx="4876800" cy="5016758"/>
          </a:xfrm>
          <a:prstGeom prst="rect">
            <a:avLst/>
          </a:prstGeom>
          <a:noFill/>
        </p:spPr>
        <p:txBody>
          <a:bodyPr wrap="square">
            <a:spAutoFit/>
          </a:bodyPr>
          <a:lstStyle/>
          <a:p>
            <a:pPr>
              <a:buNone/>
            </a:pPr>
            <a:r>
              <a:rPr lang="en-GB" sz="2000" dirty="0" err="1">
                <a:effectLst/>
                <a:latin typeface="Times New Roman" panose="02020603050405020304" pitchFamily="18" charset="0"/>
                <a:ea typeface="Times New Roman" panose="02020603050405020304" pitchFamily="18" charset="0"/>
              </a:rPr>
              <a:t>FitLife</a:t>
            </a:r>
            <a:r>
              <a:rPr lang="en-GB" sz="2000" dirty="0">
                <a:effectLst/>
                <a:latin typeface="Times New Roman" panose="02020603050405020304" pitchFamily="18" charset="0"/>
                <a:ea typeface="Times New Roman" panose="02020603050405020304" pitchFamily="18" charset="0"/>
              </a:rPr>
              <a:t> is a social fitness tracking app designed for people who want to track workouts, set fitness goals, and engage with friends in a social fitness environment. The app allows users to:</a:t>
            </a:r>
            <a:endParaRPr lang="en-IE" sz="2000" dirty="0">
              <a:effectLst/>
              <a:latin typeface="Times New Roman" panose="02020603050405020304" pitchFamily="18" charset="0"/>
              <a:ea typeface="Times New Roman" panose="02020603050405020304" pitchFamily="18" charset="0"/>
            </a:endParaRPr>
          </a:p>
          <a:p>
            <a:pPr marL="342900" lvl="0" indent="-342900">
              <a:buFont typeface="Symbol" pitchFamily="2" charset="2"/>
              <a:buChar char=""/>
            </a:pPr>
            <a:r>
              <a:rPr lang="en-US" sz="2000" dirty="0">
                <a:effectLst/>
                <a:latin typeface="Times New Roman" panose="02020603050405020304" pitchFamily="18" charset="0"/>
                <a:ea typeface="DengXian" panose="02010600030101010101" pitchFamily="2" charset="-122"/>
                <a:cs typeface="Arial" panose="020B0604020202020204" pitchFamily="34" charset="0"/>
              </a:rPr>
              <a:t>Log workouts (e.g., running, weightlifting, yoga).</a:t>
            </a:r>
            <a:endParaRPr lang="en-IE" sz="20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buFont typeface="Symbol" pitchFamily="2" charset="2"/>
              <a:buChar char=""/>
            </a:pPr>
            <a:r>
              <a:rPr lang="en-US" sz="2000" dirty="0">
                <a:effectLst/>
                <a:latin typeface="Times New Roman" panose="02020603050405020304" pitchFamily="18" charset="0"/>
                <a:ea typeface="DengXian" panose="02010600030101010101" pitchFamily="2" charset="-122"/>
                <a:cs typeface="Arial" panose="020B0604020202020204" pitchFamily="34" charset="0"/>
              </a:rPr>
              <a:t>Set fitness goals and track progress.</a:t>
            </a:r>
            <a:endParaRPr lang="en-IE" sz="20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buFont typeface="Symbol" pitchFamily="2" charset="2"/>
              <a:buChar char=""/>
            </a:pPr>
            <a:r>
              <a:rPr lang="en-US" sz="2000" dirty="0">
                <a:effectLst/>
                <a:latin typeface="Times New Roman" panose="02020603050405020304" pitchFamily="18" charset="0"/>
                <a:ea typeface="DengXian" panose="02010600030101010101" pitchFamily="2" charset="-122"/>
                <a:cs typeface="Arial" panose="020B0604020202020204" pitchFamily="34" charset="0"/>
              </a:rPr>
              <a:t>Connect with friends and compare stats.</a:t>
            </a:r>
            <a:endParaRPr lang="en-IE" sz="20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buFont typeface="Symbol" pitchFamily="2" charset="2"/>
              <a:buChar char=""/>
            </a:pPr>
            <a:r>
              <a:rPr lang="en-US" sz="2000" dirty="0">
                <a:effectLst/>
                <a:latin typeface="Times New Roman" panose="02020603050405020304" pitchFamily="18" charset="0"/>
                <a:ea typeface="DengXian" panose="02010600030101010101" pitchFamily="2" charset="-122"/>
                <a:cs typeface="Arial" panose="020B0604020202020204" pitchFamily="34" charset="0"/>
              </a:rPr>
              <a:t>Leave comments on workouts to encourage each other.</a:t>
            </a:r>
            <a:endParaRPr lang="en-IE" sz="20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buFont typeface="Symbol" pitchFamily="2" charset="2"/>
              <a:buChar char=""/>
            </a:pPr>
            <a:r>
              <a:rPr lang="en-US" sz="2000" dirty="0">
                <a:effectLst/>
                <a:latin typeface="Times New Roman" panose="02020603050405020304" pitchFamily="18" charset="0"/>
                <a:ea typeface="DengXian" panose="02010600030101010101" pitchFamily="2" charset="-122"/>
                <a:cs typeface="Arial" panose="020B0604020202020204" pitchFamily="34" charset="0"/>
              </a:rPr>
              <a:t>The database stores users, workouts, fitness goals, comments, and friendships.</a:t>
            </a:r>
            <a:endParaRPr lang="en-IE" sz="2000" dirty="0">
              <a:effectLst/>
              <a:latin typeface="Calibri" panose="020F0502020204030204" pitchFamily="34" charset="0"/>
              <a:ea typeface="DengXian" panose="02010600030101010101" pitchFamily="2" charset="-122"/>
              <a:cs typeface="Arial" panose="020B0604020202020204" pitchFamily="34" charset="0"/>
            </a:endParaRPr>
          </a:p>
          <a:p>
            <a:pPr>
              <a:buNone/>
            </a:pPr>
            <a:r>
              <a:rPr lang="en-GB" sz="2000" b="1" dirty="0">
                <a:effectLst/>
                <a:latin typeface="Times New Roman" panose="02020603050405020304" pitchFamily="18" charset="0"/>
                <a:ea typeface="Times New Roman" panose="02020603050405020304" pitchFamily="18" charset="0"/>
              </a:rPr>
              <a:t> </a:t>
            </a:r>
            <a:endParaRPr lang="en-IE" sz="2000" dirty="0">
              <a:effectLst/>
              <a:latin typeface="Times New Roman" panose="02020603050405020304" pitchFamily="18" charset="0"/>
              <a:ea typeface="Times New Roman" panose="02020603050405020304" pitchFamily="18" charset="0"/>
            </a:endParaRPr>
          </a:p>
          <a:p>
            <a:pPr>
              <a:buNone/>
            </a:pPr>
            <a:r>
              <a:rPr lang="en-US" sz="2000" dirty="0">
                <a:effectLst/>
                <a:latin typeface="Times New Roman" panose="02020603050405020304" pitchFamily="18" charset="0"/>
                <a:ea typeface="DengXian" panose="02010600030101010101" pitchFamily="2" charset="-122"/>
              </a:rPr>
              <a:t>The following ERD represents the database that is part of the </a:t>
            </a:r>
            <a:r>
              <a:rPr lang="en-US" sz="2000" dirty="0" err="1">
                <a:effectLst/>
                <a:latin typeface="Times New Roman" panose="02020603050405020304" pitchFamily="18" charset="0"/>
                <a:ea typeface="DengXian" panose="02010600030101010101" pitchFamily="2" charset="-122"/>
              </a:rPr>
              <a:t>FitLife</a:t>
            </a:r>
            <a:r>
              <a:rPr lang="en-US" sz="2000" dirty="0">
                <a:effectLst/>
                <a:latin typeface="Times New Roman" panose="02020603050405020304" pitchFamily="18" charset="0"/>
                <a:ea typeface="DengXian" panose="02010600030101010101" pitchFamily="2" charset="-122"/>
              </a:rPr>
              <a:t> app.</a:t>
            </a:r>
            <a:endParaRPr lang="en-IE"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45098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BDC76-351F-9439-C789-5699B4E5225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EC07EA2-FB69-A3B5-CEF8-1B0C567F2CB6}"/>
              </a:ext>
            </a:extLst>
          </p:cNvPr>
          <p:cNvSpPr/>
          <p:nvPr/>
        </p:nvSpPr>
        <p:spPr>
          <a:xfrm>
            <a:off x="774700" y="1242268"/>
            <a:ext cx="8902700" cy="954107"/>
          </a:xfrm>
          <a:prstGeom prst="rect">
            <a:avLst/>
          </a:prstGeom>
        </p:spPr>
        <p:txBody>
          <a:bodyPr wrap="square">
            <a:spAutoFit/>
          </a:bodyPr>
          <a:lstStyle/>
          <a:p>
            <a:r>
              <a:rPr lang="en-IE" sz="2800" dirty="0"/>
              <a:t>Q1(b) Write an SQL query to retrieve the usernames of users who have never logged a workout.</a:t>
            </a:r>
          </a:p>
        </p:txBody>
      </p:sp>
      <p:sp>
        <p:nvSpPr>
          <p:cNvPr id="3" name="TextBox 2">
            <a:extLst>
              <a:ext uri="{FF2B5EF4-FFF2-40B4-BE49-F238E27FC236}">
                <a16:creationId xmlns:a16="http://schemas.microsoft.com/office/drawing/2014/main" id="{7F5334FD-3589-6A50-4FB9-D8BA226E9108}"/>
              </a:ext>
            </a:extLst>
          </p:cNvPr>
          <p:cNvSpPr txBox="1"/>
          <p:nvPr/>
        </p:nvSpPr>
        <p:spPr>
          <a:xfrm>
            <a:off x="927100" y="3625850"/>
            <a:ext cx="6553200" cy="1569660"/>
          </a:xfrm>
          <a:prstGeom prst="rect">
            <a:avLst/>
          </a:prstGeom>
          <a:noFill/>
        </p:spPr>
        <p:txBody>
          <a:bodyPr wrap="square">
            <a:spAutoFit/>
          </a:bodyPr>
          <a:lstStyle/>
          <a:p>
            <a:pPr>
              <a:buNone/>
            </a:pPr>
            <a:r>
              <a:rPr lang="en-IE" sz="2400" b="0" dirty="0">
                <a:solidFill>
                  <a:srgbClr val="0000FF"/>
                </a:solidFill>
                <a:effectLst/>
                <a:latin typeface="Menlo" panose="020B0609030804020204" pitchFamily="49" charset="0"/>
              </a:rPr>
              <a:t>SELECT</a:t>
            </a:r>
            <a:r>
              <a:rPr lang="en-IE" sz="2400" b="0" dirty="0">
                <a:solidFill>
                  <a:srgbClr val="000000"/>
                </a:solidFill>
                <a:effectLst/>
                <a:latin typeface="Menlo" panose="020B0609030804020204" pitchFamily="49" charset="0"/>
              </a:rPr>
              <a:t> Username</a:t>
            </a:r>
          </a:p>
          <a:p>
            <a:pPr>
              <a:buNone/>
            </a:pPr>
            <a:r>
              <a:rPr lang="en-IE" sz="2400" b="0" dirty="0">
                <a:solidFill>
                  <a:srgbClr val="0000FF"/>
                </a:solidFill>
                <a:effectLst/>
                <a:latin typeface="Menlo" panose="020B0609030804020204" pitchFamily="49" charset="0"/>
              </a:rPr>
              <a:t>FROM</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UserProfile</a:t>
            </a:r>
            <a:endParaRPr lang="en-IE" sz="2400" b="0" dirty="0">
              <a:solidFill>
                <a:srgbClr val="000000"/>
              </a:solidFill>
              <a:effectLst/>
              <a:latin typeface="Menlo" panose="020B0609030804020204" pitchFamily="49" charset="0"/>
            </a:endParaRPr>
          </a:p>
          <a:p>
            <a:pPr>
              <a:buNone/>
            </a:pPr>
            <a:r>
              <a:rPr lang="en-IE" sz="2400" b="0" dirty="0">
                <a:solidFill>
                  <a:srgbClr val="0000FF"/>
                </a:solidFill>
                <a:effectLst/>
                <a:latin typeface="Menlo" panose="020B0609030804020204" pitchFamily="49" charset="0"/>
              </a:rPr>
              <a:t>LEFT JOIN</a:t>
            </a:r>
            <a:r>
              <a:rPr lang="en-IE" sz="2400" b="0" dirty="0">
                <a:solidFill>
                  <a:srgbClr val="000000"/>
                </a:solidFill>
                <a:effectLst/>
                <a:latin typeface="Menlo" panose="020B0609030804020204" pitchFamily="49" charset="0"/>
              </a:rPr>
              <a:t> Workout </a:t>
            </a:r>
            <a:r>
              <a:rPr lang="en-IE" sz="2400" b="0" dirty="0">
                <a:solidFill>
                  <a:srgbClr val="0000FF"/>
                </a:solidFill>
                <a:effectLst/>
                <a:latin typeface="Menlo" panose="020B0609030804020204" pitchFamily="49" charset="0"/>
              </a:rPr>
              <a:t>USING</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UserID</a:t>
            </a:r>
            <a:r>
              <a:rPr lang="en-IE" sz="2400" b="0" dirty="0">
                <a:solidFill>
                  <a:srgbClr val="000000"/>
                </a:solidFill>
                <a:effectLst/>
                <a:latin typeface="Menlo" panose="020B0609030804020204" pitchFamily="49" charset="0"/>
              </a:rPr>
              <a:t>)</a:t>
            </a:r>
          </a:p>
          <a:p>
            <a:pPr>
              <a:buNone/>
            </a:pPr>
            <a:r>
              <a:rPr lang="en-IE" sz="2400" b="0" dirty="0">
                <a:solidFill>
                  <a:srgbClr val="0000FF"/>
                </a:solidFill>
                <a:effectLst/>
                <a:latin typeface="Menlo" panose="020B0609030804020204" pitchFamily="49" charset="0"/>
              </a:rPr>
              <a:t>WHERE</a:t>
            </a:r>
            <a:r>
              <a:rPr lang="en-IE" sz="2400" b="0" dirty="0">
                <a:solidFill>
                  <a:srgbClr val="000000"/>
                </a:solidFill>
                <a:effectLst/>
                <a:latin typeface="Menlo" panose="020B0609030804020204" pitchFamily="49" charset="0"/>
              </a:rPr>
              <a:t> </a:t>
            </a:r>
            <a:r>
              <a:rPr lang="en-IE" sz="2400" b="0" dirty="0" err="1">
                <a:solidFill>
                  <a:srgbClr val="000000"/>
                </a:solidFill>
                <a:effectLst/>
                <a:latin typeface="Menlo" panose="020B0609030804020204" pitchFamily="49" charset="0"/>
              </a:rPr>
              <a:t>Workout.UserID</a:t>
            </a:r>
            <a:r>
              <a:rPr lang="en-IE" sz="2400" b="0" dirty="0">
                <a:solidFill>
                  <a:srgbClr val="000000"/>
                </a:solidFill>
                <a:effectLst/>
                <a:latin typeface="Menlo" panose="020B0609030804020204" pitchFamily="49" charset="0"/>
              </a:rPr>
              <a:t> </a:t>
            </a:r>
            <a:r>
              <a:rPr lang="en-IE" sz="2400" b="0" dirty="0">
                <a:solidFill>
                  <a:srgbClr val="0000FF"/>
                </a:solidFill>
                <a:effectLst/>
                <a:latin typeface="Menlo" panose="020B0609030804020204" pitchFamily="49" charset="0"/>
              </a:rPr>
              <a:t>IS</a:t>
            </a:r>
            <a:r>
              <a:rPr lang="en-IE" sz="2400" b="0" dirty="0">
                <a:solidFill>
                  <a:srgbClr val="000000"/>
                </a:solidFill>
                <a:effectLst/>
                <a:latin typeface="Menlo" panose="020B0609030804020204" pitchFamily="49" charset="0"/>
              </a:rPr>
              <a:t> </a:t>
            </a:r>
            <a:r>
              <a:rPr lang="en-IE" sz="2400" b="0" dirty="0">
                <a:solidFill>
                  <a:srgbClr val="0000FF"/>
                </a:solidFill>
                <a:effectLst/>
                <a:latin typeface="Menlo" panose="020B0609030804020204" pitchFamily="49" charset="0"/>
              </a:rPr>
              <a:t>NULL</a:t>
            </a:r>
            <a:r>
              <a:rPr lang="en-IE" sz="2400" b="0" dirty="0">
                <a:solidFill>
                  <a:srgbClr val="000000"/>
                </a:solidFill>
                <a:effectLst/>
                <a:latin typeface="Menlo" panose="020B0609030804020204" pitchFamily="49" charset="0"/>
              </a:rPr>
              <a:t>;</a:t>
            </a:r>
          </a:p>
        </p:txBody>
      </p:sp>
      <p:sp>
        <p:nvSpPr>
          <p:cNvPr id="9" name="object 3">
            <a:extLst>
              <a:ext uri="{FF2B5EF4-FFF2-40B4-BE49-F238E27FC236}">
                <a16:creationId xmlns:a16="http://schemas.microsoft.com/office/drawing/2014/main" id="{EA7582C7-6EFE-2D35-0970-D3C173AF938A}"/>
              </a:ext>
            </a:extLst>
          </p:cNvPr>
          <p:cNvSpPr txBox="1">
            <a:spLocks noGrp="1"/>
          </p:cNvSpPr>
          <p:nvPr>
            <p:ph type="title"/>
          </p:nvPr>
        </p:nvSpPr>
        <p:spPr>
          <a:xfrm>
            <a:off x="241300" y="58786"/>
            <a:ext cx="9372600"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Semester</a:t>
            </a:r>
            <a:r>
              <a:rPr lang="pt-BR" sz="3859" spc="-20" dirty="0"/>
              <a:t> 2 </a:t>
            </a:r>
            <a:r>
              <a:rPr lang="pt-BR" sz="3859" spc="-20" dirty="0" err="1"/>
              <a:t>exam</a:t>
            </a:r>
            <a:r>
              <a:rPr lang="pt-BR" sz="3859" spc="-20" dirty="0"/>
              <a:t> – 2024/2025 – TU857</a:t>
            </a:r>
            <a:endParaRPr sz="3859" spc="-20" dirty="0"/>
          </a:p>
        </p:txBody>
      </p:sp>
    </p:spTree>
    <p:extLst>
      <p:ext uri="{BB962C8B-B14F-4D97-AF65-F5344CB8AC3E}">
        <p14:creationId xmlns:p14="http://schemas.microsoft.com/office/powerpoint/2010/main" val="312160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6F361-E196-2E93-7924-0731E203235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01B2424-7502-2D82-4726-87FD034D5A7E}"/>
              </a:ext>
            </a:extLst>
          </p:cNvPr>
          <p:cNvSpPr/>
          <p:nvPr/>
        </p:nvSpPr>
        <p:spPr>
          <a:xfrm>
            <a:off x="774700" y="1242268"/>
            <a:ext cx="8902700" cy="1384995"/>
          </a:xfrm>
          <a:prstGeom prst="rect">
            <a:avLst/>
          </a:prstGeom>
        </p:spPr>
        <p:txBody>
          <a:bodyPr wrap="square">
            <a:spAutoFit/>
          </a:bodyPr>
          <a:lstStyle/>
          <a:p>
            <a:r>
              <a:rPr lang="en-IE" sz="2800" dirty="0"/>
              <a:t>Q1(c) Write an SQL query to retrieve the user’s name and the total calories burned by each user. Rename the resulting columns as “Name” and “Total Calories”</a:t>
            </a:r>
          </a:p>
        </p:txBody>
      </p:sp>
      <p:sp>
        <p:nvSpPr>
          <p:cNvPr id="4" name="TextBox 3">
            <a:extLst>
              <a:ext uri="{FF2B5EF4-FFF2-40B4-BE49-F238E27FC236}">
                <a16:creationId xmlns:a16="http://schemas.microsoft.com/office/drawing/2014/main" id="{99A1F3FD-D032-0416-AF62-A72B1910FFDF}"/>
              </a:ext>
            </a:extLst>
          </p:cNvPr>
          <p:cNvSpPr txBox="1"/>
          <p:nvPr/>
        </p:nvSpPr>
        <p:spPr>
          <a:xfrm>
            <a:off x="927100" y="3549650"/>
            <a:ext cx="5346700" cy="1754326"/>
          </a:xfrm>
          <a:prstGeom prst="rect">
            <a:avLst/>
          </a:prstGeom>
          <a:noFill/>
        </p:spPr>
        <p:txBody>
          <a:bodyPr wrap="square">
            <a:spAutoFit/>
          </a:bodyPr>
          <a:lstStyle/>
          <a:p>
            <a:pPr>
              <a:buNone/>
            </a:pPr>
            <a:r>
              <a:rPr lang="en-IE" b="0" dirty="0">
                <a:solidFill>
                  <a:srgbClr val="0000FF"/>
                </a:solidFill>
                <a:effectLst/>
                <a:latin typeface="Menlo" panose="020B0609030804020204" pitchFamily="49" charset="0"/>
              </a:rPr>
              <a:t>SELECT</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UserProfile.Username</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Name</a:t>
            </a:r>
            <a:r>
              <a:rPr lang="en-IE" b="0" dirty="0">
                <a:solidFill>
                  <a:srgbClr val="000000"/>
                </a:solidFill>
                <a:effectLst/>
                <a:latin typeface="Menlo" panose="020B0609030804020204" pitchFamily="49" charset="0"/>
              </a:rPr>
              <a:t>”, </a:t>
            </a:r>
            <a:r>
              <a:rPr lang="en-IE" b="0" dirty="0">
                <a:solidFill>
                  <a:srgbClr val="74531F"/>
                </a:solidFill>
                <a:effectLst/>
                <a:latin typeface="Menlo" panose="020B0609030804020204" pitchFamily="49" charset="0"/>
              </a:rPr>
              <a:t>SUM</a:t>
            </a:r>
            <a:r>
              <a:rPr lang="en-IE" b="0" dirty="0">
                <a:solidFill>
                  <a:srgbClr val="000000"/>
                </a:solidFill>
                <a:effectLst/>
                <a:latin typeface="Menlo" panose="020B0609030804020204" pitchFamily="49" charset="0"/>
              </a:rPr>
              <a:t>(</a:t>
            </a:r>
            <a:r>
              <a:rPr lang="en-IE" b="0" dirty="0" err="1">
                <a:solidFill>
                  <a:srgbClr val="000000"/>
                </a:solidFill>
                <a:effectLst/>
                <a:latin typeface="Menlo" panose="020B0609030804020204" pitchFamily="49" charset="0"/>
              </a:rPr>
              <a:t>Workout.CaloriesBurned</a:t>
            </a:r>
            <a:r>
              <a:rPr lang="en-IE" b="0" dirty="0">
                <a:solidFill>
                  <a:srgbClr val="000000"/>
                </a:solidFill>
                <a:effectLst/>
                <a:latin typeface="Menlo" panose="020B0609030804020204" pitchFamily="49" charset="0"/>
              </a:rPr>
              <a:t>) “Total Calories”</a:t>
            </a:r>
          </a:p>
          <a:p>
            <a:pPr>
              <a:buNone/>
            </a:pPr>
            <a:r>
              <a:rPr lang="en-IE" b="0" dirty="0">
                <a:solidFill>
                  <a:srgbClr val="0000FF"/>
                </a:solidFill>
                <a:effectLst/>
                <a:latin typeface="Menlo" panose="020B0609030804020204" pitchFamily="49" charset="0"/>
              </a:rPr>
              <a:t>FROM</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UserProfile</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LEFT JOIN</a:t>
            </a:r>
            <a:r>
              <a:rPr lang="en-IE" b="0" dirty="0">
                <a:solidFill>
                  <a:srgbClr val="000000"/>
                </a:solidFill>
                <a:effectLst/>
                <a:latin typeface="Menlo" panose="020B0609030804020204" pitchFamily="49" charset="0"/>
              </a:rPr>
              <a:t> Workout </a:t>
            </a:r>
            <a:r>
              <a:rPr lang="en-IE" b="0" dirty="0">
                <a:solidFill>
                  <a:srgbClr val="0000FF"/>
                </a:solidFill>
                <a:effectLst/>
                <a:latin typeface="Menlo" panose="020B0609030804020204" pitchFamily="49" charset="0"/>
              </a:rPr>
              <a:t>USING</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UserID</a:t>
            </a:r>
            <a:r>
              <a:rPr lang="en-IE" b="0" dirty="0">
                <a:solidFill>
                  <a:srgbClr val="000000"/>
                </a:solidFill>
                <a:effectLst/>
                <a:latin typeface="Menlo" panose="020B0609030804020204" pitchFamily="49" charset="0"/>
              </a:rPr>
              <a:t>)</a:t>
            </a:r>
          </a:p>
          <a:p>
            <a:pPr>
              <a:buNone/>
            </a:pPr>
            <a:r>
              <a:rPr lang="en-IE" b="0" dirty="0">
                <a:solidFill>
                  <a:srgbClr val="0000FF"/>
                </a:solidFill>
                <a:effectLst/>
                <a:latin typeface="Menlo" panose="020B0609030804020204" pitchFamily="49" charset="0"/>
              </a:rPr>
              <a:t>GROUP BY</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UserProfile.Username</a:t>
            </a:r>
            <a:r>
              <a:rPr lang="en-IE" b="0" dirty="0">
                <a:solidFill>
                  <a:srgbClr val="000000"/>
                </a:solidFill>
                <a:effectLst/>
                <a:latin typeface="Menlo" panose="020B0609030804020204" pitchFamily="49" charset="0"/>
              </a:rPr>
              <a:t>;</a:t>
            </a:r>
          </a:p>
        </p:txBody>
      </p:sp>
      <p:sp>
        <p:nvSpPr>
          <p:cNvPr id="9" name="object 3">
            <a:extLst>
              <a:ext uri="{FF2B5EF4-FFF2-40B4-BE49-F238E27FC236}">
                <a16:creationId xmlns:a16="http://schemas.microsoft.com/office/drawing/2014/main" id="{869F22A6-CA16-B579-7E71-507CB744FC9F}"/>
              </a:ext>
            </a:extLst>
          </p:cNvPr>
          <p:cNvSpPr txBox="1">
            <a:spLocks noGrp="1"/>
          </p:cNvSpPr>
          <p:nvPr>
            <p:ph type="title"/>
          </p:nvPr>
        </p:nvSpPr>
        <p:spPr>
          <a:xfrm>
            <a:off x="241300" y="58786"/>
            <a:ext cx="9372600"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Semester</a:t>
            </a:r>
            <a:r>
              <a:rPr lang="pt-BR" sz="3859" spc="-20" dirty="0"/>
              <a:t> 2 </a:t>
            </a:r>
            <a:r>
              <a:rPr lang="pt-BR" sz="3859" spc="-20" dirty="0" err="1"/>
              <a:t>exam</a:t>
            </a:r>
            <a:r>
              <a:rPr lang="pt-BR" sz="3859" spc="-20" dirty="0"/>
              <a:t> – 2024/2025 – TU857</a:t>
            </a:r>
            <a:endParaRPr sz="3859" spc="-20" dirty="0"/>
          </a:p>
        </p:txBody>
      </p:sp>
    </p:spTree>
    <p:extLst>
      <p:ext uri="{BB962C8B-B14F-4D97-AF65-F5344CB8AC3E}">
        <p14:creationId xmlns:p14="http://schemas.microsoft.com/office/powerpoint/2010/main" val="9351619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1" y="695637"/>
            <a:ext cx="2520189"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VIEWS</a:t>
            </a:r>
          </a:p>
        </p:txBody>
      </p:sp>
      <p:sp>
        <p:nvSpPr>
          <p:cNvPr id="4" name="object 4"/>
          <p:cNvSpPr txBox="1"/>
          <p:nvPr/>
        </p:nvSpPr>
        <p:spPr>
          <a:xfrm>
            <a:off x="810005" y="1797050"/>
            <a:ext cx="9073389" cy="2434064"/>
          </a:xfrm>
          <a:prstGeom prst="rect">
            <a:avLst/>
          </a:prstGeom>
        </p:spPr>
        <p:txBody>
          <a:bodyPr vert="horz" wrap="square" lIns="0" tIns="9525" rIns="0" bIns="0" rtlCol="0">
            <a:spAutoFit/>
          </a:bodyPr>
          <a:lstStyle>
            <a:defPPr>
              <a:defRPr lang="en-US"/>
            </a:defPPr>
            <a:lvl1pPr marL="355600" marR="5080" indent="-342900">
              <a:lnSpc>
                <a:spcPct val="101099"/>
              </a:lnSpc>
              <a:spcBef>
                <a:spcPts val="75"/>
              </a:spcBef>
              <a:buFont typeface="Arial" panose="020B0604020202020204" pitchFamily="34" charset="0"/>
              <a:buChar char="•"/>
              <a:defRPr sz="2400">
                <a:latin typeface="Helvetica" pitchFamily="2" charset="0"/>
                <a:cs typeface="Arial"/>
              </a:defRPr>
            </a:lvl1pPr>
          </a:lstStyle>
          <a:p>
            <a:r>
              <a:rPr sz="2200" dirty="0"/>
              <a:t>A database view is a logical or virtual table based on a  query.</a:t>
            </a:r>
          </a:p>
          <a:p>
            <a:r>
              <a:rPr sz="2200" dirty="0"/>
              <a:t>It is useful to think of a view as a stored query.</a:t>
            </a:r>
          </a:p>
          <a:p>
            <a:r>
              <a:rPr sz="2200" dirty="0"/>
              <a:t>They are useful ways of presenting different information  to different users.</a:t>
            </a:r>
          </a:p>
          <a:p>
            <a:r>
              <a:rPr sz="2200" dirty="0"/>
              <a:t>Views</a:t>
            </a:r>
            <a:r>
              <a:rPr lang="pt-BR" sz="2200" dirty="0"/>
              <a:t> </a:t>
            </a:r>
            <a:r>
              <a:rPr sz="2200" dirty="0"/>
              <a:t>are created through use of a CREATE VIEW command that  incorporates use of the SELECT statemen</a:t>
            </a:r>
            <a:r>
              <a:rPr lang="pt-BR" sz="2200" dirty="0" err="1"/>
              <a:t>t</a:t>
            </a:r>
            <a:r>
              <a:rPr lang="pt-BR" sz="2200" dirty="0"/>
              <a:t> </a:t>
            </a:r>
            <a:r>
              <a:rPr lang="pt-BR" sz="2200" dirty="0" err="1"/>
              <a:t>and</a:t>
            </a:r>
            <a:r>
              <a:rPr lang="pt-BR" sz="2200" dirty="0"/>
              <a:t> </a:t>
            </a:r>
            <a:r>
              <a:rPr sz="2200" dirty="0"/>
              <a:t>queried just like tables.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1073910" y="695637"/>
            <a:ext cx="5187189"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Defining Views</a:t>
            </a:r>
          </a:p>
        </p:txBody>
      </p:sp>
      <p:sp>
        <p:nvSpPr>
          <p:cNvPr id="10" name="object 10"/>
          <p:cNvSpPr txBox="1"/>
          <p:nvPr/>
        </p:nvSpPr>
        <p:spPr>
          <a:xfrm>
            <a:off x="924305" y="2122790"/>
            <a:ext cx="8844789" cy="2967672"/>
          </a:xfrm>
          <a:prstGeom prst="rect">
            <a:avLst/>
          </a:prstGeom>
        </p:spPr>
        <p:txBody>
          <a:bodyPr vert="horz" wrap="square" lIns="0" tIns="9525" rIns="0" bIns="0" rtlCol="0">
            <a:spAutoFit/>
          </a:bodyPr>
          <a:lstStyle>
            <a:defPPr>
              <a:defRPr lang="en-US"/>
            </a:defPPr>
            <a:lvl1pPr marL="355600" marR="5080" indent="-342900">
              <a:lnSpc>
                <a:spcPct val="101099"/>
              </a:lnSpc>
              <a:spcBef>
                <a:spcPts val="75"/>
              </a:spcBef>
              <a:buFont typeface="Arial" panose="020B0604020202020204" pitchFamily="34" charset="0"/>
              <a:buChar char="•"/>
              <a:defRPr sz="2200">
                <a:latin typeface="Helvetica" pitchFamily="2" charset="0"/>
                <a:cs typeface="Arial"/>
              </a:defRPr>
            </a:lvl1pPr>
          </a:lstStyle>
          <a:p>
            <a:pPr>
              <a:lnSpc>
                <a:spcPct val="100000"/>
              </a:lnSpc>
            </a:pPr>
            <a:r>
              <a:rPr sz="2400" dirty="0"/>
              <a:t>Suppose we have the following table:</a:t>
            </a:r>
          </a:p>
          <a:p>
            <a:pPr lvl="1"/>
            <a:r>
              <a:rPr sz="2400" dirty="0">
                <a:latin typeface="Helvetica" pitchFamily="2" charset="0"/>
              </a:rPr>
              <a:t>Employee(PRSINO, name, department,  project, salary)</a:t>
            </a:r>
          </a:p>
          <a:p>
            <a:pPr>
              <a:lnSpc>
                <a:spcPct val="100000"/>
              </a:lnSpc>
            </a:pPr>
            <a:r>
              <a:rPr sz="2400" dirty="0"/>
              <a:t>Our HR department has permission to view information  about all employees but the manager of the IT department only has permission to view the name of  their staff and the name of the project on which they are currently working</a:t>
            </a:r>
          </a:p>
          <a:p>
            <a:pPr>
              <a:lnSpc>
                <a:spcPct val="100000"/>
              </a:lnSpc>
            </a:pPr>
            <a:r>
              <a:rPr sz="2400" dirty="0"/>
              <a:t>We can create a view for the IT manager</a:t>
            </a:r>
            <a:endParaRPr lang="pt-BR" sz="2400" dirty="0"/>
          </a:p>
          <a:p>
            <a:pPr marL="12700" indent="0">
              <a:buNone/>
            </a:pPr>
            <a:endParaRPr dirty="0"/>
          </a:p>
        </p:txBody>
      </p:sp>
      <p:sp>
        <p:nvSpPr>
          <p:cNvPr id="12" name="TextBox 11">
            <a:extLst>
              <a:ext uri="{FF2B5EF4-FFF2-40B4-BE49-F238E27FC236}">
                <a16:creationId xmlns:a16="http://schemas.microsoft.com/office/drawing/2014/main" id="{441CC038-095C-A0AF-1195-86B389CFE72D}"/>
              </a:ext>
            </a:extLst>
          </p:cNvPr>
          <p:cNvSpPr txBox="1"/>
          <p:nvPr/>
        </p:nvSpPr>
        <p:spPr>
          <a:xfrm>
            <a:off x="1308100" y="5090462"/>
            <a:ext cx="5346700" cy="923330"/>
          </a:xfrm>
          <a:prstGeom prst="rect">
            <a:avLst/>
          </a:prstGeom>
          <a:noFill/>
        </p:spPr>
        <p:txBody>
          <a:bodyPr wrap="square">
            <a:spAutoFit/>
          </a:bodyPr>
          <a:lstStyle/>
          <a:p>
            <a:pPr>
              <a:buNone/>
            </a:pPr>
            <a:r>
              <a:rPr lang="en-IE" b="0" dirty="0">
                <a:solidFill>
                  <a:srgbClr val="0000FF"/>
                </a:solidFill>
                <a:effectLst/>
                <a:latin typeface="Menlo" panose="020B0609030804020204" pitchFamily="49" charset="0"/>
              </a:rPr>
              <a:t>CREATE</a:t>
            </a:r>
            <a:r>
              <a:rPr lang="en-IE" b="0" dirty="0">
                <a:solidFill>
                  <a:srgbClr val="000000"/>
                </a:solidFill>
                <a:effectLst/>
                <a:latin typeface="Menlo" panose="020B0609030804020204" pitchFamily="49" charset="0"/>
              </a:rPr>
              <a:t> VIEW IT </a:t>
            </a:r>
            <a:r>
              <a:rPr lang="en-IE" b="0" dirty="0">
                <a:solidFill>
                  <a:srgbClr val="0000FF"/>
                </a:solidFill>
                <a:effectLst/>
                <a:latin typeface="Menlo" panose="020B0609030804020204" pitchFamily="49" charset="0"/>
              </a:rPr>
              <a:t>AS</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SELECT</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name</a:t>
            </a:r>
            <a:r>
              <a:rPr lang="en-IE" b="0" dirty="0">
                <a:solidFill>
                  <a:srgbClr val="000000"/>
                </a:solidFill>
                <a:effectLst/>
                <a:latin typeface="Menlo" panose="020B0609030804020204" pitchFamily="49" charset="0"/>
              </a:rPr>
              <a:t>, project </a:t>
            </a:r>
            <a:r>
              <a:rPr lang="en-IE" b="0" dirty="0">
                <a:solidFill>
                  <a:srgbClr val="0000FF"/>
                </a:solidFill>
                <a:effectLst/>
                <a:latin typeface="Menlo" panose="020B0609030804020204" pitchFamily="49" charset="0"/>
              </a:rPr>
              <a:t>FROM</a:t>
            </a:r>
            <a:r>
              <a:rPr lang="en-IE" b="0" dirty="0">
                <a:solidFill>
                  <a:srgbClr val="000000"/>
                </a:solidFill>
                <a:effectLst/>
                <a:latin typeface="Menlo" panose="020B0609030804020204" pitchFamily="49" charset="0"/>
              </a:rPr>
              <a:t> Employee</a:t>
            </a:r>
          </a:p>
          <a:p>
            <a:pPr>
              <a:buNone/>
            </a:pPr>
            <a:r>
              <a:rPr lang="en-IE" b="0" dirty="0">
                <a:solidFill>
                  <a:srgbClr val="0000FF"/>
                </a:solidFill>
                <a:effectLst/>
                <a:latin typeface="Menlo" panose="020B0609030804020204" pitchFamily="49" charset="0"/>
              </a:rPr>
              <a:t>WHERE</a:t>
            </a:r>
            <a:r>
              <a:rPr lang="en-IE" b="0" dirty="0">
                <a:solidFill>
                  <a:srgbClr val="000000"/>
                </a:solidFill>
                <a:effectLst/>
                <a:latin typeface="Menlo" panose="020B0609030804020204" pitchFamily="49" charset="0"/>
              </a:rPr>
              <a:t> department = ‘IT’;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3" name="object 3"/>
          <p:cNvSpPr txBox="1">
            <a:spLocks noGrp="1"/>
          </p:cNvSpPr>
          <p:nvPr>
            <p:ph type="title"/>
          </p:nvPr>
        </p:nvSpPr>
        <p:spPr>
          <a:xfrm>
            <a:off x="1073911" y="809580"/>
            <a:ext cx="7988934" cy="498475"/>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Winter</a:t>
            </a:r>
            <a:r>
              <a:rPr lang="pt-BR" sz="3859" spc="-20" dirty="0"/>
              <a:t> </a:t>
            </a:r>
            <a:r>
              <a:rPr lang="pt-BR" sz="3859" spc="-20" dirty="0" err="1"/>
              <a:t>exam</a:t>
            </a:r>
            <a:r>
              <a:rPr lang="pt-BR" sz="3859" spc="-20" dirty="0"/>
              <a:t> – 2018/2019</a:t>
            </a:r>
            <a:endParaRPr sz="3859" spc="-20" dirty="0"/>
          </a:p>
        </p:txBody>
      </p:sp>
      <p:pic>
        <p:nvPicPr>
          <p:cNvPr id="5" name="Picture 4">
            <a:extLst>
              <a:ext uri="{FF2B5EF4-FFF2-40B4-BE49-F238E27FC236}">
                <a16:creationId xmlns:a16="http://schemas.microsoft.com/office/drawing/2014/main" id="{60A1458A-CA57-F247-BC64-13A5D0D8D62D}"/>
              </a:ext>
            </a:extLst>
          </p:cNvPr>
          <p:cNvPicPr/>
          <p:nvPr/>
        </p:nvPicPr>
        <p:blipFill>
          <a:blip r:embed="rId2"/>
          <a:stretch>
            <a:fillRect/>
          </a:stretch>
        </p:blipFill>
        <p:spPr>
          <a:xfrm>
            <a:off x="1073911" y="1797050"/>
            <a:ext cx="8804094" cy="472437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546100" y="1079709"/>
            <a:ext cx="9601200" cy="2569934"/>
          </a:xfrm>
          <a:prstGeom prst="rect">
            <a:avLst/>
          </a:prstGeom>
        </p:spPr>
        <p:txBody>
          <a:bodyPr vert="horz" wrap="square" lIns="0" tIns="106680" rIns="0" bIns="0" rtlCol="0">
            <a:spAutoFit/>
          </a:bodyPr>
          <a:lstStyle/>
          <a:p>
            <a:r>
              <a:rPr lang="en-GB" sz="2000" i="1" dirty="0"/>
              <a:t>Using </a:t>
            </a:r>
            <a:r>
              <a:rPr lang="en-GB" sz="2000" dirty="0"/>
              <a:t>UNION</a:t>
            </a:r>
            <a:r>
              <a:rPr lang="en-GB" sz="2000" i="1" dirty="0"/>
              <a:t> write the SQL</a:t>
            </a:r>
            <a:r>
              <a:rPr lang="en-GB" sz="2000" dirty="0"/>
              <a:t> needed to </a:t>
            </a:r>
            <a:r>
              <a:rPr lang="en-GB" sz="2000" i="1" dirty="0"/>
              <a:t>create </a:t>
            </a:r>
            <a:r>
              <a:rPr lang="en-GB" sz="2000" dirty="0"/>
              <a:t>a</a:t>
            </a:r>
            <a:r>
              <a:rPr lang="en-GB" sz="2000" i="1" dirty="0"/>
              <a:t> </a:t>
            </a:r>
            <a:r>
              <a:rPr lang="en-GB" sz="2000" dirty="0"/>
              <a:t>VIEW called </a:t>
            </a:r>
            <a:r>
              <a:rPr lang="en-GB" sz="2000" dirty="0" err="1"/>
              <a:t>FacilityUse</a:t>
            </a:r>
            <a:r>
              <a:rPr lang="en-GB" sz="2000" dirty="0"/>
              <a:t> which has details about the number of bookings for each facility. You need to:</a:t>
            </a:r>
          </a:p>
          <a:p>
            <a:endParaRPr lang="en-IE" sz="2000" dirty="0"/>
          </a:p>
          <a:p>
            <a:pPr marL="285750" lvl="0" indent="-285750">
              <a:buFont typeface="Arial" panose="020B0604020202020204" pitchFamily="34" charset="0"/>
              <a:buChar char="•"/>
            </a:pPr>
            <a:r>
              <a:rPr lang="en-GB" sz="2000" dirty="0"/>
              <a:t>Include a column facility which is the facility description; </a:t>
            </a:r>
            <a:endParaRPr lang="en-IE" sz="2000" dirty="0"/>
          </a:p>
          <a:p>
            <a:pPr marL="285750" lvl="0" indent="-285750">
              <a:buFont typeface="Arial" panose="020B0604020202020204" pitchFamily="34" charset="0"/>
              <a:buChar char="•"/>
            </a:pPr>
            <a:r>
              <a:rPr lang="en-GB" sz="2000" dirty="0"/>
              <a:t>Include a column bookings which holds the number of bookings for that facility.</a:t>
            </a:r>
            <a:endParaRPr lang="en-IE" sz="2000" dirty="0"/>
          </a:p>
          <a:p>
            <a:pPr lvl="0"/>
            <a:endParaRPr lang="en-IE" sz="2000" dirty="0"/>
          </a:p>
          <a:p>
            <a:pPr lvl="0"/>
            <a:r>
              <a:rPr lang="en-GB" sz="2000" dirty="0"/>
              <a:t>The SQL should be based on the SQL you wrote for parts (a) and (b) so you will need to ensure </a:t>
            </a:r>
            <a:r>
              <a:rPr lang="en-GB" sz="2000" i="1" dirty="0"/>
              <a:t>a row is</a:t>
            </a:r>
            <a:r>
              <a:rPr lang="en-GB" sz="2000" dirty="0"/>
              <a:t> </a:t>
            </a:r>
            <a:r>
              <a:rPr lang="en-GB" sz="2000" i="1" dirty="0"/>
              <a:t>included</a:t>
            </a:r>
            <a:r>
              <a:rPr lang="en-GB" sz="2000" dirty="0"/>
              <a:t> for each facility whether it has bookings or not. </a:t>
            </a:r>
            <a:endParaRPr lang="en-IE" sz="2000" dirty="0"/>
          </a:p>
        </p:txBody>
      </p:sp>
      <p:sp>
        <p:nvSpPr>
          <p:cNvPr id="7" name="object 3">
            <a:extLst>
              <a:ext uri="{FF2B5EF4-FFF2-40B4-BE49-F238E27FC236}">
                <a16:creationId xmlns:a16="http://schemas.microsoft.com/office/drawing/2014/main" id="{10E9C82D-873F-D54F-A24C-A6CC60B10728}"/>
              </a:ext>
            </a:extLst>
          </p:cNvPr>
          <p:cNvSpPr txBox="1">
            <a:spLocks/>
          </p:cNvSpPr>
          <p:nvPr/>
        </p:nvSpPr>
        <p:spPr>
          <a:xfrm>
            <a:off x="927100" y="279638"/>
            <a:ext cx="7988934" cy="671464"/>
          </a:xfrm>
          <a:prstGeom prst="rect">
            <a:avLst/>
          </a:prstGeom>
        </p:spPr>
        <p:txBody>
          <a:bodyPr vert="horz" wrap="square" lIns="0" tIns="76833" rIns="0" bIns="0" rtlCol="0" anchor="ctr">
            <a:spAutoFit/>
          </a:bodyPr>
          <a:lstStyle>
            <a:lvl1pPr marL="154305" defTabSz="802020">
              <a:lnSpc>
                <a:spcPct val="100000"/>
              </a:lnSpc>
              <a:spcBef>
                <a:spcPts val="95"/>
              </a:spcBef>
              <a:buNone/>
              <a:defRPr sz="3859" b="1" spc="-20">
                <a:solidFill>
                  <a:srgbClr val="004C6C"/>
                </a:solidFill>
                <a:latin typeface="+mj-lt"/>
                <a:ea typeface="+mj-ea"/>
                <a:cs typeface="+mj-cs"/>
              </a:defRPr>
            </a:lvl1pPr>
          </a:lstStyle>
          <a:p>
            <a:r>
              <a:rPr lang="pt-BR" dirty="0" err="1"/>
              <a:t>Winter</a:t>
            </a:r>
            <a:r>
              <a:rPr lang="pt-BR" dirty="0"/>
              <a:t> </a:t>
            </a:r>
            <a:r>
              <a:rPr lang="pt-BR" dirty="0" err="1"/>
              <a:t>exam</a:t>
            </a:r>
            <a:r>
              <a:rPr lang="pt-BR" dirty="0"/>
              <a:t> – 2018/2019</a:t>
            </a:r>
          </a:p>
        </p:txBody>
      </p:sp>
      <p:sp>
        <p:nvSpPr>
          <p:cNvPr id="3" name="TextBox 2">
            <a:extLst>
              <a:ext uri="{FF2B5EF4-FFF2-40B4-BE49-F238E27FC236}">
                <a16:creationId xmlns:a16="http://schemas.microsoft.com/office/drawing/2014/main" id="{7B816292-5D48-88AE-05D1-86FD2DD8ACE6}"/>
              </a:ext>
            </a:extLst>
          </p:cNvPr>
          <p:cNvSpPr txBox="1"/>
          <p:nvPr/>
        </p:nvSpPr>
        <p:spPr>
          <a:xfrm>
            <a:off x="771144" y="3778250"/>
            <a:ext cx="9452356" cy="3139321"/>
          </a:xfrm>
          <a:prstGeom prst="rect">
            <a:avLst/>
          </a:prstGeom>
          <a:noFill/>
        </p:spPr>
        <p:txBody>
          <a:bodyPr wrap="square">
            <a:spAutoFit/>
          </a:bodyPr>
          <a:lstStyle/>
          <a:p>
            <a:pPr>
              <a:buNone/>
            </a:pPr>
            <a:r>
              <a:rPr lang="en-IE" b="0" dirty="0">
                <a:solidFill>
                  <a:srgbClr val="0000FF"/>
                </a:solidFill>
                <a:effectLst/>
                <a:latin typeface="Menlo" panose="020B0609030804020204" pitchFamily="49" charset="0"/>
              </a:rPr>
              <a:t>CREATE</a:t>
            </a:r>
            <a:r>
              <a:rPr lang="en-IE" b="0" dirty="0">
                <a:solidFill>
                  <a:srgbClr val="000000"/>
                </a:solidFill>
                <a:effectLst/>
                <a:latin typeface="Menlo" panose="020B0609030804020204" pitchFamily="49" charset="0"/>
              </a:rPr>
              <a:t> VIEW </a:t>
            </a:r>
            <a:r>
              <a:rPr lang="en-IE" b="0" dirty="0" err="1">
                <a:solidFill>
                  <a:srgbClr val="000000"/>
                </a:solidFill>
                <a:effectLst/>
                <a:latin typeface="Menlo" panose="020B0609030804020204" pitchFamily="49" charset="0"/>
              </a:rPr>
              <a:t>FacilityUse</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AS</a:t>
            </a:r>
            <a:r>
              <a:rPr lang="en-IE" b="0" dirty="0">
                <a:solidFill>
                  <a:srgbClr val="000000"/>
                </a:solidFill>
                <a:effectLst/>
                <a:latin typeface="Menlo" panose="020B0609030804020204" pitchFamily="49" charset="0"/>
              </a:rPr>
              <a:t> </a:t>
            </a:r>
          </a:p>
          <a:p>
            <a:pPr>
              <a:buNone/>
            </a:pPr>
            <a:r>
              <a:rPr lang="en-IE" b="0" dirty="0">
                <a:solidFill>
                  <a:srgbClr val="0000FF"/>
                </a:solidFill>
                <a:effectLst/>
                <a:latin typeface="Menlo" panose="020B0609030804020204" pitchFamily="49" charset="0"/>
              </a:rPr>
              <a:t>SELECT</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facilitydesc</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AS</a:t>
            </a:r>
            <a:r>
              <a:rPr lang="en-IE" b="0" dirty="0">
                <a:solidFill>
                  <a:srgbClr val="000000"/>
                </a:solidFill>
                <a:effectLst/>
                <a:latin typeface="Menlo" panose="020B0609030804020204" pitchFamily="49" charset="0"/>
              </a:rPr>
              <a:t> facility, </a:t>
            </a:r>
            <a:r>
              <a:rPr lang="en-IE" b="0" dirty="0">
                <a:solidFill>
                  <a:srgbClr val="74531F"/>
                </a:solidFill>
                <a:effectLst/>
                <a:latin typeface="Menlo" panose="020B0609030804020204" pitchFamily="49" charset="0"/>
              </a:rPr>
              <a:t>count</a:t>
            </a:r>
            <a:r>
              <a:rPr lang="en-IE" b="0" dirty="0">
                <a:solidFill>
                  <a:srgbClr val="000000"/>
                </a:solidFill>
                <a:effectLst/>
                <a:latin typeface="Menlo" panose="020B0609030804020204" pitchFamily="49" charset="0"/>
              </a:rPr>
              <a:t>(</a:t>
            </a:r>
            <a:r>
              <a:rPr lang="en-IE" b="0" dirty="0" err="1">
                <a:solidFill>
                  <a:srgbClr val="000000"/>
                </a:solidFill>
                <a:effectLst/>
                <a:latin typeface="Menlo" panose="020B0609030804020204" pitchFamily="49" charset="0"/>
              </a:rPr>
              <a:t>teamno</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AS</a:t>
            </a:r>
            <a:r>
              <a:rPr lang="en-IE" b="0" dirty="0">
                <a:solidFill>
                  <a:srgbClr val="000000"/>
                </a:solidFill>
                <a:effectLst/>
                <a:latin typeface="Menlo" panose="020B0609030804020204" pitchFamily="49" charset="0"/>
              </a:rPr>
              <a:t> bookings </a:t>
            </a:r>
          </a:p>
          <a:p>
            <a:pPr>
              <a:buNone/>
            </a:pPr>
            <a:r>
              <a:rPr lang="en-IE" b="0" dirty="0">
                <a:solidFill>
                  <a:srgbClr val="0000FF"/>
                </a:solidFill>
                <a:effectLst/>
                <a:latin typeface="Menlo" panose="020B0609030804020204" pitchFamily="49" charset="0"/>
              </a:rPr>
              <a:t>FROM</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facilitybooking</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JOIN</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sportfacility</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USING</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facilityid</a:t>
            </a:r>
            <a:r>
              <a:rPr lang="en-IE" b="0" dirty="0">
                <a:solidFill>
                  <a:srgbClr val="000000"/>
                </a:solidFill>
                <a:effectLst/>
                <a:latin typeface="Menlo" panose="020B0609030804020204" pitchFamily="49" charset="0"/>
              </a:rPr>
              <a:t>)</a:t>
            </a:r>
          </a:p>
          <a:p>
            <a:pPr>
              <a:buNone/>
            </a:pPr>
            <a:r>
              <a:rPr lang="en-IE" b="0" dirty="0">
                <a:solidFill>
                  <a:srgbClr val="0000FF"/>
                </a:solidFill>
                <a:effectLst/>
                <a:latin typeface="Menlo" panose="020B0609030804020204" pitchFamily="49" charset="0"/>
              </a:rPr>
              <a:t>GROUP BY</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facilitydesc</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UNION</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SELECT</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facilitydesc</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AS</a:t>
            </a:r>
            <a:r>
              <a:rPr lang="en-IE" b="0" dirty="0">
                <a:solidFill>
                  <a:srgbClr val="000000"/>
                </a:solidFill>
                <a:effectLst/>
                <a:latin typeface="Menlo" panose="020B0609030804020204" pitchFamily="49" charset="0"/>
              </a:rPr>
              <a:t> facility, </a:t>
            </a:r>
            <a:r>
              <a:rPr lang="en-IE" b="0" dirty="0">
                <a:solidFill>
                  <a:srgbClr val="74531F"/>
                </a:solidFill>
                <a:effectLst/>
                <a:latin typeface="Menlo" panose="020B0609030804020204" pitchFamily="49" charset="0"/>
              </a:rPr>
              <a:t>count</a:t>
            </a:r>
            <a:r>
              <a:rPr lang="en-IE" b="0" dirty="0">
                <a:solidFill>
                  <a:srgbClr val="000000"/>
                </a:solidFill>
                <a:effectLst/>
                <a:latin typeface="Menlo" panose="020B0609030804020204" pitchFamily="49" charset="0"/>
              </a:rPr>
              <a:t>(</a:t>
            </a:r>
            <a:r>
              <a:rPr lang="en-IE" b="0" dirty="0" err="1">
                <a:solidFill>
                  <a:srgbClr val="000000"/>
                </a:solidFill>
                <a:effectLst/>
                <a:latin typeface="Menlo" panose="020B0609030804020204" pitchFamily="49" charset="0"/>
              </a:rPr>
              <a:t>teamno</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AS</a:t>
            </a:r>
            <a:r>
              <a:rPr lang="en-IE" b="0" dirty="0">
                <a:solidFill>
                  <a:srgbClr val="000000"/>
                </a:solidFill>
                <a:effectLst/>
                <a:latin typeface="Menlo" panose="020B0609030804020204" pitchFamily="49" charset="0"/>
              </a:rPr>
              <a:t> bookings </a:t>
            </a:r>
          </a:p>
          <a:p>
            <a:pPr>
              <a:buNone/>
            </a:pPr>
            <a:r>
              <a:rPr lang="en-IE" b="0" dirty="0">
                <a:solidFill>
                  <a:srgbClr val="0000FF"/>
                </a:solidFill>
                <a:effectLst/>
                <a:latin typeface="Menlo" panose="020B0609030804020204" pitchFamily="49" charset="0"/>
              </a:rPr>
              <a:t>FROM</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facilitybooking</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RIGHT OUTER JOIN</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sportfacility</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USING</a:t>
            </a:r>
            <a:r>
              <a:rPr lang="en-IE" b="0" dirty="0">
                <a:solidFill>
                  <a:srgbClr val="000000"/>
                </a:solidFill>
                <a:effectLst/>
                <a:latin typeface="Menlo" panose="020B0609030804020204" pitchFamily="49" charset="0"/>
              </a:rPr>
              <a:t>(</a:t>
            </a:r>
            <a:r>
              <a:rPr lang="en-IE" b="0" dirty="0" err="1">
                <a:solidFill>
                  <a:srgbClr val="000000"/>
                </a:solidFill>
                <a:effectLst/>
                <a:latin typeface="Menlo" panose="020B0609030804020204" pitchFamily="49" charset="0"/>
              </a:rPr>
              <a:t>facilityid</a:t>
            </a:r>
            <a:r>
              <a:rPr lang="en-IE" b="0" dirty="0">
                <a:solidFill>
                  <a:srgbClr val="000000"/>
                </a:solidFill>
                <a:effectLst/>
                <a:latin typeface="Menlo" panose="020B0609030804020204" pitchFamily="49" charset="0"/>
              </a:rPr>
              <a:t>)</a:t>
            </a:r>
          </a:p>
          <a:p>
            <a:pPr>
              <a:buNone/>
            </a:pPr>
            <a:r>
              <a:rPr lang="en-IE" b="0" dirty="0">
                <a:solidFill>
                  <a:srgbClr val="0000FF"/>
                </a:solidFill>
                <a:effectLst/>
                <a:latin typeface="Menlo" panose="020B0609030804020204" pitchFamily="49" charset="0"/>
              </a:rPr>
              <a:t>GROUP BY</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facilitydesc</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HAVING</a:t>
            </a:r>
            <a:r>
              <a:rPr lang="en-IE" b="0" dirty="0">
                <a:solidFill>
                  <a:srgbClr val="000000"/>
                </a:solidFill>
                <a:effectLst/>
                <a:latin typeface="Menlo" panose="020B0609030804020204" pitchFamily="49" charset="0"/>
              </a:rPr>
              <a:t> </a:t>
            </a:r>
            <a:r>
              <a:rPr lang="en-IE" b="0" dirty="0">
                <a:solidFill>
                  <a:srgbClr val="74531F"/>
                </a:solidFill>
                <a:effectLst/>
                <a:latin typeface="Menlo" panose="020B0609030804020204" pitchFamily="49" charset="0"/>
              </a:rPr>
              <a:t>count</a:t>
            </a:r>
            <a:r>
              <a:rPr lang="en-IE" b="0" dirty="0">
                <a:solidFill>
                  <a:srgbClr val="000000"/>
                </a:solidFill>
                <a:effectLst/>
                <a:latin typeface="Menlo" panose="020B0609030804020204" pitchFamily="49" charset="0"/>
              </a:rPr>
              <a:t>(</a:t>
            </a:r>
            <a:r>
              <a:rPr lang="en-IE" b="0" dirty="0" err="1">
                <a:solidFill>
                  <a:srgbClr val="000000"/>
                </a:solidFill>
                <a:effectLst/>
                <a:latin typeface="Menlo" panose="020B0609030804020204" pitchFamily="49" charset="0"/>
              </a:rPr>
              <a:t>teamno</a:t>
            </a:r>
            <a:r>
              <a:rPr lang="en-IE" b="0" dirty="0">
                <a:solidFill>
                  <a:srgbClr val="000000"/>
                </a:solidFill>
                <a:effectLst/>
                <a:latin typeface="Menlo" panose="020B0609030804020204" pitchFamily="49" charset="0"/>
              </a:rPr>
              <a:t>)=</a:t>
            </a:r>
            <a:r>
              <a:rPr lang="en-IE" b="0" dirty="0">
                <a:solidFill>
                  <a:srgbClr val="098658"/>
                </a:solidFill>
                <a:effectLst/>
                <a:latin typeface="Menlo" panose="020B0609030804020204" pitchFamily="49" charset="0"/>
              </a:rPr>
              <a:t>0</a:t>
            </a:r>
            <a:r>
              <a:rPr lang="en-IE" b="0" dirty="0">
                <a:solidFill>
                  <a:srgbClr val="000000"/>
                </a:solidFill>
                <a:effectLst/>
                <a:latin typeface="Menlo" panose="020B0609030804020204" pitchFamily="49" charset="0"/>
              </a:rPr>
              <a:t>; </a:t>
            </a:r>
          </a:p>
        </p:txBody>
      </p:sp>
    </p:spTree>
    <p:extLst>
      <p:ext uri="{BB962C8B-B14F-4D97-AF65-F5344CB8AC3E}">
        <p14:creationId xmlns:p14="http://schemas.microsoft.com/office/powerpoint/2010/main" val="24674970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86971" y="6953863"/>
            <a:ext cx="127165" cy="201805"/>
          </a:xfrm>
          <a:prstGeom prst="rect">
            <a:avLst/>
          </a:prstGeom>
        </p:spPr>
      </p:pic>
      <p:sp>
        <p:nvSpPr>
          <p:cNvPr id="4" name="object 4"/>
          <p:cNvSpPr txBox="1"/>
          <p:nvPr/>
        </p:nvSpPr>
        <p:spPr>
          <a:xfrm>
            <a:off x="6470706" y="2078608"/>
            <a:ext cx="2597785" cy="376555"/>
          </a:xfrm>
          <a:prstGeom prst="rect">
            <a:avLst/>
          </a:prstGeom>
        </p:spPr>
        <p:txBody>
          <a:bodyPr vert="horz" wrap="square" lIns="0" tIns="12700" rIns="0" bIns="0" rtlCol="0">
            <a:spAutoFit/>
          </a:bodyPr>
          <a:lstStyle/>
          <a:p>
            <a:pPr marL="12700">
              <a:lnSpc>
                <a:spcPct val="100000"/>
              </a:lnSpc>
              <a:spcBef>
                <a:spcPts val="100"/>
              </a:spcBef>
            </a:pPr>
            <a:r>
              <a:rPr sz="2300" spc="15" dirty="0">
                <a:latin typeface="Courier New"/>
                <a:cs typeface="Courier New"/>
              </a:rPr>
              <a:t>UNION</a:t>
            </a:r>
            <a:r>
              <a:rPr sz="2300" spc="15" dirty="0">
                <a:latin typeface="Arial"/>
                <a:cs typeface="Arial"/>
              </a:rPr>
              <a:t>/</a:t>
            </a:r>
            <a:r>
              <a:rPr sz="2300" spc="15" dirty="0">
                <a:latin typeface="Courier New"/>
                <a:cs typeface="Courier New"/>
              </a:rPr>
              <a:t>UNION</a:t>
            </a:r>
            <a:r>
              <a:rPr sz="2300" spc="-35" dirty="0">
                <a:latin typeface="Courier New"/>
                <a:cs typeface="Courier New"/>
              </a:rPr>
              <a:t> </a:t>
            </a:r>
            <a:r>
              <a:rPr sz="2300" spc="20" dirty="0">
                <a:latin typeface="Courier New"/>
                <a:cs typeface="Courier New"/>
              </a:rPr>
              <a:t>ALL</a:t>
            </a:r>
            <a:endParaRPr sz="2300">
              <a:latin typeface="Courier New"/>
              <a:cs typeface="Courier New"/>
            </a:endParaRPr>
          </a:p>
        </p:txBody>
      </p:sp>
      <p:grpSp>
        <p:nvGrpSpPr>
          <p:cNvPr id="5" name="object 5"/>
          <p:cNvGrpSpPr/>
          <p:nvPr/>
        </p:nvGrpSpPr>
        <p:grpSpPr>
          <a:xfrm>
            <a:off x="1446350" y="1601064"/>
            <a:ext cx="2350770" cy="1413510"/>
            <a:chOff x="1446350" y="1601064"/>
            <a:chExt cx="2350770" cy="1413510"/>
          </a:xfrm>
        </p:grpSpPr>
        <p:sp>
          <p:nvSpPr>
            <p:cNvPr id="6" name="object 6"/>
            <p:cNvSpPr/>
            <p:nvPr/>
          </p:nvSpPr>
          <p:spPr>
            <a:xfrm>
              <a:off x="1461455" y="1616169"/>
              <a:ext cx="1347470" cy="1375410"/>
            </a:xfrm>
            <a:custGeom>
              <a:avLst/>
              <a:gdLst/>
              <a:ahLst/>
              <a:cxnLst/>
              <a:rect l="l" t="t" r="r" b="b"/>
              <a:pathLst>
                <a:path w="1347470" h="1375410">
                  <a:moveTo>
                    <a:pt x="673676" y="0"/>
                  </a:moveTo>
                  <a:lnTo>
                    <a:pt x="625565" y="1725"/>
                  </a:lnTo>
                  <a:lnTo>
                    <a:pt x="578367" y="6826"/>
                  </a:lnTo>
                  <a:lnTo>
                    <a:pt x="532195" y="15184"/>
                  </a:lnTo>
                  <a:lnTo>
                    <a:pt x="487165" y="26684"/>
                  </a:lnTo>
                  <a:lnTo>
                    <a:pt x="443390" y="41209"/>
                  </a:lnTo>
                  <a:lnTo>
                    <a:pt x="400984" y="58644"/>
                  </a:lnTo>
                  <a:lnTo>
                    <a:pt x="360060" y="78871"/>
                  </a:lnTo>
                  <a:lnTo>
                    <a:pt x="320734" y="101775"/>
                  </a:lnTo>
                  <a:lnTo>
                    <a:pt x="283119" y="127238"/>
                  </a:lnTo>
                  <a:lnTo>
                    <a:pt x="247329" y="155146"/>
                  </a:lnTo>
                  <a:lnTo>
                    <a:pt x="213478" y="185381"/>
                  </a:lnTo>
                  <a:lnTo>
                    <a:pt x="181679" y="217827"/>
                  </a:lnTo>
                  <a:lnTo>
                    <a:pt x="152048" y="252368"/>
                  </a:lnTo>
                  <a:lnTo>
                    <a:pt x="124698" y="288887"/>
                  </a:lnTo>
                  <a:lnTo>
                    <a:pt x="99743" y="327269"/>
                  </a:lnTo>
                  <a:lnTo>
                    <a:pt x="77296" y="367396"/>
                  </a:lnTo>
                  <a:lnTo>
                    <a:pt x="57473" y="409153"/>
                  </a:lnTo>
                  <a:lnTo>
                    <a:pt x="40387" y="452423"/>
                  </a:lnTo>
                  <a:lnTo>
                    <a:pt x="26151" y="497090"/>
                  </a:lnTo>
                  <a:lnTo>
                    <a:pt x="14881" y="543038"/>
                  </a:lnTo>
                  <a:lnTo>
                    <a:pt x="6689" y="590150"/>
                  </a:lnTo>
                  <a:lnTo>
                    <a:pt x="1691" y="638310"/>
                  </a:lnTo>
                  <a:lnTo>
                    <a:pt x="0" y="687401"/>
                  </a:lnTo>
                  <a:lnTo>
                    <a:pt x="1691" y="736492"/>
                  </a:lnTo>
                  <a:lnTo>
                    <a:pt x="6689" y="784652"/>
                  </a:lnTo>
                  <a:lnTo>
                    <a:pt x="14881" y="831764"/>
                  </a:lnTo>
                  <a:lnTo>
                    <a:pt x="26151" y="877711"/>
                  </a:lnTo>
                  <a:lnTo>
                    <a:pt x="40387" y="922378"/>
                  </a:lnTo>
                  <a:lnTo>
                    <a:pt x="57473" y="965649"/>
                  </a:lnTo>
                  <a:lnTo>
                    <a:pt x="77296" y="1007405"/>
                  </a:lnTo>
                  <a:lnTo>
                    <a:pt x="99743" y="1047533"/>
                  </a:lnTo>
                  <a:lnTo>
                    <a:pt x="124698" y="1085914"/>
                  </a:lnTo>
                  <a:lnTo>
                    <a:pt x="152048" y="1122434"/>
                  </a:lnTo>
                  <a:lnTo>
                    <a:pt x="181679" y="1156974"/>
                  </a:lnTo>
                  <a:lnTo>
                    <a:pt x="213478" y="1189420"/>
                  </a:lnTo>
                  <a:lnTo>
                    <a:pt x="247329" y="1219655"/>
                  </a:lnTo>
                  <a:lnTo>
                    <a:pt x="283119" y="1247563"/>
                  </a:lnTo>
                  <a:lnTo>
                    <a:pt x="320734" y="1273026"/>
                  </a:lnTo>
                  <a:lnTo>
                    <a:pt x="360060" y="1295930"/>
                  </a:lnTo>
                  <a:lnTo>
                    <a:pt x="400984" y="1316157"/>
                  </a:lnTo>
                  <a:lnTo>
                    <a:pt x="443390" y="1333591"/>
                  </a:lnTo>
                  <a:lnTo>
                    <a:pt x="487165" y="1348117"/>
                  </a:lnTo>
                  <a:lnTo>
                    <a:pt x="532195" y="1359617"/>
                  </a:lnTo>
                  <a:lnTo>
                    <a:pt x="578367" y="1367975"/>
                  </a:lnTo>
                  <a:lnTo>
                    <a:pt x="625565" y="1373075"/>
                  </a:lnTo>
                  <a:lnTo>
                    <a:pt x="673676" y="1374801"/>
                  </a:lnTo>
                  <a:lnTo>
                    <a:pt x="721787" y="1373075"/>
                  </a:lnTo>
                  <a:lnTo>
                    <a:pt x="768985" y="1367975"/>
                  </a:lnTo>
                  <a:lnTo>
                    <a:pt x="815157" y="1359617"/>
                  </a:lnTo>
                  <a:lnTo>
                    <a:pt x="860187" y="1348117"/>
                  </a:lnTo>
                  <a:lnTo>
                    <a:pt x="903962" y="1333591"/>
                  </a:lnTo>
                  <a:lnTo>
                    <a:pt x="946368" y="1316157"/>
                  </a:lnTo>
                  <a:lnTo>
                    <a:pt x="987291" y="1295930"/>
                  </a:lnTo>
                  <a:lnTo>
                    <a:pt x="1026617" y="1273026"/>
                  </a:lnTo>
                  <a:lnTo>
                    <a:pt x="1064233" y="1247563"/>
                  </a:lnTo>
                  <a:lnTo>
                    <a:pt x="1100023" y="1219655"/>
                  </a:lnTo>
                  <a:lnTo>
                    <a:pt x="1133874" y="1189420"/>
                  </a:lnTo>
                  <a:lnTo>
                    <a:pt x="1165672" y="1156974"/>
                  </a:lnTo>
                  <a:lnTo>
                    <a:pt x="1195304" y="1122434"/>
                  </a:lnTo>
                  <a:lnTo>
                    <a:pt x="1222654" y="1085914"/>
                  </a:lnTo>
                  <a:lnTo>
                    <a:pt x="1247609" y="1047533"/>
                  </a:lnTo>
                  <a:lnTo>
                    <a:pt x="1270056" y="1007405"/>
                  </a:lnTo>
                  <a:lnTo>
                    <a:pt x="1289879" y="965649"/>
                  </a:lnTo>
                  <a:lnTo>
                    <a:pt x="1306965" y="922378"/>
                  </a:lnTo>
                  <a:lnTo>
                    <a:pt x="1321201" y="877711"/>
                  </a:lnTo>
                  <a:lnTo>
                    <a:pt x="1332471" y="831764"/>
                  </a:lnTo>
                  <a:lnTo>
                    <a:pt x="1340663" y="784652"/>
                  </a:lnTo>
                  <a:lnTo>
                    <a:pt x="1345661" y="736492"/>
                  </a:lnTo>
                  <a:lnTo>
                    <a:pt x="1347353" y="687401"/>
                  </a:lnTo>
                  <a:lnTo>
                    <a:pt x="1345661" y="638310"/>
                  </a:lnTo>
                  <a:lnTo>
                    <a:pt x="1340663" y="590150"/>
                  </a:lnTo>
                  <a:lnTo>
                    <a:pt x="1332471" y="543038"/>
                  </a:lnTo>
                  <a:lnTo>
                    <a:pt x="1321201" y="497090"/>
                  </a:lnTo>
                  <a:lnTo>
                    <a:pt x="1306965" y="452423"/>
                  </a:lnTo>
                  <a:lnTo>
                    <a:pt x="1289879" y="409153"/>
                  </a:lnTo>
                  <a:lnTo>
                    <a:pt x="1270056" y="367396"/>
                  </a:lnTo>
                  <a:lnTo>
                    <a:pt x="1247609" y="327269"/>
                  </a:lnTo>
                  <a:lnTo>
                    <a:pt x="1222654" y="288887"/>
                  </a:lnTo>
                  <a:lnTo>
                    <a:pt x="1195304" y="252368"/>
                  </a:lnTo>
                  <a:lnTo>
                    <a:pt x="1165672" y="217827"/>
                  </a:lnTo>
                  <a:lnTo>
                    <a:pt x="1133874" y="185381"/>
                  </a:lnTo>
                  <a:lnTo>
                    <a:pt x="1100023" y="155146"/>
                  </a:lnTo>
                  <a:lnTo>
                    <a:pt x="1064233" y="127238"/>
                  </a:lnTo>
                  <a:lnTo>
                    <a:pt x="1026617" y="101775"/>
                  </a:lnTo>
                  <a:lnTo>
                    <a:pt x="987291" y="78871"/>
                  </a:lnTo>
                  <a:lnTo>
                    <a:pt x="946368" y="58644"/>
                  </a:lnTo>
                  <a:lnTo>
                    <a:pt x="903962" y="41209"/>
                  </a:lnTo>
                  <a:lnTo>
                    <a:pt x="860187" y="26684"/>
                  </a:lnTo>
                  <a:lnTo>
                    <a:pt x="815157" y="15184"/>
                  </a:lnTo>
                  <a:lnTo>
                    <a:pt x="768985" y="6826"/>
                  </a:lnTo>
                  <a:lnTo>
                    <a:pt x="721787" y="1725"/>
                  </a:lnTo>
                  <a:lnTo>
                    <a:pt x="673676" y="0"/>
                  </a:lnTo>
                  <a:close/>
                </a:path>
              </a:pathLst>
            </a:custGeom>
            <a:solidFill>
              <a:srgbClr val="FFFF00"/>
            </a:solidFill>
          </p:spPr>
          <p:txBody>
            <a:bodyPr wrap="square" lIns="0" tIns="0" rIns="0" bIns="0" rtlCol="0"/>
            <a:lstStyle/>
            <a:p>
              <a:endParaRPr/>
            </a:p>
          </p:txBody>
        </p:sp>
        <p:sp>
          <p:nvSpPr>
            <p:cNvPr id="7" name="object 7"/>
            <p:cNvSpPr/>
            <p:nvPr/>
          </p:nvSpPr>
          <p:spPr>
            <a:xfrm>
              <a:off x="1461455" y="1616169"/>
              <a:ext cx="1347470" cy="1375410"/>
            </a:xfrm>
            <a:custGeom>
              <a:avLst/>
              <a:gdLst/>
              <a:ahLst/>
              <a:cxnLst/>
              <a:rect l="l" t="t" r="r" b="b"/>
              <a:pathLst>
                <a:path w="1347470" h="1375410">
                  <a:moveTo>
                    <a:pt x="0" y="687400"/>
                  </a:moveTo>
                  <a:lnTo>
                    <a:pt x="1691" y="638309"/>
                  </a:lnTo>
                  <a:lnTo>
                    <a:pt x="6689" y="590149"/>
                  </a:lnTo>
                  <a:lnTo>
                    <a:pt x="14881" y="543037"/>
                  </a:lnTo>
                  <a:lnTo>
                    <a:pt x="26151" y="497090"/>
                  </a:lnTo>
                  <a:lnTo>
                    <a:pt x="40387" y="452423"/>
                  </a:lnTo>
                  <a:lnTo>
                    <a:pt x="57473" y="409153"/>
                  </a:lnTo>
                  <a:lnTo>
                    <a:pt x="77296" y="367396"/>
                  </a:lnTo>
                  <a:lnTo>
                    <a:pt x="99743" y="327268"/>
                  </a:lnTo>
                  <a:lnTo>
                    <a:pt x="124698" y="288887"/>
                  </a:lnTo>
                  <a:lnTo>
                    <a:pt x="152048" y="252368"/>
                  </a:lnTo>
                  <a:lnTo>
                    <a:pt x="181679" y="217827"/>
                  </a:lnTo>
                  <a:lnTo>
                    <a:pt x="213478" y="185381"/>
                  </a:lnTo>
                  <a:lnTo>
                    <a:pt x="247329" y="155146"/>
                  </a:lnTo>
                  <a:lnTo>
                    <a:pt x="283119" y="127238"/>
                  </a:lnTo>
                  <a:lnTo>
                    <a:pt x="320734" y="101775"/>
                  </a:lnTo>
                  <a:lnTo>
                    <a:pt x="360060" y="78871"/>
                  </a:lnTo>
                  <a:lnTo>
                    <a:pt x="400984" y="58644"/>
                  </a:lnTo>
                  <a:lnTo>
                    <a:pt x="443390" y="41209"/>
                  </a:lnTo>
                  <a:lnTo>
                    <a:pt x="487165" y="26684"/>
                  </a:lnTo>
                  <a:lnTo>
                    <a:pt x="532195" y="15184"/>
                  </a:lnTo>
                  <a:lnTo>
                    <a:pt x="578366" y="6826"/>
                  </a:lnTo>
                  <a:lnTo>
                    <a:pt x="625565" y="1725"/>
                  </a:lnTo>
                  <a:lnTo>
                    <a:pt x="673676" y="0"/>
                  </a:lnTo>
                  <a:lnTo>
                    <a:pt x="721787" y="1725"/>
                  </a:lnTo>
                  <a:lnTo>
                    <a:pt x="768985" y="6826"/>
                  </a:lnTo>
                  <a:lnTo>
                    <a:pt x="815156" y="15184"/>
                  </a:lnTo>
                  <a:lnTo>
                    <a:pt x="860187" y="26684"/>
                  </a:lnTo>
                  <a:lnTo>
                    <a:pt x="903962" y="41209"/>
                  </a:lnTo>
                  <a:lnTo>
                    <a:pt x="946368" y="58644"/>
                  </a:lnTo>
                  <a:lnTo>
                    <a:pt x="987291" y="78871"/>
                  </a:lnTo>
                  <a:lnTo>
                    <a:pt x="1026617" y="101775"/>
                  </a:lnTo>
                  <a:lnTo>
                    <a:pt x="1064233" y="127238"/>
                  </a:lnTo>
                  <a:lnTo>
                    <a:pt x="1100023" y="155146"/>
                  </a:lnTo>
                  <a:lnTo>
                    <a:pt x="1133874" y="185381"/>
                  </a:lnTo>
                  <a:lnTo>
                    <a:pt x="1165672" y="217827"/>
                  </a:lnTo>
                  <a:lnTo>
                    <a:pt x="1195303" y="252368"/>
                  </a:lnTo>
                  <a:lnTo>
                    <a:pt x="1222654" y="288887"/>
                  </a:lnTo>
                  <a:lnTo>
                    <a:pt x="1247609" y="327268"/>
                  </a:lnTo>
                  <a:lnTo>
                    <a:pt x="1270055" y="367396"/>
                  </a:lnTo>
                  <a:lnTo>
                    <a:pt x="1289879" y="409153"/>
                  </a:lnTo>
                  <a:lnTo>
                    <a:pt x="1306965" y="452423"/>
                  </a:lnTo>
                  <a:lnTo>
                    <a:pt x="1321200" y="497090"/>
                  </a:lnTo>
                  <a:lnTo>
                    <a:pt x="1332471" y="543037"/>
                  </a:lnTo>
                  <a:lnTo>
                    <a:pt x="1340662" y="590149"/>
                  </a:lnTo>
                  <a:lnTo>
                    <a:pt x="1345661" y="638309"/>
                  </a:lnTo>
                  <a:lnTo>
                    <a:pt x="1347352" y="687400"/>
                  </a:lnTo>
                  <a:lnTo>
                    <a:pt x="1345661" y="736492"/>
                  </a:lnTo>
                  <a:lnTo>
                    <a:pt x="1340662" y="784652"/>
                  </a:lnTo>
                  <a:lnTo>
                    <a:pt x="1332471" y="831764"/>
                  </a:lnTo>
                  <a:lnTo>
                    <a:pt x="1321200" y="877711"/>
                  </a:lnTo>
                  <a:lnTo>
                    <a:pt x="1306965" y="922378"/>
                  </a:lnTo>
                  <a:lnTo>
                    <a:pt x="1289879" y="965648"/>
                  </a:lnTo>
                  <a:lnTo>
                    <a:pt x="1270055" y="1007405"/>
                  </a:lnTo>
                  <a:lnTo>
                    <a:pt x="1247609" y="1047533"/>
                  </a:lnTo>
                  <a:lnTo>
                    <a:pt x="1222654" y="1085914"/>
                  </a:lnTo>
                  <a:lnTo>
                    <a:pt x="1195303" y="1122433"/>
                  </a:lnTo>
                  <a:lnTo>
                    <a:pt x="1165672" y="1156974"/>
                  </a:lnTo>
                  <a:lnTo>
                    <a:pt x="1133874" y="1189420"/>
                  </a:lnTo>
                  <a:lnTo>
                    <a:pt x="1100023" y="1219655"/>
                  </a:lnTo>
                  <a:lnTo>
                    <a:pt x="1064233" y="1247563"/>
                  </a:lnTo>
                  <a:lnTo>
                    <a:pt x="1026617" y="1273026"/>
                  </a:lnTo>
                  <a:lnTo>
                    <a:pt x="987291" y="1295930"/>
                  </a:lnTo>
                  <a:lnTo>
                    <a:pt x="946368" y="1316157"/>
                  </a:lnTo>
                  <a:lnTo>
                    <a:pt x="903962" y="1333592"/>
                  </a:lnTo>
                  <a:lnTo>
                    <a:pt x="860187" y="1348117"/>
                  </a:lnTo>
                  <a:lnTo>
                    <a:pt x="815156" y="1359617"/>
                  </a:lnTo>
                  <a:lnTo>
                    <a:pt x="768985" y="1367975"/>
                  </a:lnTo>
                  <a:lnTo>
                    <a:pt x="721787" y="1373075"/>
                  </a:lnTo>
                  <a:lnTo>
                    <a:pt x="673676" y="1374801"/>
                  </a:lnTo>
                  <a:lnTo>
                    <a:pt x="625565" y="1373075"/>
                  </a:lnTo>
                  <a:lnTo>
                    <a:pt x="578366" y="1367975"/>
                  </a:lnTo>
                  <a:lnTo>
                    <a:pt x="532195" y="1359617"/>
                  </a:lnTo>
                  <a:lnTo>
                    <a:pt x="487165" y="1348117"/>
                  </a:lnTo>
                  <a:lnTo>
                    <a:pt x="443390" y="1333592"/>
                  </a:lnTo>
                  <a:lnTo>
                    <a:pt x="400984" y="1316157"/>
                  </a:lnTo>
                  <a:lnTo>
                    <a:pt x="360060" y="1295930"/>
                  </a:lnTo>
                  <a:lnTo>
                    <a:pt x="320734" y="1273026"/>
                  </a:lnTo>
                  <a:lnTo>
                    <a:pt x="283119" y="1247563"/>
                  </a:lnTo>
                  <a:lnTo>
                    <a:pt x="247329" y="1219655"/>
                  </a:lnTo>
                  <a:lnTo>
                    <a:pt x="213478" y="1189420"/>
                  </a:lnTo>
                  <a:lnTo>
                    <a:pt x="181679" y="1156974"/>
                  </a:lnTo>
                  <a:lnTo>
                    <a:pt x="152048" y="1122433"/>
                  </a:lnTo>
                  <a:lnTo>
                    <a:pt x="124698" y="1085914"/>
                  </a:lnTo>
                  <a:lnTo>
                    <a:pt x="99743" y="1047533"/>
                  </a:lnTo>
                  <a:lnTo>
                    <a:pt x="77296" y="1007405"/>
                  </a:lnTo>
                  <a:lnTo>
                    <a:pt x="57473" y="965648"/>
                  </a:lnTo>
                  <a:lnTo>
                    <a:pt x="40387" y="922378"/>
                  </a:lnTo>
                  <a:lnTo>
                    <a:pt x="26151" y="877711"/>
                  </a:lnTo>
                  <a:lnTo>
                    <a:pt x="14881" y="831764"/>
                  </a:lnTo>
                  <a:lnTo>
                    <a:pt x="6689" y="784652"/>
                  </a:lnTo>
                  <a:lnTo>
                    <a:pt x="1691" y="736492"/>
                  </a:lnTo>
                  <a:lnTo>
                    <a:pt x="0" y="687400"/>
                  </a:lnTo>
                  <a:close/>
                </a:path>
              </a:pathLst>
            </a:custGeom>
            <a:ln w="30208">
              <a:solidFill>
                <a:srgbClr val="000000"/>
              </a:solidFill>
            </a:ln>
          </p:spPr>
          <p:txBody>
            <a:bodyPr wrap="square" lIns="0" tIns="0" rIns="0" bIns="0" rtlCol="0"/>
            <a:lstStyle/>
            <a:p>
              <a:endParaRPr/>
            </a:p>
          </p:txBody>
        </p:sp>
        <p:sp>
          <p:nvSpPr>
            <p:cNvPr id="8" name="object 8"/>
            <p:cNvSpPr/>
            <p:nvPr/>
          </p:nvSpPr>
          <p:spPr>
            <a:xfrm>
              <a:off x="2434636" y="1624562"/>
              <a:ext cx="1347470" cy="1375410"/>
            </a:xfrm>
            <a:custGeom>
              <a:avLst/>
              <a:gdLst/>
              <a:ahLst/>
              <a:cxnLst/>
              <a:rect l="l" t="t" r="r" b="b"/>
              <a:pathLst>
                <a:path w="1347470" h="1375410">
                  <a:moveTo>
                    <a:pt x="673676" y="0"/>
                  </a:moveTo>
                  <a:lnTo>
                    <a:pt x="625565" y="1725"/>
                  </a:lnTo>
                  <a:lnTo>
                    <a:pt x="578367" y="6826"/>
                  </a:lnTo>
                  <a:lnTo>
                    <a:pt x="532195" y="15184"/>
                  </a:lnTo>
                  <a:lnTo>
                    <a:pt x="487165" y="26684"/>
                  </a:lnTo>
                  <a:lnTo>
                    <a:pt x="443390" y="41209"/>
                  </a:lnTo>
                  <a:lnTo>
                    <a:pt x="400984" y="58644"/>
                  </a:lnTo>
                  <a:lnTo>
                    <a:pt x="360060" y="78871"/>
                  </a:lnTo>
                  <a:lnTo>
                    <a:pt x="320734" y="101775"/>
                  </a:lnTo>
                  <a:lnTo>
                    <a:pt x="283119" y="127238"/>
                  </a:lnTo>
                  <a:lnTo>
                    <a:pt x="247329" y="155146"/>
                  </a:lnTo>
                  <a:lnTo>
                    <a:pt x="213478" y="185381"/>
                  </a:lnTo>
                  <a:lnTo>
                    <a:pt x="181679" y="217827"/>
                  </a:lnTo>
                  <a:lnTo>
                    <a:pt x="152048" y="252368"/>
                  </a:lnTo>
                  <a:lnTo>
                    <a:pt x="124698" y="288887"/>
                  </a:lnTo>
                  <a:lnTo>
                    <a:pt x="99743" y="327269"/>
                  </a:lnTo>
                  <a:lnTo>
                    <a:pt x="77296" y="367396"/>
                  </a:lnTo>
                  <a:lnTo>
                    <a:pt x="57473" y="409153"/>
                  </a:lnTo>
                  <a:lnTo>
                    <a:pt x="40387" y="452423"/>
                  </a:lnTo>
                  <a:lnTo>
                    <a:pt x="26151" y="497090"/>
                  </a:lnTo>
                  <a:lnTo>
                    <a:pt x="14881" y="543038"/>
                  </a:lnTo>
                  <a:lnTo>
                    <a:pt x="6689" y="590150"/>
                  </a:lnTo>
                  <a:lnTo>
                    <a:pt x="1691" y="638310"/>
                  </a:lnTo>
                  <a:lnTo>
                    <a:pt x="0" y="687401"/>
                  </a:lnTo>
                  <a:lnTo>
                    <a:pt x="1691" y="736492"/>
                  </a:lnTo>
                  <a:lnTo>
                    <a:pt x="6689" y="784652"/>
                  </a:lnTo>
                  <a:lnTo>
                    <a:pt x="14881" y="831764"/>
                  </a:lnTo>
                  <a:lnTo>
                    <a:pt x="26151" y="877712"/>
                  </a:lnTo>
                  <a:lnTo>
                    <a:pt x="40387" y="922379"/>
                  </a:lnTo>
                  <a:lnTo>
                    <a:pt x="57473" y="965649"/>
                  </a:lnTo>
                  <a:lnTo>
                    <a:pt x="77296" y="1007406"/>
                  </a:lnTo>
                  <a:lnTo>
                    <a:pt x="99743" y="1047533"/>
                  </a:lnTo>
                  <a:lnTo>
                    <a:pt x="124698" y="1085915"/>
                  </a:lnTo>
                  <a:lnTo>
                    <a:pt x="152048" y="1122434"/>
                  </a:lnTo>
                  <a:lnTo>
                    <a:pt x="181679" y="1156975"/>
                  </a:lnTo>
                  <a:lnTo>
                    <a:pt x="213478" y="1189421"/>
                  </a:lnTo>
                  <a:lnTo>
                    <a:pt x="247329" y="1219656"/>
                  </a:lnTo>
                  <a:lnTo>
                    <a:pt x="283119" y="1247563"/>
                  </a:lnTo>
                  <a:lnTo>
                    <a:pt x="320734" y="1273027"/>
                  </a:lnTo>
                  <a:lnTo>
                    <a:pt x="360060" y="1295931"/>
                  </a:lnTo>
                  <a:lnTo>
                    <a:pt x="400984" y="1316158"/>
                  </a:lnTo>
                  <a:lnTo>
                    <a:pt x="443390" y="1333592"/>
                  </a:lnTo>
                  <a:lnTo>
                    <a:pt x="487165" y="1348118"/>
                  </a:lnTo>
                  <a:lnTo>
                    <a:pt x="532195" y="1359618"/>
                  </a:lnTo>
                  <a:lnTo>
                    <a:pt x="578367" y="1367976"/>
                  </a:lnTo>
                  <a:lnTo>
                    <a:pt x="625565" y="1373076"/>
                  </a:lnTo>
                  <a:lnTo>
                    <a:pt x="673676" y="1374802"/>
                  </a:lnTo>
                  <a:lnTo>
                    <a:pt x="721787" y="1373076"/>
                  </a:lnTo>
                  <a:lnTo>
                    <a:pt x="768985" y="1367976"/>
                  </a:lnTo>
                  <a:lnTo>
                    <a:pt x="815156" y="1359618"/>
                  </a:lnTo>
                  <a:lnTo>
                    <a:pt x="860187" y="1348118"/>
                  </a:lnTo>
                  <a:lnTo>
                    <a:pt x="903962" y="1333592"/>
                  </a:lnTo>
                  <a:lnTo>
                    <a:pt x="946368" y="1316158"/>
                  </a:lnTo>
                  <a:lnTo>
                    <a:pt x="987291" y="1295931"/>
                  </a:lnTo>
                  <a:lnTo>
                    <a:pt x="1026617" y="1273027"/>
                  </a:lnTo>
                  <a:lnTo>
                    <a:pt x="1064232" y="1247563"/>
                  </a:lnTo>
                  <a:lnTo>
                    <a:pt x="1100022" y="1219656"/>
                  </a:lnTo>
                  <a:lnTo>
                    <a:pt x="1133874" y="1189421"/>
                  </a:lnTo>
                  <a:lnTo>
                    <a:pt x="1165672" y="1156975"/>
                  </a:lnTo>
                  <a:lnTo>
                    <a:pt x="1195303" y="1122434"/>
                  </a:lnTo>
                  <a:lnTo>
                    <a:pt x="1222653" y="1085915"/>
                  </a:lnTo>
                  <a:lnTo>
                    <a:pt x="1247608" y="1047533"/>
                  </a:lnTo>
                  <a:lnTo>
                    <a:pt x="1270055" y="1007406"/>
                  </a:lnTo>
                  <a:lnTo>
                    <a:pt x="1289878" y="965649"/>
                  </a:lnTo>
                  <a:lnTo>
                    <a:pt x="1306964" y="922379"/>
                  </a:lnTo>
                  <a:lnTo>
                    <a:pt x="1321200" y="877712"/>
                  </a:lnTo>
                  <a:lnTo>
                    <a:pt x="1332470" y="831764"/>
                  </a:lnTo>
                  <a:lnTo>
                    <a:pt x="1340661" y="784652"/>
                  </a:lnTo>
                  <a:lnTo>
                    <a:pt x="1345660" y="736492"/>
                  </a:lnTo>
                  <a:lnTo>
                    <a:pt x="1347351" y="687401"/>
                  </a:lnTo>
                  <a:lnTo>
                    <a:pt x="1345660" y="638310"/>
                  </a:lnTo>
                  <a:lnTo>
                    <a:pt x="1340661" y="590150"/>
                  </a:lnTo>
                  <a:lnTo>
                    <a:pt x="1332470" y="543038"/>
                  </a:lnTo>
                  <a:lnTo>
                    <a:pt x="1321200" y="497090"/>
                  </a:lnTo>
                  <a:lnTo>
                    <a:pt x="1306964" y="452423"/>
                  </a:lnTo>
                  <a:lnTo>
                    <a:pt x="1289878" y="409153"/>
                  </a:lnTo>
                  <a:lnTo>
                    <a:pt x="1270055" y="367396"/>
                  </a:lnTo>
                  <a:lnTo>
                    <a:pt x="1247608" y="327269"/>
                  </a:lnTo>
                  <a:lnTo>
                    <a:pt x="1222653" y="288887"/>
                  </a:lnTo>
                  <a:lnTo>
                    <a:pt x="1195303" y="252368"/>
                  </a:lnTo>
                  <a:lnTo>
                    <a:pt x="1165672" y="217827"/>
                  </a:lnTo>
                  <a:lnTo>
                    <a:pt x="1133874" y="185381"/>
                  </a:lnTo>
                  <a:lnTo>
                    <a:pt x="1100022" y="155146"/>
                  </a:lnTo>
                  <a:lnTo>
                    <a:pt x="1064232" y="127238"/>
                  </a:lnTo>
                  <a:lnTo>
                    <a:pt x="1026617" y="101775"/>
                  </a:lnTo>
                  <a:lnTo>
                    <a:pt x="987291" y="78871"/>
                  </a:lnTo>
                  <a:lnTo>
                    <a:pt x="946368" y="58644"/>
                  </a:lnTo>
                  <a:lnTo>
                    <a:pt x="903962" y="41209"/>
                  </a:lnTo>
                  <a:lnTo>
                    <a:pt x="860187" y="26684"/>
                  </a:lnTo>
                  <a:lnTo>
                    <a:pt x="815156" y="15184"/>
                  </a:lnTo>
                  <a:lnTo>
                    <a:pt x="768985" y="6826"/>
                  </a:lnTo>
                  <a:lnTo>
                    <a:pt x="721787" y="1725"/>
                  </a:lnTo>
                  <a:lnTo>
                    <a:pt x="673676" y="0"/>
                  </a:lnTo>
                  <a:close/>
                </a:path>
              </a:pathLst>
            </a:custGeom>
            <a:solidFill>
              <a:srgbClr val="FFFF00"/>
            </a:solidFill>
          </p:spPr>
          <p:txBody>
            <a:bodyPr wrap="square" lIns="0" tIns="0" rIns="0" bIns="0" rtlCol="0"/>
            <a:lstStyle/>
            <a:p>
              <a:endParaRPr/>
            </a:p>
          </p:txBody>
        </p:sp>
        <p:sp>
          <p:nvSpPr>
            <p:cNvPr id="9" name="object 9"/>
            <p:cNvSpPr/>
            <p:nvPr/>
          </p:nvSpPr>
          <p:spPr>
            <a:xfrm>
              <a:off x="2434636" y="1624562"/>
              <a:ext cx="1347470" cy="1375410"/>
            </a:xfrm>
            <a:custGeom>
              <a:avLst/>
              <a:gdLst/>
              <a:ahLst/>
              <a:cxnLst/>
              <a:rect l="l" t="t" r="r" b="b"/>
              <a:pathLst>
                <a:path w="1347470" h="1375410">
                  <a:moveTo>
                    <a:pt x="0" y="687400"/>
                  </a:moveTo>
                  <a:lnTo>
                    <a:pt x="1691" y="638309"/>
                  </a:lnTo>
                  <a:lnTo>
                    <a:pt x="6689" y="590149"/>
                  </a:lnTo>
                  <a:lnTo>
                    <a:pt x="14881" y="543037"/>
                  </a:lnTo>
                  <a:lnTo>
                    <a:pt x="26151" y="497090"/>
                  </a:lnTo>
                  <a:lnTo>
                    <a:pt x="40387" y="452423"/>
                  </a:lnTo>
                  <a:lnTo>
                    <a:pt x="57473" y="409153"/>
                  </a:lnTo>
                  <a:lnTo>
                    <a:pt x="77296" y="367396"/>
                  </a:lnTo>
                  <a:lnTo>
                    <a:pt x="99743" y="327268"/>
                  </a:lnTo>
                  <a:lnTo>
                    <a:pt x="124698" y="288887"/>
                  </a:lnTo>
                  <a:lnTo>
                    <a:pt x="152048" y="252368"/>
                  </a:lnTo>
                  <a:lnTo>
                    <a:pt x="181679" y="217827"/>
                  </a:lnTo>
                  <a:lnTo>
                    <a:pt x="213478" y="185381"/>
                  </a:lnTo>
                  <a:lnTo>
                    <a:pt x="247329" y="155146"/>
                  </a:lnTo>
                  <a:lnTo>
                    <a:pt x="283119" y="127238"/>
                  </a:lnTo>
                  <a:lnTo>
                    <a:pt x="320734" y="101775"/>
                  </a:lnTo>
                  <a:lnTo>
                    <a:pt x="360060" y="78871"/>
                  </a:lnTo>
                  <a:lnTo>
                    <a:pt x="400984" y="58644"/>
                  </a:lnTo>
                  <a:lnTo>
                    <a:pt x="443390" y="41209"/>
                  </a:lnTo>
                  <a:lnTo>
                    <a:pt x="487165" y="26684"/>
                  </a:lnTo>
                  <a:lnTo>
                    <a:pt x="532195" y="15184"/>
                  </a:lnTo>
                  <a:lnTo>
                    <a:pt x="578366" y="6826"/>
                  </a:lnTo>
                  <a:lnTo>
                    <a:pt x="625565" y="1725"/>
                  </a:lnTo>
                  <a:lnTo>
                    <a:pt x="673676" y="0"/>
                  </a:lnTo>
                  <a:lnTo>
                    <a:pt x="721787" y="1725"/>
                  </a:lnTo>
                  <a:lnTo>
                    <a:pt x="768985" y="6826"/>
                  </a:lnTo>
                  <a:lnTo>
                    <a:pt x="815156" y="15184"/>
                  </a:lnTo>
                  <a:lnTo>
                    <a:pt x="860187" y="26684"/>
                  </a:lnTo>
                  <a:lnTo>
                    <a:pt x="903962" y="41209"/>
                  </a:lnTo>
                  <a:lnTo>
                    <a:pt x="946368" y="58644"/>
                  </a:lnTo>
                  <a:lnTo>
                    <a:pt x="987291" y="78871"/>
                  </a:lnTo>
                  <a:lnTo>
                    <a:pt x="1026617" y="101775"/>
                  </a:lnTo>
                  <a:lnTo>
                    <a:pt x="1064233" y="127238"/>
                  </a:lnTo>
                  <a:lnTo>
                    <a:pt x="1100023" y="155146"/>
                  </a:lnTo>
                  <a:lnTo>
                    <a:pt x="1133874" y="185381"/>
                  </a:lnTo>
                  <a:lnTo>
                    <a:pt x="1165672" y="217827"/>
                  </a:lnTo>
                  <a:lnTo>
                    <a:pt x="1195303" y="252368"/>
                  </a:lnTo>
                  <a:lnTo>
                    <a:pt x="1222654" y="288887"/>
                  </a:lnTo>
                  <a:lnTo>
                    <a:pt x="1247609" y="327268"/>
                  </a:lnTo>
                  <a:lnTo>
                    <a:pt x="1270055" y="367396"/>
                  </a:lnTo>
                  <a:lnTo>
                    <a:pt x="1289879" y="409153"/>
                  </a:lnTo>
                  <a:lnTo>
                    <a:pt x="1306965" y="452423"/>
                  </a:lnTo>
                  <a:lnTo>
                    <a:pt x="1321200" y="497090"/>
                  </a:lnTo>
                  <a:lnTo>
                    <a:pt x="1332471" y="543037"/>
                  </a:lnTo>
                  <a:lnTo>
                    <a:pt x="1340662" y="590149"/>
                  </a:lnTo>
                  <a:lnTo>
                    <a:pt x="1345661" y="638309"/>
                  </a:lnTo>
                  <a:lnTo>
                    <a:pt x="1347352" y="687400"/>
                  </a:lnTo>
                  <a:lnTo>
                    <a:pt x="1345661" y="736492"/>
                  </a:lnTo>
                  <a:lnTo>
                    <a:pt x="1340662" y="784652"/>
                  </a:lnTo>
                  <a:lnTo>
                    <a:pt x="1332471" y="831764"/>
                  </a:lnTo>
                  <a:lnTo>
                    <a:pt x="1321200" y="877711"/>
                  </a:lnTo>
                  <a:lnTo>
                    <a:pt x="1306965" y="922378"/>
                  </a:lnTo>
                  <a:lnTo>
                    <a:pt x="1289879" y="965648"/>
                  </a:lnTo>
                  <a:lnTo>
                    <a:pt x="1270055" y="1007405"/>
                  </a:lnTo>
                  <a:lnTo>
                    <a:pt x="1247609" y="1047533"/>
                  </a:lnTo>
                  <a:lnTo>
                    <a:pt x="1222654" y="1085914"/>
                  </a:lnTo>
                  <a:lnTo>
                    <a:pt x="1195303" y="1122433"/>
                  </a:lnTo>
                  <a:lnTo>
                    <a:pt x="1165672" y="1156974"/>
                  </a:lnTo>
                  <a:lnTo>
                    <a:pt x="1133874" y="1189420"/>
                  </a:lnTo>
                  <a:lnTo>
                    <a:pt x="1100023" y="1219655"/>
                  </a:lnTo>
                  <a:lnTo>
                    <a:pt x="1064233" y="1247563"/>
                  </a:lnTo>
                  <a:lnTo>
                    <a:pt x="1026617" y="1273026"/>
                  </a:lnTo>
                  <a:lnTo>
                    <a:pt x="987291" y="1295930"/>
                  </a:lnTo>
                  <a:lnTo>
                    <a:pt x="946368" y="1316157"/>
                  </a:lnTo>
                  <a:lnTo>
                    <a:pt x="903962" y="1333592"/>
                  </a:lnTo>
                  <a:lnTo>
                    <a:pt x="860187" y="1348117"/>
                  </a:lnTo>
                  <a:lnTo>
                    <a:pt x="815156" y="1359617"/>
                  </a:lnTo>
                  <a:lnTo>
                    <a:pt x="768985" y="1367975"/>
                  </a:lnTo>
                  <a:lnTo>
                    <a:pt x="721787" y="1373075"/>
                  </a:lnTo>
                  <a:lnTo>
                    <a:pt x="673676" y="1374801"/>
                  </a:lnTo>
                  <a:lnTo>
                    <a:pt x="625565" y="1373075"/>
                  </a:lnTo>
                  <a:lnTo>
                    <a:pt x="578366" y="1367975"/>
                  </a:lnTo>
                  <a:lnTo>
                    <a:pt x="532195" y="1359617"/>
                  </a:lnTo>
                  <a:lnTo>
                    <a:pt x="487165" y="1348117"/>
                  </a:lnTo>
                  <a:lnTo>
                    <a:pt x="443390" y="1333592"/>
                  </a:lnTo>
                  <a:lnTo>
                    <a:pt x="400984" y="1316157"/>
                  </a:lnTo>
                  <a:lnTo>
                    <a:pt x="360060" y="1295930"/>
                  </a:lnTo>
                  <a:lnTo>
                    <a:pt x="320734" y="1273026"/>
                  </a:lnTo>
                  <a:lnTo>
                    <a:pt x="283119" y="1247563"/>
                  </a:lnTo>
                  <a:lnTo>
                    <a:pt x="247329" y="1219655"/>
                  </a:lnTo>
                  <a:lnTo>
                    <a:pt x="213478" y="1189420"/>
                  </a:lnTo>
                  <a:lnTo>
                    <a:pt x="181679" y="1156974"/>
                  </a:lnTo>
                  <a:lnTo>
                    <a:pt x="152048" y="1122433"/>
                  </a:lnTo>
                  <a:lnTo>
                    <a:pt x="124698" y="1085914"/>
                  </a:lnTo>
                  <a:lnTo>
                    <a:pt x="99743" y="1047533"/>
                  </a:lnTo>
                  <a:lnTo>
                    <a:pt x="77296" y="1007405"/>
                  </a:lnTo>
                  <a:lnTo>
                    <a:pt x="57473" y="965648"/>
                  </a:lnTo>
                  <a:lnTo>
                    <a:pt x="40387" y="922378"/>
                  </a:lnTo>
                  <a:lnTo>
                    <a:pt x="26151" y="877711"/>
                  </a:lnTo>
                  <a:lnTo>
                    <a:pt x="14881" y="831764"/>
                  </a:lnTo>
                  <a:lnTo>
                    <a:pt x="6689" y="784652"/>
                  </a:lnTo>
                  <a:lnTo>
                    <a:pt x="1691" y="736492"/>
                  </a:lnTo>
                  <a:lnTo>
                    <a:pt x="0" y="687400"/>
                  </a:lnTo>
                  <a:close/>
                </a:path>
              </a:pathLst>
            </a:custGeom>
            <a:ln w="30208">
              <a:solidFill>
                <a:srgbClr val="000000"/>
              </a:solidFill>
            </a:ln>
          </p:spPr>
          <p:txBody>
            <a:bodyPr wrap="square" lIns="0" tIns="0" rIns="0" bIns="0" rtlCol="0"/>
            <a:lstStyle/>
            <a:p>
              <a:endParaRPr/>
            </a:p>
          </p:txBody>
        </p:sp>
      </p:grpSp>
      <p:grpSp>
        <p:nvGrpSpPr>
          <p:cNvPr id="10" name="object 10"/>
          <p:cNvGrpSpPr/>
          <p:nvPr/>
        </p:nvGrpSpPr>
        <p:grpSpPr>
          <a:xfrm>
            <a:off x="3954810" y="1587635"/>
            <a:ext cx="2350770" cy="1413510"/>
            <a:chOff x="3954810" y="1587635"/>
            <a:chExt cx="2350770" cy="1413510"/>
          </a:xfrm>
        </p:grpSpPr>
        <p:sp>
          <p:nvSpPr>
            <p:cNvPr id="11" name="object 11"/>
            <p:cNvSpPr/>
            <p:nvPr/>
          </p:nvSpPr>
          <p:spPr>
            <a:xfrm>
              <a:off x="3969914" y="1602739"/>
              <a:ext cx="1347470" cy="1375410"/>
            </a:xfrm>
            <a:custGeom>
              <a:avLst/>
              <a:gdLst/>
              <a:ahLst/>
              <a:cxnLst/>
              <a:rect l="l" t="t" r="r" b="b"/>
              <a:pathLst>
                <a:path w="1347470" h="1375410">
                  <a:moveTo>
                    <a:pt x="673676" y="0"/>
                  </a:moveTo>
                  <a:lnTo>
                    <a:pt x="625565" y="1725"/>
                  </a:lnTo>
                  <a:lnTo>
                    <a:pt x="578367" y="6826"/>
                  </a:lnTo>
                  <a:lnTo>
                    <a:pt x="532195" y="15184"/>
                  </a:lnTo>
                  <a:lnTo>
                    <a:pt x="487165" y="26684"/>
                  </a:lnTo>
                  <a:lnTo>
                    <a:pt x="443390" y="41209"/>
                  </a:lnTo>
                  <a:lnTo>
                    <a:pt x="400984" y="58644"/>
                  </a:lnTo>
                  <a:lnTo>
                    <a:pt x="360060" y="78871"/>
                  </a:lnTo>
                  <a:lnTo>
                    <a:pt x="320734" y="101775"/>
                  </a:lnTo>
                  <a:lnTo>
                    <a:pt x="283119" y="127238"/>
                  </a:lnTo>
                  <a:lnTo>
                    <a:pt x="247329" y="155146"/>
                  </a:lnTo>
                  <a:lnTo>
                    <a:pt x="213478" y="185381"/>
                  </a:lnTo>
                  <a:lnTo>
                    <a:pt x="181679" y="217827"/>
                  </a:lnTo>
                  <a:lnTo>
                    <a:pt x="152048" y="252368"/>
                  </a:lnTo>
                  <a:lnTo>
                    <a:pt x="124698" y="288887"/>
                  </a:lnTo>
                  <a:lnTo>
                    <a:pt x="99743" y="327269"/>
                  </a:lnTo>
                  <a:lnTo>
                    <a:pt x="77296" y="367396"/>
                  </a:lnTo>
                  <a:lnTo>
                    <a:pt x="57473" y="409153"/>
                  </a:lnTo>
                  <a:lnTo>
                    <a:pt x="40387" y="452423"/>
                  </a:lnTo>
                  <a:lnTo>
                    <a:pt x="26151" y="497090"/>
                  </a:lnTo>
                  <a:lnTo>
                    <a:pt x="14881" y="543038"/>
                  </a:lnTo>
                  <a:lnTo>
                    <a:pt x="6689" y="590150"/>
                  </a:lnTo>
                  <a:lnTo>
                    <a:pt x="1691" y="638310"/>
                  </a:lnTo>
                  <a:lnTo>
                    <a:pt x="0" y="687401"/>
                  </a:lnTo>
                  <a:lnTo>
                    <a:pt x="1691" y="736492"/>
                  </a:lnTo>
                  <a:lnTo>
                    <a:pt x="6689" y="784652"/>
                  </a:lnTo>
                  <a:lnTo>
                    <a:pt x="14881" y="831764"/>
                  </a:lnTo>
                  <a:lnTo>
                    <a:pt x="26151" y="877711"/>
                  </a:lnTo>
                  <a:lnTo>
                    <a:pt x="40387" y="922378"/>
                  </a:lnTo>
                  <a:lnTo>
                    <a:pt x="57473" y="965649"/>
                  </a:lnTo>
                  <a:lnTo>
                    <a:pt x="77296" y="1007405"/>
                  </a:lnTo>
                  <a:lnTo>
                    <a:pt x="99743" y="1047533"/>
                  </a:lnTo>
                  <a:lnTo>
                    <a:pt x="124698" y="1085914"/>
                  </a:lnTo>
                  <a:lnTo>
                    <a:pt x="152048" y="1122434"/>
                  </a:lnTo>
                  <a:lnTo>
                    <a:pt x="181679" y="1156974"/>
                  </a:lnTo>
                  <a:lnTo>
                    <a:pt x="213478" y="1189420"/>
                  </a:lnTo>
                  <a:lnTo>
                    <a:pt x="247329" y="1219655"/>
                  </a:lnTo>
                  <a:lnTo>
                    <a:pt x="283119" y="1247563"/>
                  </a:lnTo>
                  <a:lnTo>
                    <a:pt x="320734" y="1273026"/>
                  </a:lnTo>
                  <a:lnTo>
                    <a:pt x="360060" y="1295930"/>
                  </a:lnTo>
                  <a:lnTo>
                    <a:pt x="400984" y="1316157"/>
                  </a:lnTo>
                  <a:lnTo>
                    <a:pt x="443390" y="1333591"/>
                  </a:lnTo>
                  <a:lnTo>
                    <a:pt x="487165" y="1348117"/>
                  </a:lnTo>
                  <a:lnTo>
                    <a:pt x="532195" y="1359617"/>
                  </a:lnTo>
                  <a:lnTo>
                    <a:pt x="578367" y="1367975"/>
                  </a:lnTo>
                  <a:lnTo>
                    <a:pt x="625565" y="1373075"/>
                  </a:lnTo>
                  <a:lnTo>
                    <a:pt x="673676" y="1374801"/>
                  </a:lnTo>
                  <a:lnTo>
                    <a:pt x="721787" y="1373075"/>
                  </a:lnTo>
                  <a:lnTo>
                    <a:pt x="768986" y="1367975"/>
                  </a:lnTo>
                  <a:lnTo>
                    <a:pt x="815157" y="1359617"/>
                  </a:lnTo>
                  <a:lnTo>
                    <a:pt x="860187" y="1348117"/>
                  </a:lnTo>
                  <a:lnTo>
                    <a:pt x="903962" y="1333591"/>
                  </a:lnTo>
                  <a:lnTo>
                    <a:pt x="946369" y="1316157"/>
                  </a:lnTo>
                  <a:lnTo>
                    <a:pt x="987292" y="1295930"/>
                  </a:lnTo>
                  <a:lnTo>
                    <a:pt x="1026618" y="1273026"/>
                  </a:lnTo>
                  <a:lnTo>
                    <a:pt x="1064233" y="1247563"/>
                  </a:lnTo>
                  <a:lnTo>
                    <a:pt x="1100023" y="1219655"/>
                  </a:lnTo>
                  <a:lnTo>
                    <a:pt x="1133875" y="1189420"/>
                  </a:lnTo>
                  <a:lnTo>
                    <a:pt x="1165673" y="1156974"/>
                  </a:lnTo>
                  <a:lnTo>
                    <a:pt x="1195304" y="1122434"/>
                  </a:lnTo>
                  <a:lnTo>
                    <a:pt x="1222654" y="1085914"/>
                  </a:lnTo>
                  <a:lnTo>
                    <a:pt x="1247610" y="1047533"/>
                  </a:lnTo>
                  <a:lnTo>
                    <a:pt x="1270056" y="1007405"/>
                  </a:lnTo>
                  <a:lnTo>
                    <a:pt x="1289879" y="965649"/>
                  </a:lnTo>
                  <a:lnTo>
                    <a:pt x="1306966" y="922378"/>
                  </a:lnTo>
                  <a:lnTo>
                    <a:pt x="1321201" y="877711"/>
                  </a:lnTo>
                  <a:lnTo>
                    <a:pt x="1332471" y="831764"/>
                  </a:lnTo>
                  <a:lnTo>
                    <a:pt x="1340663" y="784652"/>
                  </a:lnTo>
                  <a:lnTo>
                    <a:pt x="1345661" y="736492"/>
                  </a:lnTo>
                  <a:lnTo>
                    <a:pt x="1347353" y="687401"/>
                  </a:lnTo>
                  <a:lnTo>
                    <a:pt x="1345661" y="638310"/>
                  </a:lnTo>
                  <a:lnTo>
                    <a:pt x="1340663" y="590150"/>
                  </a:lnTo>
                  <a:lnTo>
                    <a:pt x="1332471" y="543038"/>
                  </a:lnTo>
                  <a:lnTo>
                    <a:pt x="1321201" y="497090"/>
                  </a:lnTo>
                  <a:lnTo>
                    <a:pt x="1306966" y="452423"/>
                  </a:lnTo>
                  <a:lnTo>
                    <a:pt x="1289879" y="409153"/>
                  </a:lnTo>
                  <a:lnTo>
                    <a:pt x="1270056" y="367396"/>
                  </a:lnTo>
                  <a:lnTo>
                    <a:pt x="1247610" y="327269"/>
                  </a:lnTo>
                  <a:lnTo>
                    <a:pt x="1222654" y="288887"/>
                  </a:lnTo>
                  <a:lnTo>
                    <a:pt x="1195304" y="252368"/>
                  </a:lnTo>
                  <a:lnTo>
                    <a:pt x="1165673" y="217827"/>
                  </a:lnTo>
                  <a:lnTo>
                    <a:pt x="1133875" y="185381"/>
                  </a:lnTo>
                  <a:lnTo>
                    <a:pt x="1100023" y="155146"/>
                  </a:lnTo>
                  <a:lnTo>
                    <a:pt x="1064233" y="127238"/>
                  </a:lnTo>
                  <a:lnTo>
                    <a:pt x="1026618" y="101775"/>
                  </a:lnTo>
                  <a:lnTo>
                    <a:pt x="987292" y="78871"/>
                  </a:lnTo>
                  <a:lnTo>
                    <a:pt x="946369" y="58644"/>
                  </a:lnTo>
                  <a:lnTo>
                    <a:pt x="903962" y="41209"/>
                  </a:lnTo>
                  <a:lnTo>
                    <a:pt x="860187" y="26684"/>
                  </a:lnTo>
                  <a:lnTo>
                    <a:pt x="815157" y="15184"/>
                  </a:lnTo>
                  <a:lnTo>
                    <a:pt x="768986" y="6826"/>
                  </a:lnTo>
                  <a:lnTo>
                    <a:pt x="721787" y="1725"/>
                  </a:lnTo>
                  <a:lnTo>
                    <a:pt x="673676" y="0"/>
                  </a:lnTo>
                  <a:close/>
                </a:path>
              </a:pathLst>
            </a:custGeom>
            <a:solidFill>
              <a:srgbClr val="FFFF00"/>
            </a:solidFill>
          </p:spPr>
          <p:txBody>
            <a:bodyPr wrap="square" lIns="0" tIns="0" rIns="0" bIns="0" rtlCol="0"/>
            <a:lstStyle/>
            <a:p>
              <a:endParaRPr/>
            </a:p>
          </p:txBody>
        </p:sp>
        <p:sp>
          <p:nvSpPr>
            <p:cNvPr id="12" name="object 12"/>
            <p:cNvSpPr/>
            <p:nvPr/>
          </p:nvSpPr>
          <p:spPr>
            <a:xfrm>
              <a:off x="3969914" y="1602739"/>
              <a:ext cx="1347470" cy="1375410"/>
            </a:xfrm>
            <a:custGeom>
              <a:avLst/>
              <a:gdLst/>
              <a:ahLst/>
              <a:cxnLst/>
              <a:rect l="l" t="t" r="r" b="b"/>
              <a:pathLst>
                <a:path w="1347470" h="1375410">
                  <a:moveTo>
                    <a:pt x="0" y="687400"/>
                  </a:moveTo>
                  <a:lnTo>
                    <a:pt x="1691" y="638309"/>
                  </a:lnTo>
                  <a:lnTo>
                    <a:pt x="6689" y="590149"/>
                  </a:lnTo>
                  <a:lnTo>
                    <a:pt x="14881" y="543037"/>
                  </a:lnTo>
                  <a:lnTo>
                    <a:pt x="26151" y="497090"/>
                  </a:lnTo>
                  <a:lnTo>
                    <a:pt x="40387" y="452423"/>
                  </a:lnTo>
                  <a:lnTo>
                    <a:pt x="57473" y="409153"/>
                  </a:lnTo>
                  <a:lnTo>
                    <a:pt x="77296" y="367396"/>
                  </a:lnTo>
                  <a:lnTo>
                    <a:pt x="99743" y="327268"/>
                  </a:lnTo>
                  <a:lnTo>
                    <a:pt x="124698" y="288887"/>
                  </a:lnTo>
                  <a:lnTo>
                    <a:pt x="152048" y="252368"/>
                  </a:lnTo>
                  <a:lnTo>
                    <a:pt x="181679" y="217827"/>
                  </a:lnTo>
                  <a:lnTo>
                    <a:pt x="213478" y="185381"/>
                  </a:lnTo>
                  <a:lnTo>
                    <a:pt x="247329" y="155146"/>
                  </a:lnTo>
                  <a:lnTo>
                    <a:pt x="283119" y="127238"/>
                  </a:lnTo>
                  <a:lnTo>
                    <a:pt x="320734" y="101775"/>
                  </a:lnTo>
                  <a:lnTo>
                    <a:pt x="360061" y="78871"/>
                  </a:lnTo>
                  <a:lnTo>
                    <a:pt x="400984" y="58644"/>
                  </a:lnTo>
                  <a:lnTo>
                    <a:pt x="443390" y="41209"/>
                  </a:lnTo>
                  <a:lnTo>
                    <a:pt x="487165" y="26684"/>
                  </a:lnTo>
                  <a:lnTo>
                    <a:pt x="532196" y="15184"/>
                  </a:lnTo>
                  <a:lnTo>
                    <a:pt x="578367" y="6826"/>
                  </a:lnTo>
                  <a:lnTo>
                    <a:pt x="625565" y="1725"/>
                  </a:lnTo>
                  <a:lnTo>
                    <a:pt x="673676" y="0"/>
                  </a:lnTo>
                  <a:lnTo>
                    <a:pt x="721788" y="1725"/>
                  </a:lnTo>
                  <a:lnTo>
                    <a:pt x="768986" y="6826"/>
                  </a:lnTo>
                  <a:lnTo>
                    <a:pt x="815157" y="15184"/>
                  </a:lnTo>
                  <a:lnTo>
                    <a:pt x="860187" y="26684"/>
                  </a:lnTo>
                  <a:lnTo>
                    <a:pt x="903962" y="41209"/>
                  </a:lnTo>
                  <a:lnTo>
                    <a:pt x="946369" y="58644"/>
                  </a:lnTo>
                  <a:lnTo>
                    <a:pt x="987292" y="78871"/>
                  </a:lnTo>
                  <a:lnTo>
                    <a:pt x="1026618" y="101775"/>
                  </a:lnTo>
                  <a:lnTo>
                    <a:pt x="1064233" y="127238"/>
                  </a:lnTo>
                  <a:lnTo>
                    <a:pt x="1100024" y="155146"/>
                  </a:lnTo>
                  <a:lnTo>
                    <a:pt x="1133875" y="185381"/>
                  </a:lnTo>
                  <a:lnTo>
                    <a:pt x="1165673" y="217827"/>
                  </a:lnTo>
                  <a:lnTo>
                    <a:pt x="1195304" y="252368"/>
                  </a:lnTo>
                  <a:lnTo>
                    <a:pt x="1222655" y="288887"/>
                  </a:lnTo>
                  <a:lnTo>
                    <a:pt x="1247610" y="327268"/>
                  </a:lnTo>
                  <a:lnTo>
                    <a:pt x="1270056" y="367396"/>
                  </a:lnTo>
                  <a:lnTo>
                    <a:pt x="1289880" y="409153"/>
                  </a:lnTo>
                  <a:lnTo>
                    <a:pt x="1306966" y="452423"/>
                  </a:lnTo>
                  <a:lnTo>
                    <a:pt x="1321201" y="497090"/>
                  </a:lnTo>
                  <a:lnTo>
                    <a:pt x="1332472" y="543037"/>
                  </a:lnTo>
                  <a:lnTo>
                    <a:pt x="1340663" y="590149"/>
                  </a:lnTo>
                  <a:lnTo>
                    <a:pt x="1345662" y="638309"/>
                  </a:lnTo>
                  <a:lnTo>
                    <a:pt x="1347353" y="687400"/>
                  </a:lnTo>
                  <a:lnTo>
                    <a:pt x="1345662" y="736492"/>
                  </a:lnTo>
                  <a:lnTo>
                    <a:pt x="1340663" y="784652"/>
                  </a:lnTo>
                  <a:lnTo>
                    <a:pt x="1332472" y="831764"/>
                  </a:lnTo>
                  <a:lnTo>
                    <a:pt x="1321201" y="877711"/>
                  </a:lnTo>
                  <a:lnTo>
                    <a:pt x="1306966" y="922378"/>
                  </a:lnTo>
                  <a:lnTo>
                    <a:pt x="1289880" y="965648"/>
                  </a:lnTo>
                  <a:lnTo>
                    <a:pt x="1270056" y="1007405"/>
                  </a:lnTo>
                  <a:lnTo>
                    <a:pt x="1247610" y="1047533"/>
                  </a:lnTo>
                  <a:lnTo>
                    <a:pt x="1222655" y="1085914"/>
                  </a:lnTo>
                  <a:lnTo>
                    <a:pt x="1195304" y="1122433"/>
                  </a:lnTo>
                  <a:lnTo>
                    <a:pt x="1165673" y="1156974"/>
                  </a:lnTo>
                  <a:lnTo>
                    <a:pt x="1133875" y="1189420"/>
                  </a:lnTo>
                  <a:lnTo>
                    <a:pt x="1100024" y="1219655"/>
                  </a:lnTo>
                  <a:lnTo>
                    <a:pt x="1064233" y="1247563"/>
                  </a:lnTo>
                  <a:lnTo>
                    <a:pt x="1026618" y="1273026"/>
                  </a:lnTo>
                  <a:lnTo>
                    <a:pt x="987292" y="1295930"/>
                  </a:lnTo>
                  <a:lnTo>
                    <a:pt x="946369" y="1316157"/>
                  </a:lnTo>
                  <a:lnTo>
                    <a:pt x="903962" y="1333592"/>
                  </a:lnTo>
                  <a:lnTo>
                    <a:pt x="860187" y="1348117"/>
                  </a:lnTo>
                  <a:lnTo>
                    <a:pt x="815157" y="1359617"/>
                  </a:lnTo>
                  <a:lnTo>
                    <a:pt x="768986" y="1367975"/>
                  </a:lnTo>
                  <a:lnTo>
                    <a:pt x="721788" y="1373075"/>
                  </a:lnTo>
                  <a:lnTo>
                    <a:pt x="673676" y="1374801"/>
                  </a:lnTo>
                  <a:lnTo>
                    <a:pt x="625565" y="1373075"/>
                  </a:lnTo>
                  <a:lnTo>
                    <a:pt x="578367" y="1367975"/>
                  </a:lnTo>
                  <a:lnTo>
                    <a:pt x="532196" y="1359617"/>
                  </a:lnTo>
                  <a:lnTo>
                    <a:pt x="487165" y="1348117"/>
                  </a:lnTo>
                  <a:lnTo>
                    <a:pt x="443390" y="1333592"/>
                  </a:lnTo>
                  <a:lnTo>
                    <a:pt x="400984" y="1316157"/>
                  </a:lnTo>
                  <a:lnTo>
                    <a:pt x="360061" y="1295930"/>
                  </a:lnTo>
                  <a:lnTo>
                    <a:pt x="320734" y="1273026"/>
                  </a:lnTo>
                  <a:lnTo>
                    <a:pt x="283119" y="1247563"/>
                  </a:lnTo>
                  <a:lnTo>
                    <a:pt x="247329" y="1219655"/>
                  </a:lnTo>
                  <a:lnTo>
                    <a:pt x="213478" y="1189420"/>
                  </a:lnTo>
                  <a:lnTo>
                    <a:pt x="181679" y="1156974"/>
                  </a:lnTo>
                  <a:lnTo>
                    <a:pt x="152048" y="1122433"/>
                  </a:lnTo>
                  <a:lnTo>
                    <a:pt x="124698" y="1085914"/>
                  </a:lnTo>
                  <a:lnTo>
                    <a:pt x="99743" y="1047533"/>
                  </a:lnTo>
                  <a:lnTo>
                    <a:pt x="77296" y="1007405"/>
                  </a:lnTo>
                  <a:lnTo>
                    <a:pt x="57473" y="965648"/>
                  </a:lnTo>
                  <a:lnTo>
                    <a:pt x="40387" y="922378"/>
                  </a:lnTo>
                  <a:lnTo>
                    <a:pt x="26151" y="877711"/>
                  </a:lnTo>
                  <a:lnTo>
                    <a:pt x="14881" y="831764"/>
                  </a:lnTo>
                  <a:lnTo>
                    <a:pt x="6689" y="784652"/>
                  </a:lnTo>
                  <a:lnTo>
                    <a:pt x="1691" y="736492"/>
                  </a:lnTo>
                  <a:lnTo>
                    <a:pt x="0" y="687400"/>
                  </a:lnTo>
                  <a:close/>
                </a:path>
              </a:pathLst>
            </a:custGeom>
            <a:ln w="30208">
              <a:solidFill>
                <a:srgbClr val="000000"/>
              </a:solidFill>
            </a:ln>
          </p:spPr>
          <p:txBody>
            <a:bodyPr wrap="square" lIns="0" tIns="0" rIns="0" bIns="0" rtlCol="0"/>
            <a:lstStyle/>
            <a:p>
              <a:endParaRPr/>
            </a:p>
          </p:txBody>
        </p:sp>
        <p:sp>
          <p:nvSpPr>
            <p:cNvPr id="13" name="object 13"/>
            <p:cNvSpPr/>
            <p:nvPr/>
          </p:nvSpPr>
          <p:spPr>
            <a:xfrm>
              <a:off x="4943095" y="1611133"/>
              <a:ext cx="1347470" cy="1375410"/>
            </a:xfrm>
            <a:custGeom>
              <a:avLst/>
              <a:gdLst/>
              <a:ahLst/>
              <a:cxnLst/>
              <a:rect l="l" t="t" r="r" b="b"/>
              <a:pathLst>
                <a:path w="1347470" h="1375410">
                  <a:moveTo>
                    <a:pt x="673677" y="0"/>
                  </a:moveTo>
                  <a:lnTo>
                    <a:pt x="625566" y="1725"/>
                  </a:lnTo>
                  <a:lnTo>
                    <a:pt x="578368" y="6826"/>
                  </a:lnTo>
                  <a:lnTo>
                    <a:pt x="532196" y="15184"/>
                  </a:lnTo>
                  <a:lnTo>
                    <a:pt x="487166" y="26684"/>
                  </a:lnTo>
                  <a:lnTo>
                    <a:pt x="443391" y="41209"/>
                  </a:lnTo>
                  <a:lnTo>
                    <a:pt x="400985" y="58644"/>
                  </a:lnTo>
                  <a:lnTo>
                    <a:pt x="360061" y="78871"/>
                  </a:lnTo>
                  <a:lnTo>
                    <a:pt x="320735" y="101775"/>
                  </a:lnTo>
                  <a:lnTo>
                    <a:pt x="283120" y="127238"/>
                  </a:lnTo>
                  <a:lnTo>
                    <a:pt x="247329" y="155146"/>
                  </a:lnTo>
                  <a:lnTo>
                    <a:pt x="213478" y="185381"/>
                  </a:lnTo>
                  <a:lnTo>
                    <a:pt x="181680" y="217827"/>
                  </a:lnTo>
                  <a:lnTo>
                    <a:pt x="152049" y="252368"/>
                  </a:lnTo>
                  <a:lnTo>
                    <a:pt x="124698" y="288887"/>
                  </a:lnTo>
                  <a:lnTo>
                    <a:pt x="99743" y="327269"/>
                  </a:lnTo>
                  <a:lnTo>
                    <a:pt x="77296" y="367396"/>
                  </a:lnTo>
                  <a:lnTo>
                    <a:pt x="57473" y="409153"/>
                  </a:lnTo>
                  <a:lnTo>
                    <a:pt x="40387" y="452423"/>
                  </a:lnTo>
                  <a:lnTo>
                    <a:pt x="26151" y="497090"/>
                  </a:lnTo>
                  <a:lnTo>
                    <a:pt x="14881" y="543038"/>
                  </a:lnTo>
                  <a:lnTo>
                    <a:pt x="6689" y="590150"/>
                  </a:lnTo>
                  <a:lnTo>
                    <a:pt x="1691" y="638310"/>
                  </a:lnTo>
                  <a:lnTo>
                    <a:pt x="0" y="687401"/>
                  </a:lnTo>
                  <a:lnTo>
                    <a:pt x="1691" y="736492"/>
                  </a:lnTo>
                  <a:lnTo>
                    <a:pt x="6689" y="784652"/>
                  </a:lnTo>
                  <a:lnTo>
                    <a:pt x="14881" y="831764"/>
                  </a:lnTo>
                  <a:lnTo>
                    <a:pt x="26151" y="877711"/>
                  </a:lnTo>
                  <a:lnTo>
                    <a:pt x="40387" y="922378"/>
                  </a:lnTo>
                  <a:lnTo>
                    <a:pt x="57473" y="965649"/>
                  </a:lnTo>
                  <a:lnTo>
                    <a:pt x="77296" y="1007405"/>
                  </a:lnTo>
                  <a:lnTo>
                    <a:pt x="99743" y="1047533"/>
                  </a:lnTo>
                  <a:lnTo>
                    <a:pt x="124698" y="1085914"/>
                  </a:lnTo>
                  <a:lnTo>
                    <a:pt x="152049" y="1122434"/>
                  </a:lnTo>
                  <a:lnTo>
                    <a:pt x="181680" y="1156974"/>
                  </a:lnTo>
                  <a:lnTo>
                    <a:pt x="213478" y="1189420"/>
                  </a:lnTo>
                  <a:lnTo>
                    <a:pt x="247329" y="1219655"/>
                  </a:lnTo>
                  <a:lnTo>
                    <a:pt x="283120" y="1247563"/>
                  </a:lnTo>
                  <a:lnTo>
                    <a:pt x="320735" y="1273026"/>
                  </a:lnTo>
                  <a:lnTo>
                    <a:pt x="360061" y="1295930"/>
                  </a:lnTo>
                  <a:lnTo>
                    <a:pt x="400985" y="1316157"/>
                  </a:lnTo>
                  <a:lnTo>
                    <a:pt x="443391" y="1333591"/>
                  </a:lnTo>
                  <a:lnTo>
                    <a:pt x="487166" y="1348117"/>
                  </a:lnTo>
                  <a:lnTo>
                    <a:pt x="532196" y="1359617"/>
                  </a:lnTo>
                  <a:lnTo>
                    <a:pt x="578368" y="1367975"/>
                  </a:lnTo>
                  <a:lnTo>
                    <a:pt x="625566" y="1373075"/>
                  </a:lnTo>
                  <a:lnTo>
                    <a:pt x="673677" y="1374801"/>
                  </a:lnTo>
                  <a:lnTo>
                    <a:pt x="721788" y="1373075"/>
                  </a:lnTo>
                  <a:lnTo>
                    <a:pt x="768987" y="1367975"/>
                  </a:lnTo>
                  <a:lnTo>
                    <a:pt x="815158" y="1359617"/>
                  </a:lnTo>
                  <a:lnTo>
                    <a:pt x="860188" y="1348117"/>
                  </a:lnTo>
                  <a:lnTo>
                    <a:pt x="903963" y="1333591"/>
                  </a:lnTo>
                  <a:lnTo>
                    <a:pt x="946369" y="1316157"/>
                  </a:lnTo>
                  <a:lnTo>
                    <a:pt x="987292" y="1295930"/>
                  </a:lnTo>
                  <a:lnTo>
                    <a:pt x="1026619" y="1273026"/>
                  </a:lnTo>
                  <a:lnTo>
                    <a:pt x="1064234" y="1247563"/>
                  </a:lnTo>
                  <a:lnTo>
                    <a:pt x="1100024" y="1219655"/>
                  </a:lnTo>
                  <a:lnTo>
                    <a:pt x="1133875" y="1189420"/>
                  </a:lnTo>
                  <a:lnTo>
                    <a:pt x="1165674" y="1156974"/>
                  </a:lnTo>
                  <a:lnTo>
                    <a:pt x="1195305" y="1122434"/>
                  </a:lnTo>
                  <a:lnTo>
                    <a:pt x="1222655" y="1085914"/>
                  </a:lnTo>
                  <a:lnTo>
                    <a:pt x="1247611" y="1047533"/>
                  </a:lnTo>
                  <a:lnTo>
                    <a:pt x="1270057" y="1007405"/>
                  </a:lnTo>
                  <a:lnTo>
                    <a:pt x="1289880" y="965649"/>
                  </a:lnTo>
                  <a:lnTo>
                    <a:pt x="1306967" y="922378"/>
                  </a:lnTo>
                  <a:lnTo>
                    <a:pt x="1321202" y="877711"/>
                  </a:lnTo>
                  <a:lnTo>
                    <a:pt x="1332473" y="831764"/>
                  </a:lnTo>
                  <a:lnTo>
                    <a:pt x="1340664" y="784652"/>
                  </a:lnTo>
                  <a:lnTo>
                    <a:pt x="1345662" y="736492"/>
                  </a:lnTo>
                  <a:lnTo>
                    <a:pt x="1347354" y="687401"/>
                  </a:lnTo>
                  <a:lnTo>
                    <a:pt x="1345662" y="638310"/>
                  </a:lnTo>
                  <a:lnTo>
                    <a:pt x="1340664" y="590150"/>
                  </a:lnTo>
                  <a:lnTo>
                    <a:pt x="1332473" y="543038"/>
                  </a:lnTo>
                  <a:lnTo>
                    <a:pt x="1321202" y="497090"/>
                  </a:lnTo>
                  <a:lnTo>
                    <a:pt x="1306967" y="452423"/>
                  </a:lnTo>
                  <a:lnTo>
                    <a:pt x="1289880" y="409153"/>
                  </a:lnTo>
                  <a:lnTo>
                    <a:pt x="1270057" y="367396"/>
                  </a:lnTo>
                  <a:lnTo>
                    <a:pt x="1247611" y="327269"/>
                  </a:lnTo>
                  <a:lnTo>
                    <a:pt x="1222655" y="288887"/>
                  </a:lnTo>
                  <a:lnTo>
                    <a:pt x="1195305" y="252368"/>
                  </a:lnTo>
                  <a:lnTo>
                    <a:pt x="1165674" y="217827"/>
                  </a:lnTo>
                  <a:lnTo>
                    <a:pt x="1133875" y="185381"/>
                  </a:lnTo>
                  <a:lnTo>
                    <a:pt x="1100024" y="155146"/>
                  </a:lnTo>
                  <a:lnTo>
                    <a:pt x="1064234" y="127238"/>
                  </a:lnTo>
                  <a:lnTo>
                    <a:pt x="1026619" y="101775"/>
                  </a:lnTo>
                  <a:lnTo>
                    <a:pt x="987292" y="78871"/>
                  </a:lnTo>
                  <a:lnTo>
                    <a:pt x="946369" y="58644"/>
                  </a:lnTo>
                  <a:lnTo>
                    <a:pt x="903963" y="41209"/>
                  </a:lnTo>
                  <a:lnTo>
                    <a:pt x="860188" y="26684"/>
                  </a:lnTo>
                  <a:lnTo>
                    <a:pt x="815158" y="15184"/>
                  </a:lnTo>
                  <a:lnTo>
                    <a:pt x="768987" y="6826"/>
                  </a:lnTo>
                  <a:lnTo>
                    <a:pt x="721788" y="1725"/>
                  </a:lnTo>
                  <a:lnTo>
                    <a:pt x="673677" y="0"/>
                  </a:lnTo>
                  <a:close/>
                </a:path>
              </a:pathLst>
            </a:custGeom>
            <a:solidFill>
              <a:srgbClr val="FFFF00"/>
            </a:solidFill>
          </p:spPr>
          <p:txBody>
            <a:bodyPr wrap="square" lIns="0" tIns="0" rIns="0" bIns="0" rtlCol="0"/>
            <a:lstStyle/>
            <a:p>
              <a:endParaRPr/>
            </a:p>
          </p:txBody>
        </p:sp>
        <p:sp>
          <p:nvSpPr>
            <p:cNvPr id="14" name="object 14"/>
            <p:cNvSpPr/>
            <p:nvPr/>
          </p:nvSpPr>
          <p:spPr>
            <a:xfrm>
              <a:off x="4943095" y="1611133"/>
              <a:ext cx="1347470" cy="1375410"/>
            </a:xfrm>
            <a:custGeom>
              <a:avLst/>
              <a:gdLst/>
              <a:ahLst/>
              <a:cxnLst/>
              <a:rect l="l" t="t" r="r" b="b"/>
              <a:pathLst>
                <a:path w="1347470" h="1375410">
                  <a:moveTo>
                    <a:pt x="0" y="687400"/>
                  </a:moveTo>
                  <a:lnTo>
                    <a:pt x="1691" y="638309"/>
                  </a:lnTo>
                  <a:lnTo>
                    <a:pt x="6689" y="590149"/>
                  </a:lnTo>
                  <a:lnTo>
                    <a:pt x="14881" y="543037"/>
                  </a:lnTo>
                  <a:lnTo>
                    <a:pt x="26151" y="497090"/>
                  </a:lnTo>
                  <a:lnTo>
                    <a:pt x="40387" y="452423"/>
                  </a:lnTo>
                  <a:lnTo>
                    <a:pt x="57473" y="409153"/>
                  </a:lnTo>
                  <a:lnTo>
                    <a:pt x="77296" y="367396"/>
                  </a:lnTo>
                  <a:lnTo>
                    <a:pt x="99743" y="327268"/>
                  </a:lnTo>
                  <a:lnTo>
                    <a:pt x="124698" y="288887"/>
                  </a:lnTo>
                  <a:lnTo>
                    <a:pt x="152048" y="252368"/>
                  </a:lnTo>
                  <a:lnTo>
                    <a:pt x="181679" y="217827"/>
                  </a:lnTo>
                  <a:lnTo>
                    <a:pt x="213478" y="185381"/>
                  </a:lnTo>
                  <a:lnTo>
                    <a:pt x="247329" y="155146"/>
                  </a:lnTo>
                  <a:lnTo>
                    <a:pt x="283119" y="127238"/>
                  </a:lnTo>
                  <a:lnTo>
                    <a:pt x="320734" y="101775"/>
                  </a:lnTo>
                  <a:lnTo>
                    <a:pt x="360061" y="78871"/>
                  </a:lnTo>
                  <a:lnTo>
                    <a:pt x="400984" y="58644"/>
                  </a:lnTo>
                  <a:lnTo>
                    <a:pt x="443390" y="41209"/>
                  </a:lnTo>
                  <a:lnTo>
                    <a:pt x="487165" y="26684"/>
                  </a:lnTo>
                  <a:lnTo>
                    <a:pt x="532196" y="15184"/>
                  </a:lnTo>
                  <a:lnTo>
                    <a:pt x="578367" y="6826"/>
                  </a:lnTo>
                  <a:lnTo>
                    <a:pt x="625565" y="1725"/>
                  </a:lnTo>
                  <a:lnTo>
                    <a:pt x="673676" y="0"/>
                  </a:lnTo>
                  <a:lnTo>
                    <a:pt x="721788" y="1725"/>
                  </a:lnTo>
                  <a:lnTo>
                    <a:pt x="768986" y="6826"/>
                  </a:lnTo>
                  <a:lnTo>
                    <a:pt x="815157" y="15184"/>
                  </a:lnTo>
                  <a:lnTo>
                    <a:pt x="860187" y="26684"/>
                  </a:lnTo>
                  <a:lnTo>
                    <a:pt x="903962" y="41209"/>
                  </a:lnTo>
                  <a:lnTo>
                    <a:pt x="946369" y="58644"/>
                  </a:lnTo>
                  <a:lnTo>
                    <a:pt x="987292" y="78871"/>
                  </a:lnTo>
                  <a:lnTo>
                    <a:pt x="1026618" y="101775"/>
                  </a:lnTo>
                  <a:lnTo>
                    <a:pt x="1064233" y="127238"/>
                  </a:lnTo>
                  <a:lnTo>
                    <a:pt x="1100024" y="155146"/>
                  </a:lnTo>
                  <a:lnTo>
                    <a:pt x="1133875" y="185381"/>
                  </a:lnTo>
                  <a:lnTo>
                    <a:pt x="1165673" y="217827"/>
                  </a:lnTo>
                  <a:lnTo>
                    <a:pt x="1195304" y="252368"/>
                  </a:lnTo>
                  <a:lnTo>
                    <a:pt x="1222655" y="288887"/>
                  </a:lnTo>
                  <a:lnTo>
                    <a:pt x="1247610" y="327268"/>
                  </a:lnTo>
                  <a:lnTo>
                    <a:pt x="1270056" y="367396"/>
                  </a:lnTo>
                  <a:lnTo>
                    <a:pt x="1289880" y="409153"/>
                  </a:lnTo>
                  <a:lnTo>
                    <a:pt x="1306966" y="452423"/>
                  </a:lnTo>
                  <a:lnTo>
                    <a:pt x="1321201" y="497090"/>
                  </a:lnTo>
                  <a:lnTo>
                    <a:pt x="1332472" y="543037"/>
                  </a:lnTo>
                  <a:lnTo>
                    <a:pt x="1340663" y="590149"/>
                  </a:lnTo>
                  <a:lnTo>
                    <a:pt x="1345662" y="638309"/>
                  </a:lnTo>
                  <a:lnTo>
                    <a:pt x="1347353" y="687400"/>
                  </a:lnTo>
                  <a:lnTo>
                    <a:pt x="1345662" y="736492"/>
                  </a:lnTo>
                  <a:lnTo>
                    <a:pt x="1340663" y="784652"/>
                  </a:lnTo>
                  <a:lnTo>
                    <a:pt x="1332472" y="831764"/>
                  </a:lnTo>
                  <a:lnTo>
                    <a:pt x="1321201" y="877711"/>
                  </a:lnTo>
                  <a:lnTo>
                    <a:pt x="1306966" y="922378"/>
                  </a:lnTo>
                  <a:lnTo>
                    <a:pt x="1289880" y="965648"/>
                  </a:lnTo>
                  <a:lnTo>
                    <a:pt x="1270056" y="1007405"/>
                  </a:lnTo>
                  <a:lnTo>
                    <a:pt x="1247610" y="1047533"/>
                  </a:lnTo>
                  <a:lnTo>
                    <a:pt x="1222655" y="1085914"/>
                  </a:lnTo>
                  <a:lnTo>
                    <a:pt x="1195304" y="1122433"/>
                  </a:lnTo>
                  <a:lnTo>
                    <a:pt x="1165673" y="1156974"/>
                  </a:lnTo>
                  <a:lnTo>
                    <a:pt x="1133875" y="1189420"/>
                  </a:lnTo>
                  <a:lnTo>
                    <a:pt x="1100024" y="1219655"/>
                  </a:lnTo>
                  <a:lnTo>
                    <a:pt x="1064233" y="1247563"/>
                  </a:lnTo>
                  <a:lnTo>
                    <a:pt x="1026618" y="1273026"/>
                  </a:lnTo>
                  <a:lnTo>
                    <a:pt x="987292" y="1295930"/>
                  </a:lnTo>
                  <a:lnTo>
                    <a:pt x="946369" y="1316157"/>
                  </a:lnTo>
                  <a:lnTo>
                    <a:pt x="903962" y="1333592"/>
                  </a:lnTo>
                  <a:lnTo>
                    <a:pt x="860187" y="1348117"/>
                  </a:lnTo>
                  <a:lnTo>
                    <a:pt x="815157" y="1359617"/>
                  </a:lnTo>
                  <a:lnTo>
                    <a:pt x="768986" y="1367975"/>
                  </a:lnTo>
                  <a:lnTo>
                    <a:pt x="721788" y="1373075"/>
                  </a:lnTo>
                  <a:lnTo>
                    <a:pt x="673676" y="1374801"/>
                  </a:lnTo>
                  <a:lnTo>
                    <a:pt x="625565" y="1373075"/>
                  </a:lnTo>
                  <a:lnTo>
                    <a:pt x="578367" y="1367975"/>
                  </a:lnTo>
                  <a:lnTo>
                    <a:pt x="532196" y="1359617"/>
                  </a:lnTo>
                  <a:lnTo>
                    <a:pt x="487165" y="1348117"/>
                  </a:lnTo>
                  <a:lnTo>
                    <a:pt x="443390" y="1333592"/>
                  </a:lnTo>
                  <a:lnTo>
                    <a:pt x="400984" y="1316157"/>
                  </a:lnTo>
                  <a:lnTo>
                    <a:pt x="360061" y="1295930"/>
                  </a:lnTo>
                  <a:lnTo>
                    <a:pt x="320734" y="1273026"/>
                  </a:lnTo>
                  <a:lnTo>
                    <a:pt x="283119" y="1247563"/>
                  </a:lnTo>
                  <a:lnTo>
                    <a:pt x="247329" y="1219655"/>
                  </a:lnTo>
                  <a:lnTo>
                    <a:pt x="213478" y="1189420"/>
                  </a:lnTo>
                  <a:lnTo>
                    <a:pt x="181679" y="1156974"/>
                  </a:lnTo>
                  <a:lnTo>
                    <a:pt x="152048" y="1122433"/>
                  </a:lnTo>
                  <a:lnTo>
                    <a:pt x="124698" y="1085914"/>
                  </a:lnTo>
                  <a:lnTo>
                    <a:pt x="99743" y="1047533"/>
                  </a:lnTo>
                  <a:lnTo>
                    <a:pt x="77296" y="1007405"/>
                  </a:lnTo>
                  <a:lnTo>
                    <a:pt x="57473" y="965648"/>
                  </a:lnTo>
                  <a:lnTo>
                    <a:pt x="40387" y="922378"/>
                  </a:lnTo>
                  <a:lnTo>
                    <a:pt x="26151" y="877711"/>
                  </a:lnTo>
                  <a:lnTo>
                    <a:pt x="14881" y="831764"/>
                  </a:lnTo>
                  <a:lnTo>
                    <a:pt x="6689" y="784652"/>
                  </a:lnTo>
                  <a:lnTo>
                    <a:pt x="1691" y="736492"/>
                  </a:lnTo>
                  <a:lnTo>
                    <a:pt x="0" y="687400"/>
                  </a:lnTo>
                  <a:close/>
                </a:path>
              </a:pathLst>
            </a:custGeom>
            <a:ln w="30208">
              <a:solidFill>
                <a:srgbClr val="000000"/>
              </a:solidFill>
            </a:ln>
          </p:spPr>
          <p:txBody>
            <a:bodyPr wrap="square" lIns="0" tIns="0" rIns="0" bIns="0" rtlCol="0"/>
            <a:lstStyle/>
            <a:p>
              <a:endParaRPr/>
            </a:p>
          </p:txBody>
        </p:sp>
        <p:sp>
          <p:nvSpPr>
            <p:cNvPr id="15" name="object 15"/>
            <p:cNvSpPr/>
            <p:nvPr/>
          </p:nvSpPr>
          <p:spPr>
            <a:xfrm>
              <a:off x="4892758" y="1797461"/>
              <a:ext cx="469900" cy="1019175"/>
            </a:xfrm>
            <a:custGeom>
              <a:avLst/>
              <a:gdLst/>
              <a:ahLst/>
              <a:cxnLst/>
              <a:rect l="l" t="t" r="r" b="b"/>
              <a:pathLst>
                <a:path w="469900" h="1019175">
                  <a:moveTo>
                    <a:pt x="234905" y="0"/>
                  </a:moveTo>
                  <a:lnTo>
                    <a:pt x="196314" y="33572"/>
                  </a:lnTo>
                  <a:lnTo>
                    <a:pt x="184569" y="45323"/>
                  </a:lnTo>
                  <a:lnTo>
                    <a:pt x="172824" y="58752"/>
                  </a:lnTo>
                  <a:lnTo>
                    <a:pt x="159400" y="72181"/>
                  </a:lnTo>
                  <a:lnTo>
                    <a:pt x="149332" y="85610"/>
                  </a:lnTo>
                  <a:lnTo>
                    <a:pt x="137587" y="99039"/>
                  </a:lnTo>
                  <a:lnTo>
                    <a:pt x="127520" y="112468"/>
                  </a:lnTo>
                  <a:lnTo>
                    <a:pt x="115774" y="127576"/>
                  </a:lnTo>
                  <a:lnTo>
                    <a:pt x="107386" y="142684"/>
                  </a:lnTo>
                  <a:lnTo>
                    <a:pt x="97317" y="157791"/>
                  </a:lnTo>
                  <a:lnTo>
                    <a:pt x="72149" y="203114"/>
                  </a:lnTo>
                  <a:lnTo>
                    <a:pt x="62082" y="219901"/>
                  </a:lnTo>
                  <a:lnTo>
                    <a:pt x="57048" y="238366"/>
                  </a:lnTo>
                  <a:lnTo>
                    <a:pt x="50336" y="253474"/>
                  </a:lnTo>
                  <a:lnTo>
                    <a:pt x="43625" y="271938"/>
                  </a:lnTo>
                  <a:lnTo>
                    <a:pt x="36913" y="288725"/>
                  </a:lnTo>
                  <a:lnTo>
                    <a:pt x="26846" y="322298"/>
                  </a:lnTo>
                  <a:lnTo>
                    <a:pt x="20134" y="340762"/>
                  </a:lnTo>
                  <a:lnTo>
                    <a:pt x="16779" y="359228"/>
                  </a:lnTo>
                  <a:lnTo>
                    <a:pt x="11744" y="377692"/>
                  </a:lnTo>
                  <a:lnTo>
                    <a:pt x="5033" y="414623"/>
                  </a:lnTo>
                  <a:lnTo>
                    <a:pt x="1677" y="449874"/>
                  </a:lnTo>
                  <a:lnTo>
                    <a:pt x="0" y="470018"/>
                  </a:lnTo>
                  <a:lnTo>
                    <a:pt x="0" y="547235"/>
                  </a:lnTo>
                  <a:lnTo>
                    <a:pt x="1677" y="567378"/>
                  </a:lnTo>
                  <a:lnTo>
                    <a:pt x="5033" y="602630"/>
                  </a:lnTo>
                  <a:lnTo>
                    <a:pt x="11744" y="639559"/>
                  </a:lnTo>
                  <a:lnTo>
                    <a:pt x="16779" y="658025"/>
                  </a:lnTo>
                  <a:lnTo>
                    <a:pt x="20134" y="676489"/>
                  </a:lnTo>
                  <a:lnTo>
                    <a:pt x="26846" y="694954"/>
                  </a:lnTo>
                  <a:lnTo>
                    <a:pt x="30201" y="711741"/>
                  </a:lnTo>
                  <a:lnTo>
                    <a:pt x="36913" y="728527"/>
                  </a:lnTo>
                  <a:lnTo>
                    <a:pt x="41946" y="745313"/>
                  </a:lnTo>
                  <a:lnTo>
                    <a:pt x="48658" y="763779"/>
                  </a:lnTo>
                  <a:lnTo>
                    <a:pt x="57048" y="778885"/>
                  </a:lnTo>
                  <a:lnTo>
                    <a:pt x="62082" y="797351"/>
                  </a:lnTo>
                  <a:lnTo>
                    <a:pt x="72149" y="812459"/>
                  </a:lnTo>
                  <a:lnTo>
                    <a:pt x="78860" y="827566"/>
                  </a:lnTo>
                  <a:lnTo>
                    <a:pt x="88929" y="844353"/>
                  </a:lnTo>
                  <a:lnTo>
                    <a:pt x="105707" y="874568"/>
                  </a:lnTo>
                  <a:lnTo>
                    <a:pt x="115774" y="889675"/>
                  </a:lnTo>
                  <a:lnTo>
                    <a:pt x="127520" y="901426"/>
                  </a:lnTo>
                  <a:lnTo>
                    <a:pt x="137587" y="916534"/>
                  </a:lnTo>
                  <a:lnTo>
                    <a:pt x="147655" y="929963"/>
                  </a:lnTo>
                  <a:lnTo>
                    <a:pt x="159400" y="945071"/>
                  </a:lnTo>
                  <a:lnTo>
                    <a:pt x="171145" y="956821"/>
                  </a:lnTo>
                  <a:lnTo>
                    <a:pt x="182891" y="970250"/>
                  </a:lnTo>
                  <a:lnTo>
                    <a:pt x="194636" y="982000"/>
                  </a:lnTo>
                  <a:lnTo>
                    <a:pt x="206381" y="995429"/>
                  </a:lnTo>
                  <a:lnTo>
                    <a:pt x="233227" y="1018931"/>
                  </a:lnTo>
                  <a:lnTo>
                    <a:pt x="260074" y="995429"/>
                  </a:lnTo>
                  <a:lnTo>
                    <a:pt x="271819" y="982000"/>
                  </a:lnTo>
                  <a:lnTo>
                    <a:pt x="285243" y="970250"/>
                  </a:lnTo>
                  <a:lnTo>
                    <a:pt x="296988" y="956821"/>
                  </a:lnTo>
                  <a:lnTo>
                    <a:pt x="308733" y="945071"/>
                  </a:lnTo>
                  <a:lnTo>
                    <a:pt x="320479" y="929963"/>
                  </a:lnTo>
                  <a:lnTo>
                    <a:pt x="330546" y="916534"/>
                  </a:lnTo>
                  <a:lnTo>
                    <a:pt x="340613" y="901426"/>
                  </a:lnTo>
                  <a:lnTo>
                    <a:pt x="352358" y="887997"/>
                  </a:lnTo>
                  <a:lnTo>
                    <a:pt x="360748" y="874568"/>
                  </a:lnTo>
                  <a:lnTo>
                    <a:pt x="370815" y="859461"/>
                  </a:lnTo>
                  <a:lnTo>
                    <a:pt x="379205" y="842674"/>
                  </a:lnTo>
                  <a:lnTo>
                    <a:pt x="389272" y="827566"/>
                  </a:lnTo>
                  <a:lnTo>
                    <a:pt x="395984" y="812459"/>
                  </a:lnTo>
                  <a:lnTo>
                    <a:pt x="406052" y="797351"/>
                  </a:lnTo>
                  <a:lnTo>
                    <a:pt x="411085" y="778885"/>
                  </a:lnTo>
                  <a:lnTo>
                    <a:pt x="419474" y="762100"/>
                  </a:lnTo>
                  <a:lnTo>
                    <a:pt x="432898" y="728527"/>
                  </a:lnTo>
                  <a:lnTo>
                    <a:pt x="437931" y="711741"/>
                  </a:lnTo>
                  <a:lnTo>
                    <a:pt x="442965" y="693276"/>
                  </a:lnTo>
                  <a:lnTo>
                    <a:pt x="447998" y="676489"/>
                  </a:lnTo>
                  <a:lnTo>
                    <a:pt x="453033" y="658025"/>
                  </a:lnTo>
                  <a:lnTo>
                    <a:pt x="463100" y="602630"/>
                  </a:lnTo>
                  <a:lnTo>
                    <a:pt x="469812" y="527090"/>
                  </a:lnTo>
                  <a:lnTo>
                    <a:pt x="469812" y="488482"/>
                  </a:lnTo>
                  <a:lnTo>
                    <a:pt x="468134" y="468339"/>
                  </a:lnTo>
                  <a:lnTo>
                    <a:pt x="464778" y="433087"/>
                  </a:lnTo>
                  <a:lnTo>
                    <a:pt x="463100" y="412944"/>
                  </a:lnTo>
                  <a:lnTo>
                    <a:pt x="453033" y="357549"/>
                  </a:lnTo>
                  <a:lnTo>
                    <a:pt x="447998" y="339083"/>
                  </a:lnTo>
                  <a:lnTo>
                    <a:pt x="442965" y="322298"/>
                  </a:lnTo>
                  <a:lnTo>
                    <a:pt x="437931" y="303833"/>
                  </a:lnTo>
                  <a:lnTo>
                    <a:pt x="406052" y="219901"/>
                  </a:lnTo>
                  <a:lnTo>
                    <a:pt x="372493" y="157791"/>
                  </a:lnTo>
                  <a:lnTo>
                    <a:pt x="342291" y="112468"/>
                  </a:lnTo>
                  <a:lnTo>
                    <a:pt x="308733" y="72181"/>
                  </a:lnTo>
                  <a:lnTo>
                    <a:pt x="298665" y="58752"/>
                  </a:lnTo>
                  <a:lnTo>
                    <a:pt x="286920" y="45323"/>
                  </a:lnTo>
                  <a:lnTo>
                    <a:pt x="275175" y="33572"/>
                  </a:lnTo>
                  <a:lnTo>
                    <a:pt x="248329" y="10072"/>
                  </a:lnTo>
                  <a:lnTo>
                    <a:pt x="234905" y="0"/>
                  </a:lnTo>
                  <a:close/>
                </a:path>
              </a:pathLst>
            </a:custGeom>
            <a:solidFill>
              <a:srgbClr val="FFFF66"/>
            </a:solidFill>
          </p:spPr>
          <p:txBody>
            <a:bodyPr wrap="square" lIns="0" tIns="0" rIns="0" bIns="0" rtlCol="0"/>
            <a:lstStyle/>
            <a:p>
              <a:endParaRPr/>
            </a:p>
          </p:txBody>
        </p:sp>
        <p:sp>
          <p:nvSpPr>
            <p:cNvPr id="16" name="object 16"/>
            <p:cNvSpPr/>
            <p:nvPr/>
          </p:nvSpPr>
          <p:spPr>
            <a:xfrm>
              <a:off x="4892758" y="1797461"/>
              <a:ext cx="469900" cy="1019175"/>
            </a:xfrm>
            <a:custGeom>
              <a:avLst/>
              <a:gdLst/>
              <a:ahLst/>
              <a:cxnLst/>
              <a:rect l="l" t="t" r="r" b="b"/>
              <a:pathLst>
                <a:path w="469900" h="1019175">
                  <a:moveTo>
                    <a:pt x="234906" y="0"/>
                  </a:moveTo>
                  <a:lnTo>
                    <a:pt x="248329" y="10071"/>
                  </a:lnTo>
                  <a:lnTo>
                    <a:pt x="261752" y="21822"/>
                  </a:lnTo>
                  <a:lnTo>
                    <a:pt x="275175" y="33572"/>
                  </a:lnTo>
                  <a:lnTo>
                    <a:pt x="286921" y="45323"/>
                  </a:lnTo>
                  <a:lnTo>
                    <a:pt x="298666" y="58752"/>
                  </a:lnTo>
                  <a:lnTo>
                    <a:pt x="308733" y="72181"/>
                  </a:lnTo>
                  <a:lnTo>
                    <a:pt x="322156" y="85610"/>
                  </a:lnTo>
                  <a:lnTo>
                    <a:pt x="332224" y="99039"/>
                  </a:lnTo>
                  <a:lnTo>
                    <a:pt x="342291" y="112468"/>
                  </a:lnTo>
                  <a:lnTo>
                    <a:pt x="352359" y="127576"/>
                  </a:lnTo>
                  <a:lnTo>
                    <a:pt x="362426" y="142683"/>
                  </a:lnTo>
                  <a:lnTo>
                    <a:pt x="372494" y="157791"/>
                  </a:lnTo>
                  <a:lnTo>
                    <a:pt x="380883" y="172899"/>
                  </a:lnTo>
                  <a:lnTo>
                    <a:pt x="389273" y="188007"/>
                  </a:lnTo>
                  <a:lnTo>
                    <a:pt x="397662" y="203114"/>
                  </a:lnTo>
                  <a:lnTo>
                    <a:pt x="406052" y="219901"/>
                  </a:lnTo>
                  <a:lnTo>
                    <a:pt x="412763" y="236687"/>
                  </a:lnTo>
                  <a:lnTo>
                    <a:pt x="419475" y="253473"/>
                  </a:lnTo>
                  <a:lnTo>
                    <a:pt x="426186" y="270260"/>
                  </a:lnTo>
                  <a:lnTo>
                    <a:pt x="432898" y="287046"/>
                  </a:lnTo>
                  <a:lnTo>
                    <a:pt x="437932" y="303832"/>
                  </a:lnTo>
                  <a:lnTo>
                    <a:pt x="442965" y="322297"/>
                  </a:lnTo>
                  <a:lnTo>
                    <a:pt x="447999" y="339084"/>
                  </a:lnTo>
                  <a:lnTo>
                    <a:pt x="453033" y="357549"/>
                  </a:lnTo>
                  <a:lnTo>
                    <a:pt x="456389" y="376014"/>
                  </a:lnTo>
                  <a:lnTo>
                    <a:pt x="459744" y="394479"/>
                  </a:lnTo>
                  <a:lnTo>
                    <a:pt x="463100" y="412943"/>
                  </a:lnTo>
                  <a:lnTo>
                    <a:pt x="464778" y="433087"/>
                  </a:lnTo>
                  <a:lnTo>
                    <a:pt x="466456" y="449873"/>
                  </a:lnTo>
                  <a:lnTo>
                    <a:pt x="468134" y="468338"/>
                  </a:lnTo>
                  <a:lnTo>
                    <a:pt x="469812" y="488482"/>
                  </a:lnTo>
                  <a:lnTo>
                    <a:pt x="469812" y="508626"/>
                  </a:lnTo>
                  <a:lnTo>
                    <a:pt x="469812" y="527091"/>
                  </a:lnTo>
                  <a:lnTo>
                    <a:pt x="468134" y="547234"/>
                  </a:lnTo>
                  <a:lnTo>
                    <a:pt x="466456" y="565699"/>
                  </a:lnTo>
                  <a:lnTo>
                    <a:pt x="464778" y="584164"/>
                  </a:lnTo>
                  <a:lnTo>
                    <a:pt x="463100" y="602629"/>
                  </a:lnTo>
                  <a:lnTo>
                    <a:pt x="459744" y="621094"/>
                  </a:lnTo>
                  <a:lnTo>
                    <a:pt x="456389" y="639559"/>
                  </a:lnTo>
                  <a:lnTo>
                    <a:pt x="453033" y="658024"/>
                  </a:lnTo>
                  <a:lnTo>
                    <a:pt x="447999" y="676489"/>
                  </a:lnTo>
                  <a:lnTo>
                    <a:pt x="442965" y="693275"/>
                  </a:lnTo>
                  <a:lnTo>
                    <a:pt x="437932" y="711740"/>
                  </a:lnTo>
                  <a:lnTo>
                    <a:pt x="432898" y="728527"/>
                  </a:lnTo>
                  <a:lnTo>
                    <a:pt x="426186" y="745313"/>
                  </a:lnTo>
                  <a:lnTo>
                    <a:pt x="419475" y="762099"/>
                  </a:lnTo>
                  <a:lnTo>
                    <a:pt x="411085" y="778886"/>
                  </a:lnTo>
                  <a:lnTo>
                    <a:pt x="406052" y="797351"/>
                  </a:lnTo>
                  <a:lnTo>
                    <a:pt x="395984" y="812458"/>
                  </a:lnTo>
                  <a:lnTo>
                    <a:pt x="389273" y="827566"/>
                  </a:lnTo>
                  <a:lnTo>
                    <a:pt x="379205" y="842674"/>
                  </a:lnTo>
                  <a:lnTo>
                    <a:pt x="370816" y="859460"/>
                  </a:lnTo>
                  <a:lnTo>
                    <a:pt x="360748" y="874568"/>
                  </a:lnTo>
                  <a:lnTo>
                    <a:pt x="352359" y="887997"/>
                  </a:lnTo>
                  <a:lnTo>
                    <a:pt x="340613" y="901426"/>
                  </a:lnTo>
                  <a:lnTo>
                    <a:pt x="330546" y="916534"/>
                  </a:lnTo>
                  <a:lnTo>
                    <a:pt x="320479" y="929963"/>
                  </a:lnTo>
                  <a:lnTo>
                    <a:pt x="308733" y="945071"/>
                  </a:lnTo>
                  <a:lnTo>
                    <a:pt x="296988" y="956821"/>
                  </a:lnTo>
                  <a:lnTo>
                    <a:pt x="285243" y="970250"/>
                  </a:lnTo>
                  <a:lnTo>
                    <a:pt x="271819" y="982000"/>
                  </a:lnTo>
                  <a:lnTo>
                    <a:pt x="260074" y="995430"/>
                  </a:lnTo>
                  <a:lnTo>
                    <a:pt x="246651" y="1007180"/>
                  </a:lnTo>
                  <a:lnTo>
                    <a:pt x="233228" y="1018930"/>
                  </a:lnTo>
                  <a:lnTo>
                    <a:pt x="219805" y="1007180"/>
                  </a:lnTo>
                  <a:lnTo>
                    <a:pt x="206381" y="995430"/>
                  </a:lnTo>
                  <a:lnTo>
                    <a:pt x="194636" y="982000"/>
                  </a:lnTo>
                  <a:lnTo>
                    <a:pt x="182891" y="970250"/>
                  </a:lnTo>
                  <a:lnTo>
                    <a:pt x="171145" y="956821"/>
                  </a:lnTo>
                  <a:lnTo>
                    <a:pt x="159400" y="945071"/>
                  </a:lnTo>
                  <a:lnTo>
                    <a:pt x="147655" y="929963"/>
                  </a:lnTo>
                  <a:lnTo>
                    <a:pt x="137587" y="916534"/>
                  </a:lnTo>
                  <a:lnTo>
                    <a:pt x="127520" y="901426"/>
                  </a:lnTo>
                  <a:lnTo>
                    <a:pt x="115775" y="889676"/>
                  </a:lnTo>
                  <a:lnTo>
                    <a:pt x="105707" y="874568"/>
                  </a:lnTo>
                  <a:lnTo>
                    <a:pt x="97318" y="859460"/>
                  </a:lnTo>
                  <a:lnTo>
                    <a:pt x="88928" y="844352"/>
                  </a:lnTo>
                  <a:lnTo>
                    <a:pt x="78861" y="827566"/>
                  </a:lnTo>
                  <a:lnTo>
                    <a:pt x="72149" y="812458"/>
                  </a:lnTo>
                  <a:lnTo>
                    <a:pt x="62082" y="797351"/>
                  </a:lnTo>
                  <a:lnTo>
                    <a:pt x="57048" y="778886"/>
                  </a:lnTo>
                  <a:lnTo>
                    <a:pt x="48659" y="763778"/>
                  </a:lnTo>
                  <a:lnTo>
                    <a:pt x="41947" y="745313"/>
                  </a:lnTo>
                  <a:lnTo>
                    <a:pt x="36913" y="728527"/>
                  </a:lnTo>
                  <a:lnTo>
                    <a:pt x="30202" y="711740"/>
                  </a:lnTo>
                  <a:lnTo>
                    <a:pt x="26846" y="694954"/>
                  </a:lnTo>
                  <a:lnTo>
                    <a:pt x="20134" y="676489"/>
                  </a:lnTo>
                  <a:lnTo>
                    <a:pt x="16779" y="658024"/>
                  </a:lnTo>
                  <a:lnTo>
                    <a:pt x="11745" y="639559"/>
                  </a:lnTo>
                  <a:lnTo>
                    <a:pt x="8389" y="621094"/>
                  </a:lnTo>
                  <a:lnTo>
                    <a:pt x="5033" y="602629"/>
                  </a:lnTo>
                  <a:lnTo>
                    <a:pt x="3355" y="584164"/>
                  </a:lnTo>
                  <a:lnTo>
                    <a:pt x="1677" y="567378"/>
                  </a:lnTo>
                  <a:lnTo>
                    <a:pt x="0" y="547234"/>
                  </a:lnTo>
                  <a:lnTo>
                    <a:pt x="0" y="527091"/>
                  </a:lnTo>
                  <a:lnTo>
                    <a:pt x="0" y="508626"/>
                  </a:lnTo>
                  <a:lnTo>
                    <a:pt x="0" y="490161"/>
                  </a:lnTo>
                  <a:lnTo>
                    <a:pt x="0" y="470017"/>
                  </a:lnTo>
                  <a:lnTo>
                    <a:pt x="1677" y="449873"/>
                  </a:lnTo>
                  <a:lnTo>
                    <a:pt x="3355" y="433087"/>
                  </a:lnTo>
                  <a:lnTo>
                    <a:pt x="5033" y="414622"/>
                  </a:lnTo>
                  <a:lnTo>
                    <a:pt x="8389" y="396157"/>
                  </a:lnTo>
                  <a:lnTo>
                    <a:pt x="11745" y="377692"/>
                  </a:lnTo>
                  <a:lnTo>
                    <a:pt x="16779" y="359227"/>
                  </a:lnTo>
                  <a:lnTo>
                    <a:pt x="20134" y="340762"/>
                  </a:lnTo>
                  <a:lnTo>
                    <a:pt x="26846" y="322297"/>
                  </a:lnTo>
                  <a:lnTo>
                    <a:pt x="31880" y="305511"/>
                  </a:lnTo>
                  <a:lnTo>
                    <a:pt x="36913" y="288725"/>
                  </a:lnTo>
                  <a:lnTo>
                    <a:pt x="43625" y="271938"/>
                  </a:lnTo>
                  <a:lnTo>
                    <a:pt x="50337" y="253473"/>
                  </a:lnTo>
                  <a:lnTo>
                    <a:pt x="57048" y="238366"/>
                  </a:lnTo>
                  <a:lnTo>
                    <a:pt x="62082" y="219901"/>
                  </a:lnTo>
                  <a:lnTo>
                    <a:pt x="72149" y="203114"/>
                  </a:lnTo>
                  <a:lnTo>
                    <a:pt x="80539" y="188007"/>
                  </a:lnTo>
                  <a:lnTo>
                    <a:pt x="88928" y="172899"/>
                  </a:lnTo>
                  <a:lnTo>
                    <a:pt x="97318" y="157791"/>
                  </a:lnTo>
                  <a:lnTo>
                    <a:pt x="107385" y="142683"/>
                  </a:lnTo>
                  <a:lnTo>
                    <a:pt x="115775" y="127576"/>
                  </a:lnTo>
                  <a:lnTo>
                    <a:pt x="127520" y="112468"/>
                  </a:lnTo>
                  <a:lnTo>
                    <a:pt x="137587" y="99039"/>
                  </a:lnTo>
                  <a:lnTo>
                    <a:pt x="149333" y="85610"/>
                  </a:lnTo>
                  <a:lnTo>
                    <a:pt x="159400" y="72181"/>
                  </a:lnTo>
                  <a:lnTo>
                    <a:pt x="172823" y="58752"/>
                  </a:lnTo>
                  <a:lnTo>
                    <a:pt x="184569" y="45323"/>
                  </a:lnTo>
                  <a:lnTo>
                    <a:pt x="196314" y="33572"/>
                  </a:lnTo>
                  <a:lnTo>
                    <a:pt x="209737" y="21822"/>
                  </a:lnTo>
                  <a:lnTo>
                    <a:pt x="223160" y="10071"/>
                  </a:lnTo>
                  <a:lnTo>
                    <a:pt x="234906" y="0"/>
                  </a:lnTo>
                </a:path>
              </a:pathLst>
            </a:custGeom>
            <a:ln w="30204">
              <a:solidFill>
                <a:srgbClr val="081D58"/>
              </a:solidFill>
            </a:ln>
          </p:spPr>
          <p:txBody>
            <a:bodyPr wrap="square" lIns="0" tIns="0" rIns="0" bIns="0" rtlCol="0"/>
            <a:lstStyle/>
            <a:p>
              <a:endParaRPr/>
            </a:p>
          </p:txBody>
        </p:sp>
      </p:grpSp>
      <p:sp>
        <p:nvSpPr>
          <p:cNvPr id="17" name="object 17"/>
          <p:cNvSpPr txBox="1"/>
          <p:nvPr/>
        </p:nvSpPr>
        <p:spPr>
          <a:xfrm>
            <a:off x="4586427" y="1285135"/>
            <a:ext cx="186690" cy="315595"/>
          </a:xfrm>
          <a:prstGeom prst="rect">
            <a:avLst/>
          </a:prstGeom>
        </p:spPr>
        <p:txBody>
          <a:bodyPr vert="horz" wrap="square" lIns="0" tIns="12700" rIns="0" bIns="0" rtlCol="0">
            <a:spAutoFit/>
          </a:bodyPr>
          <a:lstStyle/>
          <a:p>
            <a:pPr marL="12700">
              <a:lnSpc>
                <a:spcPct val="100000"/>
              </a:lnSpc>
              <a:spcBef>
                <a:spcPts val="100"/>
              </a:spcBef>
            </a:pPr>
            <a:r>
              <a:rPr sz="1900" spc="-5" dirty="0">
                <a:latin typeface="Arial"/>
                <a:cs typeface="Arial"/>
              </a:rPr>
              <a:t>A</a:t>
            </a:r>
            <a:endParaRPr sz="1900" dirty="0">
              <a:latin typeface="Arial"/>
              <a:cs typeface="Arial"/>
            </a:endParaRPr>
          </a:p>
        </p:txBody>
      </p:sp>
      <p:sp>
        <p:nvSpPr>
          <p:cNvPr id="18" name="object 18"/>
          <p:cNvSpPr txBox="1"/>
          <p:nvPr/>
        </p:nvSpPr>
        <p:spPr>
          <a:xfrm>
            <a:off x="5551218" y="1285135"/>
            <a:ext cx="186690" cy="315595"/>
          </a:xfrm>
          <a:prstGeom prst="rect">
            <a:avLst/>
          </a:prstGeom>
        </p:spPr>
        <p:txBody>
          <a:bodyPr vert="horz" wrap="square" lIns="0" tIns="12700" rIns="0" bIns="0" rtlCol="0">
            <a:spAutoFit/>
          </a:bodyPr>
          <a:lstStyle/>
          <a:p>
            <a:pPr marL="12700">
              <a:lnSpc>
                <a:spcPct val="100000"/>
              </a:lnSpc>
              <a:spcBef>
                <a:spcPts val="100"/>
              </a:spcBef>
            </a:pPr>
            <a:r>
              <a:rPr sz="1900" spc="-5" dirty="0">
                <a:latin typeface="Arial"/>
                <a:cs typeface="Arial"/>
              </a:rPr>
              <a:t>B</a:t>
            </a:r>
            <a:endParaRPr sz="1900">
              <a:latin typeface="Arial"/>
              <a:cs typeface="Arial"/>
            </a:endParaRPr>
          </a:p>
        </p:txBody>
      </p:sp>
      <p:sp>
        <p:nvSpPr>
          <p:cNvPr id="19" name="object 19"/>
          <p:cNvSpPr txBox="1"/>
          <p:nvPr/>
        </p:nvSpPr>
        <p:spPr>
          <a:xfrm>
            <a:off x="2074610" y="3147463"/>
            <a:ext cx="186690" cy="315595"/>
          </a:xfrm>
          <a:prstGeom prst="rect">
            <a:avLst/>
          </a:prstGeom>
        </p:spPr>
        <p:txBody>
          <a:bodyPr vert="horz" wrap="square" lIns="0" tIns="12700" rIns="0" bIns="0" rtlCol="0">
            <a:spAutoFit/>
          </a:bodyPr>
          <a:lstStyle/>
          <a:p>
            <a:pPr marL="12700">
              <a:lnSpc>
                <a:spcPct val="100000"/>
              </a:lnSpc>
              <a:spcBef>
                <a:spcPts val="100"/>
              </a:spcBef>
            </a:pPr>
            <a:r>
              <a:rPr sz="1900" spc="-5" dirty="0">
                <a:latin typeface="Arial"/>
                <a:cs typeface="Arial"/>
              </a:rPr>
              <a:t>A</a:t>
            </a:r>
            <a:endParaRPr sz="1900">
              <a:latin typeface="Arial"/>
              <a:cs typeface="Arial"/>
            </a:endParaRPr>
          </a:p>
        </p:txBody>
      </p:sp>
      <p:sp>
        <p:nvSpPr>
          <p:cNvPr id="20" name="object 20"/>
          <p:cNvSpPr txBox="1"/>
          <p:nvPr/>
        </p:nvSpPr>
        <p:spPr>
          <a:xfrm>
            <a:off x="3041081" y="3147463"/>
            <a:ext cx="186690" cy="315595"/>
          </a:xfrm>
          <a:prstGeom prst="rect">
            <a:avLst/>
          </a:prstGeom>
        </p:spPr>
        <p:txBody>
          <a:bodyPr vert="horz" wrap="square" lIns="0" tIns="12700" rIns="0" bIns="0" rtlCol="0">
            <a:spAutoFit/>
          </a:bodyPr>
          <a:lstStyle/>
          <a:p>
            <a:pPr marL="12700">
              <a:lnSpc>
                <a:spcPct val="100000"/>
              </a:lnSpc>
              <a:spcBef>
                <a:spcPts val="100"/>
              </a:spcBef>
            </a:pPr>
            <a:r>
              <a:rPr sz="1900" spc="-5" dirty="0">
                <a:latin typeface="Arial"/>
                <a:cs typeface="Arial"/>
              </a:rPr>
              <a:t>B</a:t>
            </a:r>
            <a:endParaRPr sz="1900" dirty="0">
              <a:latin typeface="Arial"/>
              <a:cs typeface="Arial"/>
            </a:endParaRPr>
          </a:p>
        </p:txBody>
      </p:sp>
      <p:sp>
        <p:nvSpPr>
          <p:cNvPr id="21" name="object 21"/>
          <p:cNvSpPr txBox="1"/>
          <p:nvPr/>
        </p:nvSpPr>
        <p:spPr>
          <a:xfrm>
            <a:off x="3950502" y="3968369"/>
            <a:ext cx="1626235" cy="376555"/>
          </a:xfrm>
          <a:prstGeom prst="rect">
            <a:avLst/>
          </a:prstGeom>
        </p:spPr>
        <p:txBody>
          <a:bodyPr vert="horz" wrap="square" lIns="0" tIns="12700" rIns="0" bIns="0" rtlCol="0">
            <a:spAutoFit/>
          </a:bodyPr>
          <a:lstStyle/>
          <a:p>
            <a:pPr marL="12700">
              <a:lnSpc>
                <a:spcPct val="100000"/>
              </a:lnSpc>
              <a:spcBef>
                <a:spcPts val="100"/>
              </a:spcBef>
            </a:pPr>
            <a:r>
              <a:rPr sz="2300" spc="20" dirty="0">
                <a:latin typeface="Courier New"/>
                <a:cs typeface="Courier New"/>
              </a:rPr>
              <a:t>INTERSECT</a:t>
            </a:r>
            <a:endParaRPr sz="2300">
              <a:latin typeface="Courier New"/>
              <a:cs typeface="Courier New"/>
            </a:endParaRPr>
          </a:p>
        </p:txBody>
      </p:sp>
      <p:grpSp>
        <p:nvGrpSpPr>
          <p:cNvPr id="22" name="object 22"/>
          <p:cNvGrpSpPr/>
          <p:nvPr/>
        </p:nvGrpSpPr>
        <p:grpSpPr>
          <a:xfrm>
            <a:off x="1432928" y="3474420"/>
            <a:ext cx="2393315" cy="1449070"/>
            <a:chOff x="1432928" y="3474420"/>
            <a:chExt cx="2393315" cy="1449070"/>
          </a:xfrm>
        </p:grpSpPr>
        <p:sp>
          <p:nvSpPr>
            <p:cNvPr id="23" name="object 23"/>
            <p:cNvSpPr/>
            <p:nvPr/>
          </p:nvSpPr>
          <p:spPr>
            <a:xfrm>
              <a:off x="1448032" y="3489524"/>
              <a:ext cx="1383030" cy="1410335"/>
            </a:xfrm>
            <a:custGeom>
              <a:avLst/>
              <a:gdLst/>
              <a:ahLst/>
              <a:cxnLst/>
              <a:rect l="l" t="t" r="r" b="b"/>
              <a:pathLst>
                <a:path w="1383030" h="1410335">
                  <a:moveTo>
                    <a:pt x="691294" y="0"/>
                  </a:moveTo>
                  <a:lnTo>
                    <a:pt x="643963" y="1626"/>
                  </a:lnTo>
                  <a:lnTo>
                    <a:pt x="597489" y="6436"/>
                  </a:lnTo>
                  <a:lnTo>
                    <a:pt x="551974" y="14323"/>
                  </a:lnTo>
                  <a:lnTo>
                    <a:pt x="507520" y="25184"/>
                  </a:lnTo>
                  <a:lnTo>
                    <a:pt x="464232" y="38912"/>
                  </a:lnTo>
                  <a:lnTo>
                    <a:pt x="422211" y="55404"/>
                  </a:lnTo>
                  <a:lnTo>
                    <a:pt x="381561" y="74554"/>
                  </a:lnTo>
                  <a:lnTo>
                    <a:pt x="342384" y="96257"/>
                  </a:lnTo>
                  <a:lnTo>
                    <a:pt x="304784" y="120407"/>
                  </a:lnTo>
                  <a:lnTo>
                    <a:pt x="268864" y="146901"/>
                  </a:lnTo>
                  <a:lnTo>
                    <a:pt x="234727" y="175633"/>
                  </a:lnTo>
                  <a:lnTo>
                    <a:pt x="202475" y="206497"/>
                  </a:lnTo>
                  <a:lnTo>
                    <a:pt x="172211" y="239390"/>
                  </a:lnTo>
                  <a:lnTo>
                    <a:pt x="144039" y="274206"/>
                  </a:lnTo>
                  <a:lnTo>
                    <a:pt x="118062" y="310839"/>
                  </a:lnTo>
                  <a:lnTo>
                    <a:pt x="94381" y="349186"/>
                  </a:lnTo>
                  <a:lnTo>
                    <a:pt x="73101" y="389141"/>
                  </a:lnTo>
                  <a:lnTo>
                    <a:pt x="54325" y="430598"/>
                  </a:lnTo>
                  <a:lnTo>
                    <a:pt x="38154" y="473454"/>
                  </a:lnTo>
                  <a:lnTo>
                    <a:pt x="24693" y="517602"/>
                  </a:lnTo>
                  <a:lnTo>
                    <a:pt x="14044" y="562939"/>
                  </a:lnTo>
                  <a:lnTo>
                    <a:pt x="6310" y="609358"/>
                  </a:lnTo>
                  <a:lnTo>
                    <a:pt x="1594" y="656756"/>
                  </a:lnTo>
                  <a:lnTo>
                    <a:pt x="0" y="705026"/>
                  </a:lnTo>
                  <a:lnTo>
                    <a:pt x="1594" y="753297"/>
                  </a:lnTo>
                  <a:lnTo>
                    <a:pt x="6310" y="800694"/>
                  </a:lnTo>
                  <a:lnTo>
                    <a:pt x="14044" y="847114"/>
                  </a:lnTo>
                  <a:lnTo>
                    <a:pt x="24693" y="892450"/>
                  </a:lnTo>
                  <a:lnTo>
                    <a:pt x="38154" y="936599"/>
                  </a:lnTo>
                  <a:lnTo>
                    <a:pt x="54325" y="979454"/>
                  </a:lnTo>
                  <a:lnTo>
                    <a:pt x="73101" y="1020912"/>
                  </a:lnTo>
                  <a:lnTo>
                    <a:pt x="94381" y="1060867"/>
                  </a:lnTo>
                  <a:lnTo>
                    <a:pt x="118062" y="1099213"/>
                  </a:lnTo>
                  <a:lnTo>
                    <a:pt x="144039" y="1135847"/>
                  </a:lnTo>
                  <a:lnTo>
                    <a:pt x="172211" y="1170662"/>
                  </a:lnTo>
                  <a:lnTo>
                    <a:pt x="202475" y="1203555"/>
                  </a:lnTo>
                  <a:lnTo>
                    <a:pt x="234727" y="1234420"/>
                  </a:lnTo>
                  <a:lnTo>
                    <a:pt x="268864" y="1263152"/>
                  </a:lnTo>
                  <a:lnTo>
                    <a:pt x="304784" y="1289645"/>
                  </a:lnTo>
                  <a:lnTo>
                    <a:pt x="342384" y="1313796"/>
                  </a:lnTo>
                  <a:lnTo>
                    <a:pt x="381561" y="1335498"/>
                  </a:lnTo>
                  <a:lnTo>
                    <a:pt x="422211" y="1354648"/>
                  </a:lnTo>
                  <a:lnTo>
                    <a:pt x="464232" y="1371140"/>
                  </a:lnTo>
                  <a:lnTo>
                    <a:pt x="507520" y="1384868"/>
                  </a:lnTo>
                  <a:lnTo>
                    <a:pt x="551974" y="1395729"/>
                  </a:lnTo>
                  <a:lnTo>
                    <a:pt x="597489" y="1403617"/>
                  </a:lnTo>
                  <a:lnTo>
                    <a:pt x="643963" y="1408426"/>
                  </a:lnTo>
                  <a:lnTo>
                    <a:pt x="691294" y="1410053"/>
                  </a:lnTo>
                  <a:lnTo>
                    <a:pt x="738624" y="1408426"/>
                  </a:lnTo>
                  <a:lnTo>
                    <a:pt x="785098" y="1403617"/>
                  </a:lnTo>
                  <a:lnTo>
                    <a:pt x="830613" y="1395729"/>
                  </a:lnTo>
                  <a:lnTo>
                    <a:pt x="875067" y="1384868"/>
                  </a:lnTo>
                  <a:lnTo>
                    <a:pt x="918356" y="1371140"/>
                  </a:lnTo>
                  <a:lnTo>
                    <a:pt x="960376" y="1354648"/>
                  </a:lnTo>
                  <a:lnTo>
                    <a:pt x="1001026" y="1335498"/>
                  </a:lnTo>
                  <a:lnTo>
                    <a:pt x="1040203" y="1313796"/>
                  </a:lnTo>
                  <a:lnTo>
                    <a:pt x="1077803" y="1289645"/>
                  </a:lnTo>
                  <a:lnTo>
                    <a:pt x="1113723" y="1263152"/>
                  </a:lnTo>
                  <a:lnTo>
                    <a:pt x="1147860" y="1234420"/>
                  </a:lnTo>
                  <a:lnTo>
                    <a:pt x="1180112" y="1203555"/>
                  </a:lnTo>
                  <a:lnTo>
                    <a:pt x="1210376" y="1170662"/>
                  </a:lnTo>
                  <a:lnTo>
                    <a:pt x="1238548" y="1135847"/>
                  </a:lnTo>
                  <a:lnTo>
                    <a:pt x="1264525" y="1099213"/>
                  </a:lnTo>
                  <a:lnTo>
                    <a:pt x="1288206" y="1060867"/>
                  </a:lnTo>
                  <a:lnTo>
                    <a:pt x="1309486" y="1020912"/>
                  </a:lnTo>
                  <a:lnTo>
                    <a:pt x="1328262" y="979454"/>
                  </a:lnTo>
                  <a:lnTo>
                    <a:pt x="1344433" y="936599"/>
                  </a:lnTo>
                  <a:lnTo>
                    <a:pt x="1357894" y="892450"/>
                  </a:lnTo>
                  <a:lnTo>
                    <a:pt x="1368543" y="847114"/>
                  </a:lnTo>
                  <a:lnTo>
                    <a:pt x="1376277" y="800694"/>
                  </a:lnTo>
                  <a:lnTo>
                    <a:pt x="1380993" y="753297"/>
                  </a:lnTo>
                  <a:lnTo>
                    <a:pt x="1382588" y="705026"/>
                  </a:lnTo>
                  <a:lnTo>
                    <a:pt x="1380993" y="656756"/>
                  </a:lnTo>
                  <a:lnTo>
                    <a:pt x="1376277" y="609358"/>
                  </a:lnTo>
                  <a:lnTo>
                    <a:pt x="1368543" y="562939"/>
                  </a:lnTo>
                  <a:lnTo>
                    <a:pt x="1357894" y="517602"/>
                  </a:lnTo>
                  <a:lnTo>
                    <a:pt x="1344433" y="473454"/>
                  </a:lnTo>
                  <a:lnTo>
                    <a:pt x="1328262" y="430598"/>
                  </a:lnTo>
                  <a:lnTo>
                    <a:pt x="1309486" y="389141"/>
                  </a:lnTo>
                  <a:lnTo>
                    <a:pt x="1288206" y="349186"/>
                  </a:lnTo>
                  <a:lnTo>
                    <a:pt x="1264525" y="310839"/>
                  </a:lnTo>
                  <a:lnTo>
                    <a:pt x="1238548" y="274206"/>
                  </a:lnTo>
                  <a:lnTo>
                    <a:pt x="1210376" y="239390"/>
                  </a:lnTo>
                  <a:lnTo>
                    <a:pt x="1180112" y="206497"/>
                  </a:lnTo>
                  <a:lnTo>
                    <a:pt x="1147860" y="175633"/>
                  </a:lnTo>
                  <a:lnTo>
                    <a:pt x="1113723" y="146901"/>
                  </a:lnTo>
                  <a:lnTo>
                    <a:pt x="1077803" y="120407"/>
                  </a:lnTo>
                  <a:lnTo>
                    <a:pt x="1040203" y="96257"/>
                  </a:lnTo>
                  <a:lnTo>
                    <a:pt x="1001026" y="74554"/>
                  </a:lnTo>
                  <a:lnTo>
                    <a:pt x="960376" y="55404"/>
                  </a:lnTo>
                  <a:lnTo>
                    <a:pt x="918356" y="38912"/>
                  </a:lnTo>
                  <a:lnTo>
                    <a:pt x="875067" y="25184"/>
                  </a:lnTo>
                  <a:lnTo>
                    <a:pt x="830613" y="14323"/>
                  </a:lnTo>
                  <a:lnTo>
                    <a:pt x="785098" y="6436"/>
                  </a:lnTo>
                  <a:lnTo>
                    <a:pt x="738624" y="1626"/>
                  </a:lnTo>
                  <a:lnTo>
                    <a:pt x="691294" y="0"/>
                  </a:lnTo>
                  <a:close/>
                </a:path>
              </a:pathLst>
            </a:custGeom>
            <a:solidFill>
              <a:srgbClr val="6699FF"/>
            </a:solidFill>
          </p:spPr>
          <p:txBody>
            <a:bodyPr wrap="square" lIns="0" tIns="0" rIns="0" bIns="0" rtlCol="0"/>
            <a:lstStyle/>
            <a:p>
              <a:endParaRPr/>
            </a:p>
          </p:txBody>
        </p:sp>
        <p:sp>
          <p:nvSpPr>
            <p:cNvPr id="24" name="object 24"/>
            <p:cNvSpPr/>
            <p:nvPr/>
          </p:nvSpPr>
          <p:spPr>
            <a:xfrm>
              <a:off x="1448032" y="3489524"/>
              <a:ext cx="1383030" cy="1410335"/>
            </a:xfrm>
            <a:custGeom>
              <a:avLst/>
              <a:gdLst/>
              <a:ahLst/>
              <a:cxnLst/>
              <a:rect l="l" t="t" r="r" b="b"/>
              <a:pathLst>
                <a:path w="1383030" h="1410335">
                  <a:moveTo>
                    <a:pt x="0" y="705026"/>
                  </a:moveTo>
                  <a:lnTo>
                    <a:pt x="1594" y="656755"/>
                  </a:lnTo>
                  <a:lnTo>
                    <a:pt x="6310" y="609358"/>
                  </a:lnTo>
                  <a:lnTo>
                    <a:pt x="14044" y="562938"/>
                  </a:lnTo>
                  <a:lnTo>
                    <a:pt x="24693" y="517602"/>
                  </a:lnTo>
                  <a:lnTo>
                    <a:pt x="38154" y="473453"/>
                  </a:lnTo>
                  <a:lnTo>
                    <a:pt x="54325" y="430598"/>
                  </a:lnTo>
                  <a:lnTo>
                    <a:pt x="73102" y="389140"/>
                  </a:lnTo>
                  <a:lnTo>
                    <a:pt x="94381" y="349186"/>
                  </a:lnTo>
                  <a:lnTo>
                    <a:pt x="118062" y="310839"/>
                  </a:lnTo>
                  <a:lnTo>
                    <a:pt x="144039" y="274205"/>
                  </a:lnTo>
                  <a:lnTo>
                    <a:pt x="172211" y="239390"/>
                  </a:lnTo>
                  <a:lnTo>
                    <a:pt x="202475" y="206497"/>
                  </a:lnTo>
                  <a:lnTo>
                    <a:pt x="234727" y="175632"/>
                  </a:lnTo>
                  <a:lnTo>
                    <a:pt x="268865" y="146901"/>
                  </a:lnTo>
                  <a:lnTo>
                    <a:pt x="304785" y="120407"/>
                  </a:lnTo>
                  <a:lnTo>
                    <a:pt x="342384" y="96256"/>
                  </a:lnTo>
                  <a:lnTo>
                    <a:pt x="381561" y="74554"/>
                  </a:lnTo>
                  <a:lnTo>
                    <a:pt x="422211" y="55404"/>
                  </a:lnTo>
                  <a:lnTo>
                    <a:pt x="464232" y="38912"/>
                  </a:lnTo>
                  <a:lnTo>
                    <a:pt x="507521" y="25184"/>
                  </a:lnTo>
                  <a:lnTo>
                    <a:pt x="551974" y="14323"/>
                  </a:lnTo>
                  <a:lnTo>
                    <a:pt x="597489" y="6436"/>
                  </a:lnTo>
                  <a:lnTo>
                    <a:pt x="643964" y="1626"/>
                  </a:lnTo>
                  <a:lnTo>
                    <a:pt x="691294" y="0"/>
                  </a:lnTo>
                  <a:lnTo>
                    <a:pt x="738624" y="1626"/>
                  </a:lnTo>
                  <a:lnTo>
                    <a:pt x="785099" y="6436"/>
                  </a:lnTo>
                  <a:lnTo>
                    <a:pt x="830614" y="14323"/>
                  </a:lnTo>
                  <a:lnTo>
                    <a:pt x="875067" y="25184"/>
                  </a:lnTo>
                  <a:lnTo>
                    <a:pt x="918356" y="38912"/>
                  </a:lnTo>
                  <a:lnTo>
                    <a:pt x="960377" y="55404"/>
                  </a:lnTo>
                  <a:lnTo>
                    <a:pt x="1001027" y="74554"/>
                  </a:lnTo>
                  <a:lnTo>
                    <a:pt x="1040204" y="96256"/>
                  </a:lnTo>
                  <a:lnTo>
                    <a:pt x="1077803" y="120407"/>
                  </a:lnTo>
                  <a:lnTo>
                    <a:pt x="1113723" y="146901"/>
                  </a:lnTo>
                  <a:lnTo>
                    <a:pt x="1147861" y="175632"/>
                  </a:lnTo>
                  <a:lnTo>
                    <a:pt x="1180113" y="206497"/>
                  </a:lnTo>
                  <a:lnTo>
                    <a:pt x="1210377" y="239390"/>
                  </a:lnTo>
                  <a:lnTo>
                    <a:pt x="1238549" y="274205"/>
                  </a:lnTo>
                  <a:lnTo>
                    <a:pt x="1264526" y="310839"/>
                  </a:lnTo>
                  <a:lnTo>
                    <a:pt x="1288207" y="349186"/>
                  </a:lnTo>
                  <a:lnTo>
                    <a:pt x="1309486" y="389140"/>
                  </a:lnTo>
                  <a:lnTo>
                    <a:pt x="1328263" y="430598"/>
                  </a:lnTo>
                  <a:lnTo>
                    <a:pt x="1344434" y="473453"/>
                  </a:lnTo>
                  <a:lnTo>
                    <a:pt x="1357895" y="517602"/>
                  </a:lnTo>
                  <a:lnTo>
                    <a:pt x="1368544" y="562938"/>
                  </a:lnTo>
                  <a:lnTo>
                    <a:pt x="1376278" y="609358"/>
                  </a:lnTo>
                  <a:lnTo>
                    <a:pt x="1380994" y="656755"/>
                  </a:lnTo>
                  <a:lnTo>
                    <a:pt x="1382588" y="705026"/>
                  </a:lnTo>
                  <a:lnTo>
                    <a:pt x="1380994" y="753296"/>
                  </a:lnTo>
                  <a:lnTo>
                    <a:pt x="1376278" y="800694"/>
                  </a:lnTo>
                  <a:lnTo>
                    <a:pt x="1368544" y="847113"/>
                  </a:lnTo>
                  <a:lnTo>
                    <a:pt x="1357895" y="892450"/>
                  </a:lnTo>
                  <a:lnTo>
                    <a:pt x="1344434" y="936598"/>
                  </a:lnTo>
                  <a:lnTo>
                    <a:pt x="1328263" y="979454"/>
                  </a:lnTo>
                  <a:lnTo>
                    <a:pt x="1309486" y="1020912"/>
                  </a:lnTo>
                  <a:lnTo>
                    <a:pt x="1288207" y="1060866"/>
                  </a:lnTo>
                  <a:lnTo>
                    <a:pt x="1264526" y="1099213"/>
                  </a:lnTo>
                  <a:lnTo>
                    <a:pt x="1238549" y="1135846"/>
                  </a:lnTo>
                  <a:lnTo>
                    <a:pt x="1210377" y="1170662"/>
                  </a:lnTo>
                  <a:lnTo>
                    <a:pt x="1180113" y="1203555"/>
                  </a:lnTo>
                  <a:lnTo>
                    <a:pt x="1147861" y="1234419"/>
                  </a:lnTo>
                  <a:lnTo>
                    <a:pt x="1113723" y="1263151"/>
                  </a:lnTo>
                  <a:lnTo>
                    <a:pt x="1077803" y="1289645"/>
                  </a:lnTo>
                  <a:lnTo>
                    <a:pt x="1040204" y="1313795"/>
                  </a:lnTo>
                  <a:lnTo>
                    <a:pt x="1001027" y="1335498"/>
                  </a:lnTo>
                  <a:lnTo>
                    <a:pt x="960377" y="1354648"/>
                  </a:lnTo>
                  <a:lnTo>
                    <a:pt x="918356" y="1371139"/>
                  </a:lnTo>
                  <a:lnTo>
                    <a:pt x="875067" y="1384868"/>
                  </a:lnTo>
                  <a:lnTo>
                    <a:pt x="830614" y="1395729"/>
                  </a:lnTo>
                  <a:lnTo>
                    <a:pt x="785099" y="1403616"/>
                  </a:lnTo>
                  <a:lnTo>
                    <a:pt x="738624" y="1408426"/>
                  </a:lnTo>
                  <a:lnTo>
                    <a:pt x="691294" y="1410052"/>
                  </a:lnTo>
                  <a:lnTo>
                    <a:pt x="643964" y="1408426"/>
                  </a:lnTo>
                  <a:lnTo>
                    <a:pt x="597489" y="1403616"/>
                  </a:lnTo>
                  <a:lnTo>
                    <a:pt x="551974" y="1395729"/>
                  </a:lnTo>
                  <a:lnTo>
                    <a:pt x="507521" y="1384868"/>
                  </a:lnTo>
                  <a:lnTo>
                    <a:pt x="464232" y="1371139"/>
                  </a:lnTo>
                  <a:lnTo>
                    <a:pt x="422211" y="1354648"/>
                  </a:lnTo>
                  <a:lnTo>
                    <a:pt x="381561" y="1335498"/>
                  </a:lnTo>
                  <a:lnTo>
                    <a:pt x="342384" y="1313795"/>
                  </a:lnTo>
                  <a:lnTo>
                    <a:pt x="304785" y="1289645"/>
                  </a:lnTo>
                  <a:lnTo>
                    <a:pt x="268865" y="1263151"/>
                  </a:lnTo>
                  <a:lnTo>
                    <a:pt x="234727" y="1234419"/>
                  </a:lnTo>
                  <a:lnTo>
                    <a:pt x="202475" y="1203555"/>
                  </a:lnTo>
                  <a:lnTo>
                    <a:pt x="172211" y="1170662"/>
                  </a:lnTo>
                  <a:lnTo>
                    <a:pt x="144039" y="1135846"/>
                  </a:lnTo>
                  <a:lnTo>
                    <a:pt x="118062" y="1099213"/>
                  </a:lnTo>
                  <a:lnTo>
                    <a:pt x="94381" y="1060866"/>
                  </a:lnTo>
                  <a:lnTo>
                    <a:pt x="73102" y="1020912"/>
                  </a:lnTo>
                  <a:lnTo>
                    <a:pt x="54325" y="979454"/>
                  </a:lnTo>
                  <a:lnTo>
                    <a:pt x="38154" y="936598"/>
                  </a:lnTo>
                  <a:lnTo>
                    <a:pt x="24693" y="892450"/>
                  </a:lnTo>
                  <a:lnTo>
                    <a:pt x="14044" y="847113"/>
                  </a:lnTo>
                  <a:lnTo>
                    <a:pt x="6310" y="800694"/>
                  </a:lnTo>
                  <a:lnTo>
                    <a:pt x="1594" y="753296"/>
                  </a:lnTo>
                  <a:lnTo>
                    <a:pt x="0" y="705026"/>
                  </a:lnTo>
                  <a:close/>
                </a:path>
              </a:pathLst>
            </a:custGeom>
            <a:ln w="30208">
              <a:solidFill>
                <a:srgbClr val="000000"/>
              </a:solidFill>
            </a:ln>
          </p:spPr>
          <p:txBody>
            <a:bodyPr wrap="square" lIns="0" tIns="0" rIns="0" bIns="0" rtlCol="0"/>
            <a:lstStyle/>
            <a:p>
              <a:endParaRPr/>
            </a:p>
          </p:txBody>
        </p:sp>
        <p:sp>
          <p:nvSpPr>
            <p:cNvPr id="25" name="object 25"/>
            <p:cNvSpPr/>
            <p:nvPr/>
          </p:nvSpPr>
          <p:spPr>
            <a:xfrm>
              <a:off x="2427924" y="3497919"/>
              <a:ext cx="1383030" cy="1410335"/>
            </a:xfrm>
            <a:custGeom>
              <a:avLst/>
              <a:gdLst/>
              <a:ahLst/>
              <a:cxnLst/>
              <a:rect l="l" t="t" r="r" b="b"/>
              <a:pathLst>
                <a:path w="1383029" h="1410335">
                  <a:moveTo>
                    <a:pt x="691294" y="0"/>
                  </a:moveTo>
                  <a:lnTo>
                    <a:pt x="643963" y="1626"/>
                  </a:lnTo>
                  <a:lnTo>
                    <a:pt x="597489" y="6436"/>
                  </a:lnTo>
                  <a:lnTo>
                    <a:pt x="551974" y="14323"/>
                  </a:lnTo>
                  <a:lnTo>
                    <a:pt x="507520" y="25184"/>
                  </a:lnTo>
                  <a:lnTo>
                    <a:pt x="464232" y="38912"/>
                  </a:lnTo>
                  <a:lnTo>
                    <a:pt x="422211" y="55404"/>
                  </a:lnTo>
                  <a:lnTo>
                    <a:pt x="381561" y="74554"/>
                  </a:lnTo>
                  <a:lnTo>
                    <a:pt x="342384" y="96256"/>
                  </a:lnTo>
                  <a:lnTo>
                    <a:pt x="304784" y="120407"/>
                  </a:lnTo>
                  <a:lnTo>
                    <a:pt x="268864" y="146900"/>
                  </a:lnTo>
                  <a:lnTo>
                    <a:pt x="234727" y="175632"/>
                  </a:lnTo>
                  <a:lnTo>
                    <a:pt x="202475" y="206497"/>
                  </a:lnTo>
                  <a:lnTo>
                    <a:pt x="172211" y="239389"/>
                  </a:lnTo>
                  <a:lnTo>
                    <a:pt x="144039" y="274205"/>
                  </a:lnTo>
                  <a:lnTo>
                    <a:pt x="118062" y="310839"/>
                  </a:lnTo>
                  <a:lnTo>
                    <a:pt x="94381" y="349185"/>
                  </a:lnTo>
                  <a:lnTo>
                    <a:pt x="73101" y="389140"/>
                  </a:lnTo>
                  <a:lnTo>
                    <a:pt x="54325" y="430597"/>
                  </a:lnTo>
                  <a:lnTo>
                    <a:pt x="38154" y="473453"/>
                  </a:lnTo>
                  <a:lnTo>
                    <a:pt x="24693" y="517601"/>
                  </a:lnTo>
                  <a:lnTo>
                    <a:pt x="14044" y="562938"/>
                  </a:lnTo>
                  <a:lnTo>
                    <a:pt x="6310" y="609357"/>
                  </a:lnTo>
                  <a:lnTo>
                    <a:pt x="1594" y="656754"/>
                  </a:lnTo>
                  <a:lnTo>
                    <a:pt x="0" y="705025"/>
                  </a:lnTo>
                  <a:lnTo>
                    <a:pt x="1594" y="753295"/>
                  </a:lnTo>
                  <a:lnTo>
                    <a:pt x="6310" y="800693"/>
                  </a:lnTo>
                  <a:lnTo>
                    <a:pt x="14044" y="847112"/>
                  </a:lnTo>
                  <a:lnTo>
                    <a:pt x="24693" y="892449"/>
                  </a:lnTo>
                  <a:lnTo>
                    <a:pt x="38154" y="936597"/>
                  </a:lnTo>
                  <a:lnTo>
                    <a:pt x="54325" y="979453"/>
                  </a:lnTo>
                  <a:lnTo>
                    <a:pt x="73101" y="1020911"/>
                  </a:lnTo>
                  <a:lnTo>
                    <a:pt x="94381" y="1060865"/>
                  </a:lnTo>
                  <a:lnTo>
                    <a:pt x="118062" y="1099212"/>
                  </a:lnTo>
                  <a:lnTo>
                    <a:pt x="144039" y="1135846"/>
                  </a:lnTo>
                  <a:lnTo>
                    <a:pt x="172211" y="1170661"/>
                  </a:lnTo>
                  <a:lnTo>
                    <a:pt x="202475" y="1203554"/>
                  </a:lnTo>
                  <a:lnTo>
                    <a:pt x="234727" y="1234419"/>
                  </a:lnTo>
                  <a:lnTo>
                    <a:pt x="268864" y="1263150"/>
                  </a:lnTo>
                  <a:lnTo>
                    <a:pt x="304784" y="1289644"/>
                  </a:lnTo>
                  <a:lnTo>
                    <a:pt x="342384" y="1313795"/>
                  </a:lnTo>
                  <a:lnTo>
                    <a:pt x="381561" y="1335497"/>
                  </a:lnTo>
                  <a:lnTo>
                    <a:pt x="422211" y="1354647"/>
                  </a:lnTo>
                  <a:lnTo>
                    <a:pt x="464232" y="1371138"/>
                  </a:lnTo>
                  <a:lnTo>
                    <a:pt x="507520" y="1384867"/>
                  </a:lnTo>
                  <a:lnTo>
                    <a:pt x="551974" y="1395728"/>
                  </a:lnTo>
                  <a:lnTo>
                    <a:pt x="597489" y="1403615"/>
                  </a:lnTo>
                  <a:lnTo>
                    <a:pt x="643963" y="1408425"/>
                  </a:lnTo>
                  <a:lnTo>
                    <a:pt x="691294" y="1410051"/>
                  </a:lnTo>
                  <a:lnTo>
                    <a:pt x="738624" y="1408425"/>
                  </a:lnTo>
                  <a:lnTo>
                    <a:pt x="785098" y="1403615"/>
                  </a:lnTo>
                  <a:lnTo>
                    <a:pt x="830614" y="1395728"/>
                  </a:lnTo>
                  <a:lnTo>
                    <a:pt x="875067" y="1384867"/>
                  </a:lnTo>
                  <a:lnTo>
                    <a:pt x="918356" y="1371138"/>
                  </a:lnTo>
                  <a:lnTo>
                    <a:pt x="960377" y="1354647"/>
                  </a:lnTo>
                  <a:lnTo>
                    <a:pt x="1001027" y="1335497"/>
                  </a:lnTo>
                  <a:lnTo>
                    <a:pt x="1040204" y="1313795"/>
                  </a:lnTo>
                  <a:lnTo>
                    <a:pt x="1077804" y="1289644"/>
                  </a:lnTo>
                  <a:lnTo>
                    <a:pt x="1113724" y="1263150"/>
                  </a:lnTo>
                  <a:lnTo>
                    <a:pt x="1147861" y="1234419"/>
                  </a:lnTo>
                  <a:lnTo>
                    <a:pt x="1180113" y="1203554"/>
                  </a:lnTo>
                  <a:lnTo>
                    <a:pt x="1210377" y="1170661"/>
                  </a:lnTo>
                  <a:lnTo>
                    <a:pt x="1238549" y="1135846"/>
                  </a:lnTo>
                  <a:lnTo>
                    <a:pt x="1264527" y="1099212"/>
                  </a:lnTo>
                  <a:lnTo>
                    <a:pt x="1288207" y="1060865"/>
                  </a:lnTo>
                  <a:lnTo>
                    <a:pt x="1309487" y="1020911"/>
                  </a:lnTo>
                  <a:lnTo>
                    <a:pt x="1328263" y="979453"/>
                  </a:lnTo>
                  <a:lnTo>
                    <a:pt x="1344434" y="936597"/>
                  </a:lnTo>
                  <a:lnTo>
                    <a:pt x="1357895" y="892449"/>
                  </a:lnTo>
                  <a:lnTo>
                    <a:pt x="1368544" y="847112"/>
                  </a:lnTo>
                  <a:lnTo>
                    <a:pt x="1376278" y="800693"/>
                  </a:lnTo>
                  <a:lnTo>
                    <a:pt x="1380994" y="753295"/>
                  </a:lnTo>
                  <a:lnTo>
                    <a:pt x="1382589" y="705025"/>
                  </a:lnTo>
                  <a:lnTo>
                    <a:pt x="1380994" y="656754"/>
                  </a:lnTo>
                  <a:lnTo>
                    <a:pt x="1376278" y="609357"/>
                  </a:lnTo>
                  <a:lnTo>
                    <a:pt x="1368544" y="562938"/>
                  </a:lnTo>
                  <a:lnTo>
                    <a:pt x="1357895" y="517601"/>
                  </a:lnTo>
                  <a:lnTo>
                    <a:pt x="1344434" y="473453"/>
                  </a:lnTo>
                  <a:lnTo>
                    <a:pt x="1328263" y="430597"/>
                  </a:lnTo>
                  <a:lnTo>
                    <a:pt x="1309487" y="389140"/>
                  </a:lnTo>
                  <a:lnTo>
                    <a:pt x="1288207" y="349185"/>
                  </a:lnTo>
                  <a:lnTo>
                    <a:pt x="1264527" y="310839"/>
                  </a:lnTo>
                  <a:lnTo>
                    <a:pt x="1238549" y="274205"/>
                  </a:lnTo>
                  <a:lnTo>
                    <a:pt x="1210377" y="239389"/>
                  </a:lnTo>
                  <a:lnTo>
                    <a:pt x="1180113" y="206497"/>
                  </a:lnTo>
                  <a:lnTo>
                    <a:pt x="1147861" y="175632"/>
                  </a:lnTo>
                  <a:lnTo>
                    <a:pt x="1113724" y="146900"/>
                  </a:lnTo>
                  <a:lnTo>
                    <a:pt x="1077804" y="120407"/>
                  </a:lnTo>
                  <a:lnTo>
                    <a:pt x="1040204" y="96256"/>
                  </a:lnTo>
                  <a:lnTo>
                    <a:pt x="1001027" y="74554"/>
                  </a:lnTo>
                  <a:lnTo>
                    <a:pt x="960377" y="55404"/>
                  </a:lnTo>
                  <a:lnTo>
                    <a:pt x="918356" y="38912"/>
                  </a:lnTo>
                  <a:lnTo>
                    <a:pt x="875067" y="25184"/>
                  </a:lnTo>
                  <a:lnTo>
                    <a:pt x="830614" y="14323"/>
                  </a:lnTo>
                  <a:lnTo>
                    <a:pt x="785098" y="6436"/>
                  </a:lnTo>
                  <a:lnTo>
                    <a:pt x="738624" y="1626"/>
                  </a:lnTo>
                  <a:lnTo>
                    <a:pt x="691294" y="0"/>
                  </a:lnTo>
                  <a:close/>
                </a:path>
              </a:pathLst>
            </a:custGeom>
            <a:solidFill>
              <a:srgbClr val="6699FF"/>
            </a:solidFill>
          </p:spPr>
          <p:txBody>
            <a:bodyPr wrap="square" lIns="0" tIns="0" rIns="0" bIns="0" rtlCol="0"/>
            <a:lstStyle/>
            <a:p>
              <a:endParaRPr/>
            </a:p>
          </p:txBody>
        </p:sp>
        <p:sp>
          <p:nvSpPr>
            <p:cNvPr id="26" name="object 26"/>
            <p:cNvSpPr/>
            <p:nvPr/>
          </p:nvSpPr>
          <p:spPr>
            <a:xfrm>
              <a:off x="2427924" y="3497919"/>
              <a:ext cx="1383030" cy="1410335"/>
            </a:xfrm>
            <a:custGeom>
              <a:avLst/>
              <a:gdLst/>
              <a:ahLst/>
              <a:cxnLst/>
              <a:rect l="l" t="t" r="r" b="b"/>
              <a:pathLst>
                <a:path w="1383029" h="1410335">
                  <a:moveTo>
                    <a:pt x="0" y="705026"/>
                  </a:moveTo>
                  <a:lnTo>
                    <a:pt x="1594" y="656755"/>
                  </a:lnTo>
                  <a:lnTo>
                    <a:pt x="6310" y="609358"/>
                  </a:lnTo>
                  <a:lnTo>
                    <a:pt x="14044" y="562938"/>
                  </a:lnTo>
                  <a:lnTo>
                    <a:pt x="24693" y="517602"/>
                  </a:lnTo>
                  <a:lnTo>
                    <a:pt x="38154" y="473453"/>
                  </a:lnTo>
                  <a:lnTo>
                    <a:pt x="54325" y="430598"/>
                  </a:lnTo>
                  <a:lnTo>
                    <a:pt x="73102" y="389140"/>
                  </a:lnTo>
                  <a:lnTo>
                    <a:pt x="94381" y="349186"/>
                  </a:lnTo>
                  <a:lnTo>
                    <a:pt x="118062" y="310839"/>
                  </a:lnTo>
                  <a:lnTo>
                    <a:pt x="144039" y="274205"/>
                  </a:lnTo>
                  <a:lnTo>
                    <a:pt x="172211" y="239390"/>
                  </a:lnTo>
                  <a:lnTo>
                    <a:pt x="202475" y="206497"/>
                  </a:lnTo>
                  <a:lnTo>
                    <a:pt x="234727" y="175632"/>
                  </a:lnTo>
                  <a:lnTo>
                    <a:pt x="268865" y="146901"/>
                  </a:lnTo>
                  <a:lnTo>
                    <a:pt x="304785" y="120407"/>
                  </a:lnTo>
                  <a:lnTo>
                    <a:pt x="342384" y="96256"/>
                  </a:lnTo>
                  <a:lnTo>
                    <a:pt x="381561" y="74554"/>
                  </a:lnTo>
                  <a:lnTo>
                    <a:pt x="422211" y="55404"/>
                  </a:lnTo>
                  <a:lnTo>
                    <a:pt x="464232" y="38912"/>
                  </a:lnTo>
                  <a:lnTo>
                    <a:pt x="507521" y="25184"/>
                  </a:lnTo>
                  <a:lnTo>
                    <a:pt x="551974" y="14323"/>
                  </a:lnTo>
                  <a:lnTo>
                    <a:pt x="597489" y="6436"/>
                  </a:lnTo>
                  <a:lnTo>
                    <a:pt x="643964" y="1626"/>
                  </a:lnTo>
                  <a:lnTo>
                    <a:pt x="691294" y="0"/>
                  </a:lnTo>
                  <a:lnTo>
                    <a:pt x="738624" y="1626"/>
                  </a:lnTo>
                  <a:lnTo>
                    <a:pt x="785099" y="6436"/>
                  </a:lnTo>
                  <a:lnTo>
                    <a:pt x="830614" y="14323"/>
                  </a:lnTo>
                  <a:lnTo>
                    <a:pt x="875067" y="25184"/>
                  </a:lnTo>
                  <a:lnTo>
                    <a:pt x="918356" y="38912"/>
                  </a:lnTo>
                  <a:lnTo>
                    <a:pt x="960377" y="55404"/>
                  </a:lnTo>
                  <a:lnTo>
                    <a:pt x="1001027" y="74554"/>
                  </a:lnTo>
                  <a:lnTo>
                    <a:pt x="1040204" y="96256"/>
                  </a:lnTo>
                  <a:lnTo>
                    <a:pt x="1077803" y="120407"/>
                  </a:lnTo>
                  <a:lnTo>
                    <a:pt x="1113723" y="146901"/>
                  </a:lnTo>
                  <a:lnTo>
                    <a:pt x="1147861" y="175632"/>
                  </a:lnTo>
                  <a:lnTo>
                    <a:pt x="1180113" y="206497"/>
                  </a:lnTo>
                  <a:lnTo>
                    <a:pt x="1210377" y="239390"/>
                  </a:lnTo>
                  <a:lnTo>
                    <a:pt x="1238549" y="274205"/>
                  </a:lnTo>
                  <a:lnTo>
                    <a:pt x="1264526" y="310839"/>
                  </a:lnTo>
                  <a:lnTo>
                    <a:pt x="1288207" y="349186"/>
                  </a:lnTo>
                  <a:lnTo>
                    <a:pt x="1309486" y="389140"/>
                  </a:lnTo>
                  <a:lnTo>
                    <a:pt x="1328263" y="430598"/>
                  </a:lnTo>
                  <a:lnTo>
                    <a:pt x="1344434" y="473453"/>
                  </a:lnTo>
                  <a:lnTo>
                    <a:pt x="1357895" y="517602"/>
                  </a:lnTo>
                  <a:lnTo>
                    <a:pt x="1368544" y="562938"/>
                  </a:lnTo>
                  <a:lnTo>
                    <a:pt x="1376278" y="609358"/>
                  </a:lnTo>
                  <a:lnTo>
                    <a:pt x="1380994" y="656755"/>
                  </a:lnTo>
                  <a:lnTo>
                    <a:pt x="1382588" y="705026"/>
                  </a:lnTo>
                  <a:lnTo>
                    <a:pt x="1380994" y="753296"/>
                  </a:lnTo>
                  <a:lnTo>
                    <a:pt x="1376278" y="800694"/>
                  </a:lnTo>
                  <a:lnTo>
                    <a:pt x="1368544" y="847113"/>
                  </a:lnTo>
                  <a:lnTo>
                    <a:pt x="1357895" y="892450"/>
                  </a:lnTo>
                  <a:lnTo>
                    <a:pt x="1344434" y="936598"/>
                  </a:lnTo>
                  <a:lnTo>
                    <a:pt x="1328263" y="979454"/>
                  </a:lnTo>
                  <a:lnTo>
                    <a:pt x="1309486" y="1020912"/>
                  </a:lnTo>
                  <a:lnTo>
                    <a:pt x="1288207" y="1060866"/>
                  </a:lnTo>
                  <a:lnTo>
                    <a:pt x="1264526" y="1099213"/>
                  </a:lnTo>
                  <a:lnTo>
                    <a:pt x="1238549" y="1135846"/>
                  </a:lnTo>
                  <a:lnTo>
                    <a:pt x="1210377" y="1170662"/>
                  </a:lnTo>
                  <a:lnTo>
                    <a:pt x="1180113" y="1203555"/>
                  </a:lnTo>
                  <a:lnTo>
                    <a:pt x="1147861" y="1234419"/>
                  </a:lnTo>
                  <a:lnTo>
                    <a:pt x="1113723" y="1263151"/>
                  </a:lnTo>
                  <a:lnTo>
                    <a:pt x="1077803" y="1289645"/>
                  </a:lnTo>
                  <a:lnTo>
                    <a:pt x="1040204" y="1313795"/>
                  </a:lnTo>
                  <a:lnTo>
                    <a:pt x="1001027" y="1335498"/>
                  </a:lnTo>
                  <a:lnTo>
                    <a:pt x="960377" y="1354648"/>
                  </a:lnTo>
                  <a:lnTo>
                    <a:pt x="918356" y="1371139"/>
                  </a:lnTo>
                  <a:lnTo>
                    <a:pt x="875067" y="1384868"/>
                  </a:lnTo>
                  <a:lnTo>
                    <a:pt x="830614" y="1395729"/>
                  </a:lnTo>
                  <a:lnTo>
                    <a:pt x="785099" y="1403616"/>
                  </a:lnTo>
                  <a:lnTo>
                    <a:pt x="738624" y="1408426"/>
                  </a:lnTo>
                  <a:lnTo>
                    <a:pt x="691294" y="1410052"/>
                  </a:lnTo>
                  <a:lnTo>
                    <a:pt x="643964" y="1408426"/>
                  </a:lnTo>
                  <a:lnTo>
                    <a:pt x="597489" y="1403616"/>
                  </a:lnTo>
                  <a:lnTo>
                    <a:pt x="551974" y="1395729"/>
                  </a:lnTo>
                  <a:lnTo>
                    <a:pt x="507521" y="1384868"/>
                  </a:lnTo>
                  <a:lnTo>
                    <a:pt x="464232" y="1371139"/>
                  </a:lnTo>
                  <a:lnTo>
                    <a:pt x="422211" y="1354648"/>
                  </a:lnTo>
                  <a:lnTo>
                    <a:pt x="381561" y="1335498"/>
                  </a:lnTo>
                  <a:lnTo>
                    <a:pt x="342384" y="1313795"/>
                  </a:lnTo>
                  <a:lnTo>
                    <a:pt x="304785" y="1289645"/>
                  </a:lnTo>
                  <a:lnTo>
                    <a:pt x="268865" y="1263151"/>
                  </a:lnTo>
                  <a:lnTo>
                    <a:pt x="234727" y="1234419"/>
                  </a:lnTo>
                  <a:lnTo>
                    <a:pt x="202475" y="1203555"/>
                  </a:lnTo>
                  <a:lnTo>
                    <a:pt x="172211" y="1170662"/>
                  </a:lnTo>
                  <a:lnTo>
                    <a:pt x="144039" y="1135846"/>
                  </a:lnTo>
                  <a:lnTo>
                    <a:pt x="118062" y="1099213"/>
                  </a:lnTo>
                  <a:lnTo>
                    <a:pt x="94381" y="1060866"/>
                  </a:lnTo>
                  <a:lnTo>
                    <a:pt x="73102" y="1020912"/>
                  </a:lnTo>
                  <a:lnTo>
                    <a:pt x="54325" y="979454"/>
                  </a:lnTo>
                  <a:lnTo>
                    <a:pt x="38154" y="936598"/>
                  </a:lnTo>
                  <a:lnTo>
                    <a:pt x="24693" y="892450"/>
                  </a:lnTo>
                  <a:lnTo>
                    <a:pt x="14044" y="847113"/>
                  </a:lnTo>
                  <a:lnTo>
                    <a:pt x="6310" y="800694"/>
                  </a:lnTo>
                  <a:lnTo>
                    <a:pt x="1594" y="753296"/>
                  </a:lnTo>
                  <a:lnTo>
                    <a:pt x="0" y="705026"/>
                  </a:lnTo>
                  <a:close/>
                </a:path>
              </a:pathLst>
            </a:custGeom>
            <a:ln w="30208">
              <a:solidFill>
                <a:srgbClr val="000000"/>
              </a:solidFill>
            </a:ln>
          </p:spPr>
          <p:txBody>
            <a:bodyPr wrap="square" lIns="0" tIns="0" rIns="0" bIns="0" rtlCol="0"/>
            <a:lstStyle/>
            <a:p>
              <a:endParaRPr/>
            </a:p>
          </p:txBody>
        </p:sp>
        <p:sp>
          <p:nvSpPr>
            <p:cNvPr id="27" name="object 27"/>
            <p:cNvSpPr/>
            <p:nvPr/>
          </p:nvSpPr>
          <p:spPr>
            <a:xfrm>
              <a:off x="2391011" y="3697676"/>
              <a:ext cx="471805" cy="1026160"/>
            </a:xfrm>
            <a:custGeom>
              <a:avLst/>
              <a:gdLst/>
              <a:ahLst/>
              <a:cxnLst/>
              <a:rect l="l" t="t" r="r" b="b"/>
              <a:pathLst>
                <a:path w="471805" h="1026160">
                  <a:moveTo>
                    <a:pt x="234905" y="0"/>
                  </a:moveTo>
                  <a:lnTo>
                    <a:pt x="196314" y="33572"/>
                  </a:lnTo>
                  <a:lnTo>
                    <a:pt x="184569" y="45322"/>
                  </a:lnTo>
                  <a:lnTo>
                    <a:pt x="172824" y="58751"/>
                  </a:lnTo>
                  <a:lnTo>
                    <a:pt x="161077" y="73859"/>
                  </a:lnTo>
                  <a:lnTo>
                    <a:pt x="149332" y="85609"/>
                  </a:lnTo>
                  <a:lnTo>
                    <a:pt x="137587" y="100717"/>
                  </a:lnTo>
                  <a:lnTo>
                    <a:pt x="127520" y="114146"/>
                  </a:lnTo>
                  <a:lnTo>
                    <a:pt x="115775" y="129254"/>
                  </a:lnTo>
                  <a:lnTo>
                    <a:pt x="107386" y="144362"/>
                  </a:lnTo>
                  <a:lnTo>
                    <a:pt x="97318" y="159470"/>
                  </a:lnTo>
                  <a:lnTo>
                    <a:pt x="72149" y="204792"/>
                  </a:lnTo>
                  <a:lnTo>
                    <a:pt x="63760" y="221579"/>
                  </a:lnTo>
                  <a:lnTo>
                    <a:pt x="57048" y="240043"/>
                  </a:lnTo>
                  <a:lnTo>
                    <a:pt x="50337" y="255151"/>
                  </a:lnTo>
                  <a:lnTo>
                    <a:pt x="43625" y="273616"/>
                  </a:lnTo>
                  <a:lnTo>
                    <a:pt x="36913" y="290403"/>
                  </a:lnTo>
                  <a:lnTo>
                    <a:pt x="26846" y="323975"/>
                  </a:lnTo>
                  <a:lnTo>
                    <a:pt x="20134" y="342440"/>
                  </a:lnTo>
                  <a:lnTo>
                    <a:pt x="16779" y="360906"/>
                  </a:lnTo>
                  <a:lnTo>
                    <a:pt x="11744" y="379370"/>
                  </a:lnTo>
                  <a:lnTo>
                    <a:pt x="5034" y="416300"/>
                  </a:lnTo>
                  <a:lnTo>
                    <a:pt x="0" y="473374"/>
                  </a:lnTo>
                  <a:lnTo>
                    <a:pt x="0" y="550591"/>
                  </a:lnTo>
                  <a:lnTo>
                    <a:pt x="5034" y="607664"/>
                  </a:lnTo>
                  <a:lnTo>
                    <a:pt x="11744" y="644594"/>
                  </a:lnTo>
                  <a:lnTo>
                    <a:pt x="16779" y="663060"/>
                  </a:lnTo>
                  <a:lnTo>
                    <a:pt x="20134" y="681525"/>
                  </a:lnTo>
                  <a:lnTo>
                    <a:pt x="26846" y="699989"/>
                  </a:lnTo>
                  <a:lnTo>
                    <a:pt x="30201" y="716776"/>
                  </a:lnTo>
                  <a:lnTo>
                    <a:pt x="36913" y="733562"/>
                  </a:lnTo>
                  <a:lnTo>
                    <a:pt x="41948" y="750349"/>
                  </a:lnTo>
                  <a:lnTo>
                    <a:pt x="48658" y="768813"/>
                  </a:lnTo>
                  <a:lnTo>
                    <a:pt x="57048" y="783921"/>
                  </a:lnTo>
                  <a:lnTo>
                    <a:pt x="63760" y="802387"/>
                  </a:lnTo>
                  <a:lnTo>
                    <a:pt x="72149" y="817493"/>
                  </a:lnTo>
                  <a:lnTo>
                    <a:pt x="78861" y="832601"/>
                  </a:lnTo>
                  <a:lnTo>
                    <a:pt x="88929" y="849388"/>
                  </a:lnTo>
                  <a:lnTo>
                    <a:pt x="105707" y="879603"/>
                  </a:lnTo>
                  <a:lnTo>
                    <a:pt x="115775" y="894711"/>
                  </a:lnTo>
                  <a:lnTo>
                    <a:pt x="127520" y="908140"/>
                  </a:lnTo>
                  <a:lnTo>
                    <a:pt x="137587" y="923248"/>
                  </a:lnTo>
                  <a:lnTo>
                    <a:pt x="149332" y="936677"/>
                  </a:lnTo>
                  <a:lnTo>
                    <a:pt x="159400" y="950106"/>
                  </a:lnTo>
                  <a:lnTo>
                    <a:pt x="182891" y="976964"/>
                  </a:lnTo>
                  <a:lnTo>
                    <a:pt x="208059" y="1002144"/>
                  </a:lnTo>
                  <a:lnTo>
                    <a:pt x="234905" y="1025645"/>
                  </a:lnTo>
                  <a:lnTo>
                    <a:pt x="246651" y="1013894"/>
                  </a:lnTo>
                  <a:lnTo>
                    <a:pt x="261752" y="1002144"/>
                  </a:lnTo>
                  <a:lnTo>
                    <a:pt x="273498" y="988715"/>
                  </a:lnTo>
                  <a:lnTo>
                    <a:pt x="286920" y="976964"/>
                  </a:lnTo>
                  <a:lnTo>
                    <a:pt x="298665" y="963535"/>
                  </a:lnTo>
                  <a:lnTo>
                    <a:pt x="308733" y="950106"/>
                  </a:lnTo>
                  <a:lnTo>
                    <a:pt x="332224" y="923248"/>
                  </a:lnTo>
                  <a:lnTo>
                    <a:pt x="342291" y="908140"/>
                  </a:lnTo>
                  <a:lnTo>
                    <a:pt x="354036" y="894711"/>
                  </a:lnTo>
                  <a:lnTo>
                    <a:pt x="362426" y="879603"/>
                  </a:lnTo>
                  <a:lnTo>
                    <a:pt x="372493" y="864496"/>
                  </a:lnTo>
                  <a:lnTo>
                    <a:pt x="380883" y="849388"/>
                  </a:lnTo>
                  <a:lnTo>
                    <a:pt x="390950" y="832601"/>
                  </a:lnTo>
                  <a:lnTo>
                    <a:pt x="397662" y="817493"/>
                  </a:lnTo>
                  <a:lnTo>
                    <a:pt x="406052" y="802387"/>
                  </a:lnTo>
                  <a:lnTo>
                    <a:pt x="412762" y="783921"/>
                  </a:lnTo>
                  <a:lnTo>
                    <a:pt x="421152" y="767135"/>
                  </a:lnTo>
                  <a:lnTo>
                    <a:pt x="434576" y="733562"/>
                  </a:lnTo>
                  <a:lnTo>
                    <a:pt x="439609" y="716776"/>
                  </a:lnTo>
                  <a:lnTo>
                    <a:pt x="444643" y="698310"/>
                  </a:lnTo>
                  <a:lnTo>
                    <a:pt x="449676" y="681525"/>
                  </a:lnTo>
                  <a:lnTo>
                    <a:pt x="454710" y="663060"/>
                  </a:lnTo>
                  <a:lnTo>
                    <a:pt x="464778" y="607664"/>
                  </a:lnTo>
                  <a:lnTo>
                    <a:pt x="471490" y="530448"/>
                  </a:lnTo>
                  <a:lnTo>
                    <a:pt x="471490" y="491839"/>
                  </a:lnTo>
                  <a:lnTo>
                    <a:pt x="464778" y="414621"/>
                  </a:lnTo>
                  <a:lnTo>
                    <a:pt x="454710" y="359227"/>
                  </a:lnTo>
                  <a:lnTo>
                    <a:pt x="449676" y="340762"/>
                  </a:lnTo>
                  <a:lnTo>
                    <a:pt x="444643" y="323975"/>
                  </a:lnTo>
                  <a:lnTo>
                    <a:pt x="439609" y="305511"/>
                  </a:lnTo>
                  <a:lnTo>
                    <a:pt x="407729" y="221579"/>
                  </a:lnTo>
                  <a:lnTo>
                    <a:pt x="382560" y="174578"/>
                  </a:lnTo>
                  <a:lnTo>
                    <a:pt x="343969" y="114146"/>
                  </a:lnTo>
                  <a:lnTo>
                    <a:pt x="332224" y="100717"/>
                  </a:lnTo>
                  <a:lnTo>
                    <a:pt x="322157" y="85609"/>
                  </a:lnTo>
                  <a:lnTo>
                    <a:pt x="310410" y="73859"/>
                  </a:lnTo>
                  <a:lnTo>
                    <a:pt x="298665" y="58751"/>
                  </a:lnTo>
                  <a:lnTo>
                    <a:pt x="286920" y="45322"/>
                  </a:lnTo>
                  <a:lnTo>
                    <a:pt x="275175" y="33572"/>
                  </a:lnTo>
                  <a:lnTo>
                    <a:pt x="248329" y="10071"/>
                  </a:lnTo>
                  <a:lnTo>
                    <a:pt x="234905" y="0"/>
                  </a:lnTo>
                  <a:close/>
                </a:path>
              </a:pathLst>
            </a:custGeom>
            <a:solidFill>
              <a:srgbClr val="FFFF00"/>
            </a:solidFill>
          </p:spPr>
          <p:txBody>
            <a:bodyPr wrap="square" lIns="0" tIns="0" rIns="0" bIns="0" rtlCol="0"/>
            <a:lstStyle/>
            <a:p>
              <a:endParaRPr/>
            </a:p>
          </p:txBody>
        </p:sp>
        <p:sp>
          <p:nvSpPr>
            <p:cNvPr id="28" name="object 28"/>
            <p:cNvSpPr/>
            <p:nvPr/>
          </p:nvSpPr>
          <p:spPr>
            <a:xfrm>
              <a:off x="2391011" y="3697676"/>
              <a:ext cx="471805" cy="1026160"/>
            </a:xfrm>
            <a:custGeom>
              <a:avLst/>
              <a:gdLst/>
              <a:ahLst/>
              <a:cxnLst/>
              <a:rect l="l" t="t" r="r" b="b"/>
              <a:pathLst>
                <a:path w="471805" h="1026160">
                  <a:moveTo>
                    <a:pt x="234905" y="0"/>
                  </a:moveTo>
                  <a:lnTo>
                    <a:pt x="248329" y="10071"/>
                  </a:lnTo>
                  <a:lnTo>
                    <a:pt x="261752" y="21822"/>
                  </a:lnTo>
                  <a:lnTo>
                    <a:pt x="275175" y="33572"/>
                  </a:lnTo>
                  <a:lnTo>
                    <a:pt x="286920" y="45323"/>
                  </a:lnTo>
                  <a:lnTo>
                    <a:pt x="298666" y="58752"/>
                  </a:lnTo>
                  <a:lnTo>
                    <a:pt x="310411" y="73859"/>
                  </a:lnTo>
                  <a:lnTo>
                    <a:pt x="322156" y="85610"/>
                  </a:lnTo>
                  <a:lnTo>
                    <a:pt x="332224" y="100718"/>
                  </a:lnTo>
                  <a:lnTo>
                    <a:pt x="343969" y="114147"/>
                  </a:lnTo>
                  <a:lnTo>
                    <a:pt x="354036" y="129254"/>
                  </a:lnTo>
                  <a:lnTo>
                    <a:pt x="364104" y="144362"/>
                  </a:lnTo>
                  <a:lnTo>
                    <a:pt x="372493" y="157791"/>
                  </a:lnTo>
                  <a:lnTo>
                    <a:pt x="382561" y="174577"/>
                  </a:lnTo>
                  <a:lnTo>
                    <a:pt x="390950" y="189685"/>
                  </a:lnTo>
                  <a:lnTo>
                    <a:pt x="399340" y="204793"/>
                  </a:lnTo>
                  <a:lnTo>
                    <a:pt x="407729" y="221579"/>
                  </a:lnTo>
                  <a:lnTo>
                    <a:pt x="414441" y="238366"/>
                  </a:lnTo>
                  <a:lnTo>
                    <a:pt x="421152" y="255152"/>
                  </a:lnTo>
                  <a:lnTo>
                    <a:pt x="427864" y="271938"/>
                  </a:lnTo>
                  <a:lnTo>
                    <a:pt x="434575" y="288725"/>
                  </a:lnTo>
                  <a:lnTo>
                    <a:pt x="439609" y="305511"/>
                  </a:lnTo>
                  <a:lnTo>
                    <a:pt x="444643" y="323976"/>
                  </a:lnTo>
                  <a:lnTo>
                    <a:pt x="449676" y="340762"/>
                  </a:lnTo>
                  <a:lnTo>
                    <a:pt x="454710" y="359227"/>
                  </a:lnTo>
                  <a:lnTo>
                    <a:pt x="458066" y="377692"/>
                  </a:lnTo>
                  <a:lnTo>
                    <a:pt x="461422" y="396157"/>
                  </a:lnTo>
                  <a:lnTo>
                    <a:pt x="464778" y="414622"/>
                  </a:lnTo>
                  <a:lnTo>
                    <a:pt x="466455" y="434766"/>
                  </a:lnTo>
                  <a:lnTo>
                    <a:pt x="468133" y="453231"/>
                  </a:lnTo>
                  <a:lnTo>
                    <a:pt x="469811" y="471696"/>
                  </a:lnTo>
                  <a:lnTo>
                    <a:pt x="471489" y="491839"/>
                  </a:lnTo>
                  <a:lnTo>
                    <a:pt x="471489" y="511983"/>
                  </a:lnTo>
                  <a:lnTo>
                    <a:pt x="471489" y="530448"/>
                  </a:lnTo>
                  <a:lnTo>
                    <a:pt x="469811" y="550591"/>
                  </a:lnTo>
                  <a:lnTo>
                    <a:pt x="468133" y="569056"/>
                  </a:lnTo>
                  <a:lnTo>
                    <a:pt x="466455" y="587521"/>
                  </a:lnTo>
                  <a:lnTo>
                    <a:pt x="464778" y="607665"/>
                  </a:lnTo>
                  <a:lnTo>
                    <a:pt x="461422" y="626130"/>
                  </a:lnTo>
                  <a:lnTo>
                    <a:pt x="458066" y="644595"/>
                  </a:lnTo>
                  <a:lnTo>
                    <a:pt x="454710" y="663060"/>
                  </a:lnTo>
                  <a:lnTo>
                    <a:pt x="449676" y="681525"/>
                  </a:lnTo>
                  <a:lnTo>
                    <a:pt x="444643" y="698311"/>
                  </a:lnTo>
                  <a:lnTo>
                    <a:pt x="439609" y="716776"/>
                  </a:lnTo>
                  <a:lnTo>
                    <a:pt x="434575" y="733563"/>
                  </a:lnTo>
                  <a:lnTo>
                    <a:pt x="427864" y="750349"/>
                  </a:lnTo>
                  <a:lnTo>
                    <a:pt x="421152" y="767135"/>
                  </a:lnTo>
                  <a:lnTo>
                    <a:pt x="412763" y="783922"/>
                  </a:lnTo>
                  <a:lnTo>
                    <a:pt x="406051" y="802387"/>
                  </a:lnTo>
                  <a:lnTo>
                    <a:pt x="397662" y="817494"/>
                  </a:lnTo>
                  <a:lnTo>
                    <a:pt x="390950" y="832602"/>
                  </a:lnTo>
                  <a:lnTo>
                    <a:pt x="380883" y="849388"/>
                  </a:lnTo>
                  <a:lnTo>
                    <a:pt x="372493" y="864496"/>
                  </a:lnTo>
                  <a:lnTo>
                    <a:pt x="362426" y="879604"/>
                  </a:lnTo>
                  <a:lnTo>
                    <a:pt x="354036" y="894711"/>
                  </a:lnTo>
                  <a:lnTo>
                    <a:pt x="342291" y="908141"/>
                  </a:lnTo>
                  <a:lnTo>
                    <a:pt x="332224" y="923248"/>
                  </a:lnTo>
                  <a:lnTo>
                    <a:pt x="320478" y="936677"/>
                  </a:lnTo>
                  <a:lnTo>
                    <a:pt x="308733" y="950106"/>
                  </a:lnTo>
                  <a:lnTo>
                    <a:pt x="298666" y="963535"/>
                  </a:lnTo>
                  <a:lnTo>
                    <a:pt x="286920" y="976965"/>
                  </a:lnTo>
                  <a:lnTo>
                    <a:pt x="273497" y="988715"/>
                  </a:lnTo>
                  <a:lnTo>
                    <a:pt x="261752" y="1002144"/>
                  </a:lnTo>
                  <a:lnTo>
                    <a:pt x="246651" y="1013895"/>
                  </a:lnTo>
                  <a:lnTo>
                    <a:pt x="234905" y="1025645"/>
                  </a:lnTo>
                  <a:lnTo>
                    <a:pt x="221482" y="1013895"/>
                  </a:lnTo>
                  <a:lnTo>
                    <a:pt x="208059" y="1002144"/>
                  </a:lnTo>
                  <a:lnTo>
                    <a:pt x="194636" y="988715"/>
                  </a:lnTo>
                  <a:lnTo>
                    <a:pt x="182891" y="976965"/>
                  </a:lnTo>
                  <a:lnTo>
                    <a:pt x="171145" y="963535"/>
                  </a:lnTo>
                  <a:lnTo>
                    <a:pt x="159400" y="950106"/>
                  </a:lnTo>
                  <a:lnTo>
                    <a:pt x="149333" y="936677"/>
                  </a:lnTo>
                  <a:lnTo>
                    <a:pt x="137587" y="923248"/>
                  </a:lnTo>
                  <a:lnTo>
                    <a:pt x="127520" y="908141"/>
                  </a:lnTo>
                  <a:lnTo>
                    <a:pt x="115775" y="894711"/>
                  </a:lnTo>
                  <a:lnTo>
                    <a:pt x="105707" y="879604"/>
                  </a:lnTo>
                  <a:lnTo>
                    <a:pt x="97318" y="864496"/>
                  </a:lnTo>
                  <a:lnTo>
                    <a:pt x="88928" y="849388"/>
                  </a:lnTo>
                  <a:lnTo>
                    <a:pt x="78861" y="832602"/>
                  </a:lnTo>
                  <a:lnTo>
                    <a:pt x="72149" y="817494"/>
                  </a:lnTo>
                  <a:lnTo>
                    <a:pt x="63760" y="802387"/>
                  </a:lnTo>
                  <a:lnTo>
                    <a:pt x="57048" y="783922"/>
                  </a:lnTo>
                  <a:lnTo>
                    <a:pt x="48659" y="768814"/>
                  </a:lnTo>
                  <a:lnTo>
                    <a:pt x="41947" y="750349"/>
                  </a:lnTo>
                  <a:lnTo>
                    <a:pt x="36913" y="733563"/>
                  </a:lnTo>
                  <a:lnTo>
                    <a:pt x="30202" y="716776"/>
                  </a:lnTo>
                  <a:lnTo>
                    <a:pt x="26846" y="699990"/>
                  </a:lnTo>
                  <a:lnTo>
                    <a:pt x="20134" y="681525"/>
                  </a:lnTo>
                  <a:lnTo>
                    <a:pt x="16778" y="663060"/>
                  </a:lnTo>
                  <a:lnTo>
                    <a:pt x="11745" y="644595"/>
                  </a:lnTo>
                  <a:lnTo>
                    <a:pt x="8389" y="626130"/>
                  </a:lnTo>
                  <a:lnTo>
                    <a:pt x="5033" y="607665"/>
                  </a:lnTo>
                  <a:lnTo>
                    <a:pt x="3355" y="589200"/>
                  </a:lnTo>
                  <a:lnTo>
                    <a:pt x="1677" y="570735"/>
                  </a:lnTo>
                  <a:lnTo>
                    <a:pt x="0" y="550591"/>
                  </a:lnTo>
                  <a:lnTo>
                    <a:pt x="0" y="530448"/>
                  </a:lnTo>
                  <a:lnTo>
                    <a:pt x="0" y="511983"/>
                  </a:lnTo>
                  <a:lnTo>
                    <a:pt x="0" y="493518"/>
                  </a:lnTo>
                  <a:lnTo>
                    <a:pt x="0" y="473374"/>
                  </a:lnTo>
                  <a:lnTo>
                    <a:pt x="1677" y="453231"/>
                  </a:lnTo>
                  <a:lnTo>
                    <a:pt x="3355" y="434766"/>
                  </a:lnTo>
                  <a:lnTo>
                    <a:pt x="5033" y="416301"/>
                  </a:lnTo>
                  <a:lnTo>
                    <a:pt x="8389" y="397836"/>
                  </a:lnTo>
                  <a:lnTo>
                    <a:pt x="11745" y="379371"/>
                  </a:lnTo>
                  <a:lnTo>
                    <a:pt x="16778" y="360906"/>
                  </a:lnTo>
                  <a:lnTo>
                    <a:pt x="20134" y="342441"/>
                  </a:lnTo>
                  <a:lnTo>
                    <a:pt x="26846" y="323976"/>
                  </a:lnTo>
                  <a:lnTo>
                    <a:pt x="31880" y="307190"/>
                  </a:lnTo>
                  <a:lnTo>
                    <a:pt x="36913" y="290403"/>
                  </a:lnTo>
                  <a:lnTo>
                    <a:pt x="43625" y="273617"/>
                  </a:lnTo>
                  <a:lnTo>
                    <a:pt x="50336" y="255152"/>
                  </a:lnTo>
                  <a:lnTo>
                    <a:pt x="57048" y="240044"/>
                  </a:lnTo>
                  <a:lnTo>
                    <a:pt x="63760" y="221579"/>
                  </a:lnTo>
                  <a:lnTo>
                    <a:pt x="72149" y="204793"/>
                  </a:lnTo>
                  <a:lnTo>
                    <a:pt x="80539" y="189685"/>
                  </a:lnTo>
                  <a:lnTo>
                    <a:pt x="88928" y="174577"/>
                  </a:lnTo>
                  <a:lnTo>
                    <a:pt x="97318" y="159470"/>
                  </a:lnTo>
                  <a:lnTo>
                    <a:pt x="107385" y="144362"/>
                  </a:lnTo>
                  <a:lnTo>
                    <a:pt x="115775" y="129254"/>
                  </a:lnTo>
                  <a:lnTo>
                    <a:pt x="127520" y="114147"/>
                  </a:lnTo>
                  <a:lnTo>
                    <a:pt x="137587" y="100718"/>
                  </a:lnTo>
                  <a:lnTo>
                    <a:pt x="149333" y="85610"/>
                  </a:lnTo>
                  <a:lnTo>
                    <a:pt x="161078" y="73859"/>
                  </a:lnTo>
                  <a:lnTo>
                    <a:pt x="172823" y="58752"/>
                  </a:lnTo>
                  <a:lnTo>
                    <a:pt x="184568" y="45323"/>
                  </a:lnTo>
                  <a:lnTo>
                    <a:pt x="196314" y="33572"/>
                  </a:lnTo>
                  <a:lnTo>
                    <a:pt x="209737" y="21822"/>
                  </a:lnTo>
                  <a:lnTo>
                    <a:pt x="223160" y="10071"/>
                  </a:lnTo>
                  <a:lnTo>
                    <a:pt x="234905" y="0"/>
                  </a:lnTo>
                </a:path>
              </a:pathLst>
            </a:custGeom>
            <a:ln w="30204">
              <a:solidFill>
                <a:srgbClr val="081D58"/>
              </a:solidFill>
            </a:ln>
          </p:spPr>
          <p:txBody>
            <a:bodyPr wrap="square" lIns="0" tIns="0" rIns="0" bIns="0" rtlCol="0"/>
            <a:lstStyle/>
            <a:p>
              <a:endParaRPr/>
            </a:p>
          </p:txBody>
        </p:sp>
      </p:grpSp>
      <p:sp>
        <p:nvSpPr>
          <p:cNvPr id="29" name="object 29"/>
          <p:cNvSpPr txBox="1"/>
          <p:nvPr/>
        </p:nvSpPr>
        <p:spPr>
          <a:xfrm>
            <a:off x="2079645" y="5092087"/>
            <a:ext cx="186690" cy="315595"/>
          </a:xfrm>
          <a:prstGeom prst="rect">
            <a:avLst/>
          </a:prstGeom>
        </p:spPr>
        <p:txBody>
          <a:bodyPr vert="horz" wrap="square" lIns="0" tIns="12700" rIns="0" bIns="0" rtlCol="0">
            <a:spAutoFit/>
          </a:bodyPr>
          <a:lstStyle/>
          <a:p>
            <a:pPr marL="12700">
              <a:lnSpc>
                <a:spcPct val="100000"/>
              </a:lnSpc>
              <a:spcBef>
                <a:spcPts val="100"/>
              </a:spcBef>
            </a:pPr>
            <a:r>
              <a:rPr sz="1900" spc="-5" dirty="0">
                <a:latin typeface="Arial"/>
                <a:cs typeface="Arial"/>
              </a:rPr>
              <a:t>A</a:t>
            </a:r>
            <a:endParaRPr sz="1900">
              <a:latin typeface="Arial"/>
              <a:cs typeface="Arial"/>
            </a:endParaRPr>
          </a:p>
        </p:txBody>
      </p:sp>
      <p:sp>
        <p:nvSpPr>
          <p:cNvPr id="30" name="object 30"/>
          <p:cNvSpPr txBox="1"/>
          <p:nvPr/>
        </p:nvSpPr>
        <p:spPr>
          <a:xfrm>
            <a:off x="3041081" y="5092087"/>
            <a:ext cx="186690" cy="315595"/>
          </a:xfrm>
          <a:prstGeom prst="rect">
            <a:avLst/>
          </a:prstGeom>
        </p:spPr>
        <p:txBody>
          <a:bodyPr vert="horz" wrap="square" lIns="0" tIns="12700" rIns="0" bIns="0" rtlCol="0">
            <a:spAutoFit/>
          </a:bodyPr>
          <a:lstStyle/>
          <a:p>
            <a:pPr marL="12700">
              <a:lnSpc>
                <a:spcPct val="100000"/>
              </a:lnSpc>
              <a:spcBef>
                <a:spcPts val="100"/>
              </a:spcBef>
            </a:pPr>
            <a:r>
              <a:rPr sz="1900" spc="-5" dirty="0">
                <a:latin typeface="Arial"/>
                <a:cs typeface="Arial"/>
              </a:rPr>
              <a:t>B</a:t>
            </a:r>
            <a:endParaRPr sz="1900">
              <a:latin typeface="Arial"/>
              <a:cs typeface="Arial"/>
            </a:endParaRPr>
          </a:p>
        </p:txBody>
      </p:sp>
      <p:sp>
        <p:nvSpPr>
          <p:cNvPr id="31" name="object 31"/>
          <p:cNvSpPr txBox="1"/>
          <p:nvPr/>
        </p:nvSpPr>
        <p:spPr>
          <a:xfrm>
            <a:off x="3987416" y="5888608"/>
            <a:ext cx="915035" cy="376555"/>
          </a:xfrm>
          <a:prstGeom prst="rect">
            <a:avLst/>
          </a:prstGeom>
        </p:spPr>
        <p:txBody>
          <a:bodyPr vert="horz" wrap="square" lIns="0" tIns="12700" rIns="0" bIns="0" rtlCol="0">
            <a:spAutoFit/>
          </a:bodyPr>
          <a:lstStyle/>
          <a:p>
            <a:pPr marL="12700">
              <a:lnSpc>
                <a:spcPct val="100000"/>
              </a:lnSpc>
              <a:spcBef>
                <a:spcPts val="100"/>
              </a:spcBef>
            </a:pPr>
            <a:r>
              <a:rPr sz="2300" spc="20" dirty="0">
                <a:latin typeface="Courier New"/>
                <a:cs typeface="Courier New"/>
              </a:rPr>
              <a:t>MINUS</a:t>
            </a:r>
            <a:endParaRPr sz="2300">
              <a:latin typeface="Courier New"/>
              <a:cs typeface="Courier New"/>
            </a:endParaRPr>
          </a:p>
        </p:txBody>
      </p:sp>
      <p:grpSp>
        <p:nvGrpSpPr>
          <p:cNvPr id="32" name="object 32"/>
          <p:cNvGrpSpPr/>
          <p:nvPr/>
        </p:nvGrpSpPr>
        <p:grpSpPr>
          <a:xfrm>
            <a:off x="1446350" y="5398134"/>
            <a:ext cx="2360930" cy="1423670"/>
            <a:chOff x="1446350" y="5398134"/>
            <a:chExt cx="2360930" cy="1423670"/>
          </a:xfrm>
        </p:grpSpPr>
        <p:sp>
          <p:nvSpPr>
            <p:cNvPr id="33" name="object 33"/>
            <p:cNvSpPr/>
            <p:nvPr/>
          </p:nvSpPr>
          <p:spPr>
            <a:xfrm>
              <a:off x="1461454" y="5413239"/>
              <a:ext cx="1352550" cy="1384935"/>
            </a:xfrm>
            <a:custGeom>
              <a:avLst/>
              <a:gdLst/>
              <a:ahLst/>
              <a:cxnLst/>
              <a:rect l="l" t="t" r="r" b="b"/>
              <a:pathLst>
                <a:path w="1352550" h="1384934">
                  <a:moveTo>
                    <a:pt x="676193" y="0"/>
                  </a:moveTo>
                  <a:lnTo>
                    <a:pt x="627902" y="1738"/>
                  </a:lnTo>
                  <a:lnTo>
                    <a:pt x="580528" y="6876"/>
                  </a:lnTo>
                  <a:lnTo>
                    <a:pt x="534184" y="15295"/>
                  </a:lnTo>
                  <a:lnTo>
                    <a:pt x="488986" y="26880"/>
                  </a:lnTo>
                  <a:lnTo>
                    <a:pt x="445047" y="41511"/>
                  </a:lnTo>
                  <a:lnTo>
                    <a:pt x="402482" y="59073"/>
                  </a:lnTo>
                  <a:lnTo>
                    <a:pt x="361406" y="79449"/>
                  </a:lnTo>
                  <a:lnTo>
                    <a:pt x="321933" y="102520"/>
                  </a:lnTo>
                  <a:lnTo>
                    <a:pt x="284177" y="128170"/>
                  </a:lnTo>
                  <a:lnTo>
                    <a:pt x="248253" y="156282"/>
                  </a:lnTo>
                  <a:lnTo>
                    <a:pt x="214275" y="186739"/>
                  </a:lnTo>
                  <a:lnTo>
                    <a:pt x="182358" y="219423"/>
                  </a:lnTo>
                  <a:lnTo>
                    <a:pt x="152616" y="254217"/>
                  </a:lnTo>
                  <a:lnTo>
                    <a:pt x="125164" y="291003"/>
                  </a:lnTo>
                  <a:lnTo>
                    <a:pt x="100115" y="329666"/>
                  </a:lnTo>
                  <a:lnTo>
                    <a:pt x="77585" y="370087"/>
                  </a:lnTo>
                  <a:lnTo>
                    <a:pt x="57688" y="412150"/>
                  </a:lnTo>
                  <a:lnTo>
                    <a:pt x="40538" y="455737"/>
                  </a:lnTo>
                  <a:lnTo>
                    <a:pt x="26249" y="500732"/>
                  </a:lnTo>
                  <a:lnTo>
                    <a:pt x="14936" y="547016"/>
                  </a:lnTo>
                  <a:lnTo>
                    <a:pt x="6714" y="594473"/>
                  </a:lnTo>
                  <a:lnTo>
                    <a:pt x="1697" y="642985"/>
                  </a:lnTo>
                  <a:lnTo>
                    <a:pt x="0" y="692437"/>
                  </a:lnTo>
                  <a:lnTo>
                    <a:pt x="1697" y="741888"/>
                  </a:lnTo>
                  <a:lnTo>
                    <a:pt x="6714" y="790400"/>
                  </a:lnTo>
                  <a:lnTo>
                    <a:pt x="14936" y="837857"/>
                  </a:lnTo>
                  <a:lnTo>
                    <a:pt x="26249" y="884141"/>
                  </a:lnTo>
                  <a:lnTo>
                    <a:pt x="40538" y="929136"/>
                  </a:lnTo>
                  <a:lnTo>
                    <a:pt x="57688" y="972723"/>
                  </a:lnTo>
                  <a:lnTo>
                    <a:pt x="77585" y="1014786"/>
                  </a:lnTo>
                  <a:lnTo>
                    <a:pt x="100115" y="1055207"/>
                  </a:lnTo>
                  <a:lnTo>
                    <a:pt x="125164" y="1093870"/>
                  </a:lnTo>
                  <a:lnTo>
                    <a:pt x="152616" y="1130657"/>
                  </a:lnTo>
                  <a:lnTo>
                    <a:pt x="182358" y="1165451"/>
                  </a:lnTo>
                  <a:lnTo>
                    <a:pt x="214275" y="1198135"/>
                  </a:lnTo>
                  <a:lnTo>
                    <a:pt x="248253" y="1228591"/>
                  </a:lnTo>
                  <a:lnTo>
                    <a:pt x="284177" y="1256703"/>
                  </a:lnTo>
                  <a:lnTo>
                    <a:pt x="321933" y="1282353"/>
                  </a:lnTo>
                  <a:lnTo>
                    <a:pt x="361406" y="1305425"/>
                  </a:lnTo>
                  <a:lnTo>
                    <a:pt x="402482" y="1325800"/>
                  </a:lnTo>
                  <a:lnTo>
                    <a:pt x="445047" y="1343362"/>
                  </a:lnTo>
                  <a:lnTo>
                    <a:pt x="488986" y="1357994"/>
                  </a:lnTo>
                  <a:lnTo>
                    <a:pt x="534184" y="1369578"/>
                  </a:lnTo>
                  <a:lnTo>
                    <a:pt x="580528" y="1377998"/>
                  </a:lnTo>
                  <a:lnTo>
                    <a:pt x="627902" y="1383135"/>
                  </a:lnTo>
                  <a:lnTo>
                    <a:pt x="676193" y="1384874"/>
                  </a:lnTo>
                  <a:lnTo>
                    <a:pt x="724484" y="1383135"/>
                  </a:lnTo>
                  <a:lnTo>
                    <a:pt x="771859" y="1377998"/>
                  </a:lnTo>
                  <a:lnTo>
                    <a:pt x="818202" y="1369578"/>
                  </a:lnTo>
                  <a:lnTo>
                    <a:pt x="863401" y="1357994"/>
                  </a:lnTo>
                  <a:lnTo>
                    <a:pt x="907340" y="1343362"/>
                  </a:lnTo>
                  <a:lnTo>
                    <a:pt x="949904" y="1325800"/>
                  </a:lnTo>
                  <a:lnTo>
                    <a:pt x="990980" y="1305425"/>
                  </a:lnTo>
                  <a:lnTo>
                    <a:pt x="1030454" y="1282353"/>
                  </a:lnTo>
                  <a:lnTo>
                    <a:pt x="1068209" y="1256703"/>
                  </a:lnTo>
                  <a:lnTo>
                    <a:pt x="1104133" y="1228591"/>
                  </a:lnTo>
                  <a:lnTo>
                    <a:pt x="1138111" y="1198135"/>
                  </a:lnTo>
                  <a:lnTo>
                    <a:pt x="1170028" y="1165451"/>
                  </a:lnTo>
                  <a:lnTo>
                    <a:pt x="1199770" y="1130657"/>
                  </a:lnTo>
                  <a:lnTo>
                    <a:pt x="1227223" y="1093870"/>
                  </a:lnTo>
                  <a:lnTo>
                    <a:pt x="1252271" y="1055207"/>
                  </a:lnTo>
                  <a:lnTo>
                    <a:pt x="1274801" y="1014786"/>
                  </a:lnTo>
                  <a:lnTo>
                    <a:pt x="1294699" y="972723"/>
                  </a:lnTo>
                  <a:lnTo>
                    <a:pt x="1311849" y="929136"/>
                  </a:lnTo>
                  <a:lnTo>
                    <a:pt x="1326137" y="884141"/>
                  </a:lnTo>
                  <a:lnTo>
                    <a:pt x="1337450" y="837857"/>
                  </a:lnTo>
                  <a:lnTo>
                    <a:pt x="1345672" y="790400"/>
                  </a:lnTo>
                  <a:lnTo>
                    <a:pt x="1350689" y="741888"/>
                  </a:lnTo>
                  <a:lnTo>
                    <a:pt x="1352387" y="692437"/>
                  </a:lnTo>
                  <a:lnTo>
                    <a:pt x="1350689" y="642985"/>
                  </a:lnTo>
                  <a:lnTo>
                    <a:pt x="1345672" y="594473"/>
                  </a:lnTo>
                  <a:lnTo>
                    <a:pt x="1337450" y="547016"/>
                  </a:lnTo>
                  <a:lnTo>
                    <a:pt x="1326137" y="500732"/>
                  </a:lnTo>
                  <a:lnTo>
                    <a:pt x="1311849" y="455737"/>
                  </a:lnTo>
                  <a:lnTo>
                    <a:pt x="1294699" y="412150"/>
                  </a:lnTo>
                  <a:lnTo>
                    <a:pt x="1274801" y="370087"/>
                  </a:lnTo>
                  <a:lnTo>
                    <a:pt x="1252271" y="329666"/>
                  </a:lnTo>
                  <a:lnTo>
                    <a:pt x="1227223" y="291003"/>
                  </a:lnTo>
                  <a:lnTo>
                    <a:pt x="1199770" y="254217"/>
                  </a:lnTo>
                  <a:lnTo>
                    <a:pt x="1170028" y="219423"/>
                  </a:lnTo>
                  <a:lnTo>
                    <a:pt x="1138111" y="186739"/>
                  </a:lnTo>
                  <a:lnTo>
                    <a:pt x="1104133" y="156282"/>
                  </a:lnTo>
                  <a:lnTo>
                    <a:pt x="1068209" y="128170"/>
                  </a:lnTo>
                  <a:lnTo>
                    <a:pt x="1030454" y="102520"/>
                  </a:lnTo>
                  <a:lnTo>
                    <a:pt x="990980" y="79449"/>
                  </a:lnTo>
                  <a:lnTo>
                    <a:pt x="949904" y="59073"/>
                  </a:lnTo>
                  <a:lnTo>
                    <a:pt x="907340" y="41511"/>
                  </a:lnTo>
                  <a:lnTo>
                    <a:pt x="863401" y="26880"/>
                  </a:lnTo>
                  <a:lnTo>
                    <a:pt x="818202" y="15295"/>
                  </a:lnTo>
                  <a:lnTo>
                    <a:pt x="771859" y="6876"/>
                  </a:lnTo>
                  <a:lnTo>
                    <a:pt x="724484" y="1738"/>
                  </a:lnTo>
                  <a:lnTo>
                    <a:pt x="676193" y="0"/>
                  </a:lnTo>
                  <a:close/>
                </a:path>
              </a:pathLst>
            </a:custGeom>
            <a:solidFill>
              <a:srgbClr val="FFFF00"/>
            </a:solidFill>
          </p:spPr>
          <p:txBody>
            <a:bodyPr wrap="square" lIns="0" tIns="0" rIns="0" bIns="0" rtlCol="0"/>
            <a:lstStyle/>
            <a:p>
              <a:endParaRPr/>
            </a:p>
          </p:txBody>
        </p:sp>
        <p:sp>
          <p:nvSpPr>
            <p:cNvPr id="34" name="object 34"/>
            <p:cNvSpPr/>
            <p:nvPr/>
          </p:nvSpPr>
          <p:spPr>
            <a:xfrm>
              <a:off x="1461454" y="5413239"/>
              <a:ext cx="1352550" cy="1384935"/>
            </a:xfrm>
            <a:custGeom>
              <a:avLst/>
              <a:gdLst/>
              <a:ahLst/>
              <a:cxnLst/>
              <a:rect l="l" t="t" r="r" b="b"/>
              <a:pathLst>
                <a:path w="1352550" h="1384934">
                  <a:moveTo>
                    <a:pt x="0" y="692436"/>
                  </a:moveTo>
                  <a:lnTo>
                    <a:pt x="1697" y="642985"/>
                  </a:lnTo>
                  <a:lnTo>
                    <a:pt x="6714" y="594473"/>
                  </a:lnTo>
                  <a:lnTo>
                    <a:pt x="14936" y="547016"/>
                  </a:lnTo>
                  <a:lnTo>
                    <a:pt x="26249" y="500732"/>
                  </a:lnTo>
                  <a:lnTo>
                    <a:pt x="40538" y="455737"/>
                  </a:lnTo>
                  <a:lnTo>
                    <a:pt x="57688" y="412150"/>
                  </a:lnTo>
                  <a:lnTo>
                    <a:pt x="77585" y="370087"/>
                  </a:lnTo>
                  <a:lnTo>
                    <a:pt x="100115" y="329666"/>
                  </a:lnTo>
                  <a:lnTo>
                    <a:pt x="125164" y="291003"/>
                  </a:lnTo>
                  <a:lnTo>
                    <a:pt x="152616" y="254216"/>
                  </a:lnTo>
                  <a:lnTo>
                    <a:pt x="182358" y="219423"/>
                  </a:lnTo>
                  <a:lnTo>
                    <a:pt x="214275" y="186739"/>
                  </a:lnTo>
                  <a:lnTo>
                    <a:pt x="248253" y="156282"/>
                  </a:lnTo>
                  <a:lnTo>
                    <a:pt x="284177" y="128170"/>
                  </a:lnTo>
                  <a:lnTo>
                    <a:pt x="321933" y="102520"/>
                  </a:lnTo>
                  <a:lnTo>
                    <a:pt x="361406" y="79449"/>
                  </a:lnTo>
                  <a:lnTo>
                    <a:pt x="402482" y="59073"/>
                  </a:lnTo>
                  <a:lnTo>
                    <a:pt x="445046" y="41511"/>
                  </a:lnTo>
                  <a:lnTo>
                    <a:pt x="488985" y="26880"/>
                  </a:lnTo>
                  <a:lnTo>
                    <a:pt x="534184" y="15295"/>
                  </a:lnTo>
                  <a:lnTo>
                    <a:pt x="580527" y="6876"/>
                  </a:lnTo>
                  <a:lnTo>
                    <a:pt x="627902" y="1738"/>
                  </a:lnTo>
                  <a:lnTo>
                    <a:pt x="676193" y="0"/>
                  </a:lnTo>
                  <a:lnTo>
                    <a:pt x="724484" y="1738"/>
                  </a:lnTo>
                  <a:lnTo>
                    <a:pt x="771858" y="6876"/>
                  </a:lnTo>
                  <a:lnTo>
                    <a:pt x="818202" y="15295"/>
                  </a:lnTo>
                  <a:lnTo>
                    <a:pt x="863401" y="26880"/>
                  </a:lnTo>
                  <a:lnTo>
                    <a:pt x="907339" y="41511"/>
                  </a:lnTo>
                  <a:lnTo>
                    <a:pt x="949904" y="59073"/>
                  </a:lnTo>
                  <a:lnTo>
                    <a:pt x="990980" y="79449"/>
                  </a:lnTo>
                  <a:lnTo>
                    <a:pt x="1030453" y="102520"/>
                  </a:lnTo>
                  <a:lnTo>
                    <a:pt x="1068209" y="128170"/>
                  </a:lnTo>
                  <a:lnTo>
                    <a:pt x="1104133" y="156282"/>
                  </a:lnTo>
                  <a:lnTo>
                    <a:pt x="1138111" y="186739"/>
                  </a:lnTo>
                  <a:lnTo>
                    <a:pt x="1170028" y="219423"/>
                  </a:lnTo>
                  <a:lnTo>
                    <a:pt x="1199770" y="254216"/>
                  </a:lnTo>
                  <a:lnTo>
                    <a:pt x="1227222" y="291003"/>
                  </a:lnTo>
                  <a:lnTo>
                    <a:pt x="1252271" y="329666"/>
                  </a:lnTo>
                  <a:lnTo>
                    <a:pt x="1274801" y="370087"/>
                  </a:lnTo>
                  <a:lnTo>
                    <a:pt x="1294698" y="412150"/>
                  </a:lnTo>
                  <a:lnTo>
                    <a:pt x="1311848" y="455737"/>
                  </a:lnTo>
                  <a:lnTo>
                    <a:pt x="1326137" y="500732"/>
                  </a:lnTo>
                  <a:lnTo>
                    <a:pt x="1337449" y="547016"/>
                  </a:lnTo>
                  <a:lnTo>
                    <a:pt x="1345671" y="594473"/>
                  </a:lnTo>
                  <a:lnTo>
                    <a:pt x="1350688" y="642985"/>
                  </a:lnTo>
                  <a:lnTo>
                    <a:pt x="1352386" y="692436"/>
                  </a:lnTo>
                  <a:lnTo>
                    <a:pt x="1350688" y="741887"/>
                  </a:lnTo>
                  <a:lnTo>
                    <a:pt x="1345671" y="790400"/>
                  </a:lnTo>
                  <a:lnTo>
                    <a:pt x="1337449" y="837857"/>
                  </a:lnTo>
                  <a:lnTo>
                    <a:pt x="1326137" y="884141"/>
                  </a:lnTo>
                  <a:lnTo>
                    <a:pt x="1311848" y="929135"/>
                  </a:lnTo>
                  <a:lnTo>
                    <a:pt x="1294698" y="972722"/>
                  </a:lnTo>
                  <a:lnTo>
                    <a:pt x="1274801" y="1014785"/>
                  </a:lnTo>
                  <a:lnTo>
                    <a:pt x="1252271" y="1055206"/>
                  </a:lnTo>
                  <a:lnTo>
                    <a:pt x="1227222" y="1093869"/>
                  </a:lnTo>
                  <a:lnTo>
                    <a:pt x="1199770" y="1130656"/>
                  </a:lnTo>
                  <a:lnTo>
                    <a:pt x="1170028" y="1165450"/>
                  </a:lnTo>
                  <a:lnTo>
                    <a:pt x="1138111" y="1198134"/>
                  </a:lnTo>
                  <a:lnTo>
                    <a:pt x="1104133" y="1228590"/>
                  </a:lnTo>
                  <a:lnTo>
                    <a:pt x="1068209" y="1256702"/>
                  </a:lnTo>
                  <a:lnTo>
                    <a:pt x="1030453" y="1282352"/>
                  </a:lnTo>
                  <a:lnTo>
                    <a:pt x="990980" y="1305424"/>
                  </a:lnTo>
                  <a:lnTo>
                    <a:pt x="949904" y="1325799"/>
                  </a:lnTo>
                  <a:lnTo>
                    <a:pt x="907339" y="1343361"/>
                  </a:lnTo>
                  <a:lnTo>
                    <a:pt x="863401" y="1357993"/>
                  </a:lnTo>
                  <a:lnTo>
                    <a:pt x="818202" y="1369577"/>
                  </a:lnTo>
                  <a:lnTo>
                    <a:pt x="771858" y="1377997"/>
                  </a:lnTo>
                  <a:lnTo>
                    <a:pt x="724484" y="1383135"/>
                  </a:lnTo>
                  <a:lnTo>
                    <a:pt x="676193" y="1384873"/>
                  </a:lnTo>
                  <a:lnTo>
                    <a:pt x="627902" y="1383135"/>
                  </a:lnTo>
                  <a:lnTo>
                    <a:pt x="580527" y="1377997"/>
                  </a:lnTo>
                  <a:lnTo>
                    <a:pt x="534184" y="1369577"/>
                  </a:lnTo>
                  <a:lnTo>
                    <a:pt x="488985" y="1357993"/>
                  </a:lnTo>
                  <a:lnTo>
                    <a:pt x="445046" y="1343361"/>
                  </a:lnTo>
                  <a:lnTo>
                    <a:pt x="402482" y="1325799"/>
                  </a:lnTo>
                  <a:lnTo>
                    <a:pt x="361406" y="1305424"/>
                  </a:lnTo>
                  <a:lnTo>
                    <a:pt x="321933" y="1282352"/>
                  </a:lnTo>
                  <a:lnTo>
                    <a:pt x="284177" y="1256702"/>
                  </a:lnTo>
                  <a:lnTo>
                    <a:pt x="248253" y="1228590"/>
                  </a:lnTo>
                  <a:lnTo>
                    <a:pt x="214275" y="1198134"/>
                  </a:lnTo>
                  <a:lnTo>
                    <a:pt x="182358" y="1165450"/>
                  </a:lnTo>
                  <a:lnTo>
                    <a:pt x="152616" y="1130656"/>
                  </a:lnTo>
                  <a:lnTo>
                    <a:pt x="125164" y="1093869"/>
                  </a:lnTo>
                  <a:lnTo>
                    <a:pt x="100115" y="1055206"/>
                  </a:lnTo>
                  <a:lnTo>
                    <a:pt x="77585" y="1014785"/>
                  </a:lnTo>
                  <a:lnTo>
                    <a:pt x="57688" y="972722"/>
                  </a:lnTo>
                  <a:lnTo>
                    <a:pt x="40538" y="929135"/>
                  </a:lnTo>
                  <a:lnTo>
                    <a:pt x="26249" y="884141"/>
                  </a:lnTo>
                  <a:lnTo>
                    <a:pt x="14936" y="837857"/>
                  </a:lnTo>
                  <a:lnTo>
                    <a:pt x="6714" y="790400"/>
                  </a:lnTo>
                  <a:lnTo>
                    <a:pt x="1697" y="741887"/>
                  </a:lnTo>
                  <a:lnTo>
                    <a:pt x="0" y="692436"/>
                  </a:lnTo>
                  <a:close/>
                </a:path>
              </a:pathLst>
            </a:custGeom>
            <a:ln w="30208">
              <a:solidFill>
                <a:srgbClr val="000000"/>
              </a:solidFill>
            </a:ln>
          </p:spPr>
          <p:txBody>
            <a:bodyPr wrap="square" lIns="0" tIns="0" rIns="0" bIns="0" rtlCol="0"/>
            <a:lstStyle/>
            <a:p>
              <a:endParaRPr/>
            </a:p>
          </p:txBody>
        </p:sp>
        <p:sp>
          <p:nvSpPr>
            <p:cNvPr id="35" name="object 35"/>
            <p:cNvSpPr/>
            <p:nvPr/>
          </p:nvSpPr>
          <p:spPr>
            <a:xfrm>
              <a:off x="2439669" y="5421633"/>
              <a:ext cx="1352550" cy="1384935"/>
            </a:xfrm>
            <a:custGeom>
              <a:avLst/>
              <a:gdLst/>
              <a:ahLst/>
              <a:cxnLst/>
              <a:rect l="l" t="t" r="r" b="b"/>
              <a:pathLst>
                <a:path w="1352550" h="1384934">
                  <a:moveTo>
                    <a:pt x="676193" y="0"/>
                  </a:moveTo>
                  <a:lnTo>
                    <a:pt x="627902" y="1738"/>
                  </a:lnTo>
                  <a:lnTo>
                    <a:pt x="580528" y="6876"/>
                  </a:lnTo>
                  <a:lnTo>
                    <a:pt x="534184" y="15295"/>
                  </a:lnTo>
                  <a:lnTo>
                    <a:pt x="488986" y="26879"/>
                  </a:lnTo>
                  <a:lnTo>
                    <a:pt x="445047" y="41511"/>
                  </a:lnTo>
                  <a:lnTo>
                    <a:pt x="402482" y="59073"/>
                  </a:lnTo>
                  <a:lnTo>
                    <a:pt x="361406" y="79449"/>
                  </a:lnTo>
                  <a:lnTo>
                    <a:pt x="321933" y="102520"/>
                  </a:lnTo>
                  <a:lnTo>
                    <a:pt x="284177" y="128170"/>
                  </a:lnTo>
                  <a:lnTo>
                    <a:pt x="248253" y="156282"/>
                  </a:lnTo>
                  <a:lnTo>
                    <a:pt x="214275" y="186738"/>
                  </a:lnTo>
                  <a:lnTo>
                    <a:pt x="182358" y="219422"/>
                  </a:lnTo>
                  <a:lnTo>
                    <a:pt x="152616" y="254216"/>
                  </a:lnTo>
                  <a:lnTo>
                    <a:pt x="125164" y="291003"/>
                  </a:lnTo>
                  <a:lnTo>
                    <a:pt x="100115" y="329665"/>
                  </a:lnTo>
                  <a:lnTo>
                    <a:pt x="77585" y="370087"/>
                  </a:lnTo>
                  <a:lnTo>
                    <a:pt x="57688" y="412149"/>
                  </a:lnTo>
                  <a:lnTo>
                    <a:pt x="40538" y="455736"/>
                  </a:lnTo>
                  <a:lnTo>
                    <a:pt x="26249" y="500731"/>
                  </a:lnTo>
                  <a:lnTo>
                    <a:pt x="14936" y="547015"/>
                  </a:lnTo>
                  <a:lnTo>
                    <a:pt x="6714" y="594472"/>
                  </a:lnTo>
                  <a:lnTo>
                    <a:pt x="1697" y="642984"/>
                  </a:lnTo>
                  <a:lnTo>
                    <a:pt x="0" y="692435"/>
                  </a:lnTo>
                  <a:lnTo>
                    <a:pt x="1697" y="741886"/>
                  </a:lnTo>
                  <a:lnTo>
                    <a:pt x="6714" y="790399"/>
                  </a:lnTo>
                  <a:lnTo>
                    <a:pt x="14936" y="837856"/>
                  </a:lnTo>
                  <a:lnTo>
                    <a:pt x="26249" y="884140"/>
                  </a:lnTo>
                  <a:lnTo>
                    <a:pt x="40538" y="929135"/>
                  </a:lnTo>
                  <a:lnTo>
                    <a:pt x="57688" y="972722"/>
                  </a:lnTo>
                  <a:lnTo>
                    <a:pt x="77585" y="1014785"/>
                  </a:lnTo>
                  <a:lnTo>
                    <a:pt x="100115" y="1055206"/>
                  </a:lnTo>
                  <a:lnTo>
                    <a:pt x="125164" y="1093869"/>
                  </a:lnTo>
                  <a:lnTo>
                    <a:pt x="152616" y="1130656"/>
                  </a:lnTo>
                  <a:lnTo>
                    <a:pt x="182358" y="1165450"/>
                  </a:lnTo>
                  <a:lnTo>
                    <a:pt x="214275" y="1198133"/>
                  </a:lnTo>
                  <a:lnTo>
                    <a:pt x="248253" y="1228590"/>
                  </a:lnTo>
                  <a:lnTo>
                    <a:pt x="284177" y="1256702"/>
                  </a:lnTo>
                  <a:lnTo>
                    <a:pt x="321933" y="1282352"/>
                  </a:lnTo>
                  <a:lnTo>
                    <a:pt x="361406" y="1305423"/>
                  </a:lnTo>
                  <a:lnTo>
                    <a:pt x="402482" y="1325799"/>
                  </a:lnTo>
                  <a:lnTo>
                    <a:pt x="445047" y="1343361"/>
                  </a:lnTo>
                  <a:lnTo>
                    <a:pt x="488986" y="1357993"/>
                  </a:lnTo>
                  <a:lnTo>
                    <a:pt x="534184" y="1369577"/>
                  </a:lnTo>
                  <a:lnTo>
                    <a:pt x="580528" y="1377996"/>
                  </a:lnTo>
                  <a:lnTo>
                    <a:pt x="627902" y="1383134"/>
                  </a:lnTo>
                  <a:lnTo>
                    <a:pt x="676193" y="1384873"/>
                  </a:lnTo>
                  <a:lnTo>
                    <a:pt x="724484" y="1383134"/>
                  </a:lnTo>
                  <a:lnTo>
                    <a:pt x="771859" y="1377996"/>
                  </a:lnTo>
                  <a:lnTo>
                    <a:pt x="818202" y="1369577"/>
                  </a:lnTo>
                  <a:lnTo>
                    <a:pt x="863401" y="1357993"/>
                  </a:lnTo>
                  <a:lnTo>
                    <a:pt x="907339" y="1343361"/>
                  </a:lnTo>
                  <a:lnTo>
                    <a:pt x="949904" y="1325799"/>
                  </a:lnTo>
                  <a:lnTo>
                    <a:pt x="990980" y="1305423"/>
                  </a:lnTo>
                  <a:lnTo>
                    <a:pt x="1030453" y="1282352"/>
                  </a:lnTo>
                  <a:lnTo>
                    <a:pt x="1068209" y="1256702"/>
                  </a:lnTo>
                  <a:lnTo>
                    <a:pt x="1104133" y="1228590"/>
                  </a:lnTo>
                  <a:lnTo>
                    <a:pt x="1138110" y="1198133"/>
                  </a:lnTo>
                  <a:lnTo>
                    <a:pt x="1170027" y="1165450"/>
                  </a:lnTo>
                  <a:lnTo>
                    <a:pt x="1199769" y="1130656"/>
                  </a:lnTo>
                  <a:lnTo>
                    <a:pt x="1227222" y="1093869"/>
                  </a:lnTo>
                  <a:lnTo>
                    <a:pt x="1252270" y="1055206"/>
                  </a:lnTo>
                  <a:lnTo>
                    <a:pt x="1274800" y="1014785"/>
                  </a:lnTo>
                  <a:lnTo>
                    <a:pt x="1294698" y="972722"/>
                  </a:lnTo>
                  <a:lnTo>
                    <a:pt x="1311848" y="929135"/>
                  </a:lnTo>
                  <a:lnTo>
                    <a:pt x="1326136" y="884140"/>
                  </a:lnTo>
                  <a:lnTo>
                    <a:pt x="1337449" y="837856"/>
                  </a:lnTo>
                  <a:lnTo>
                    <a:pt x="1345671" y="790399"/>
                  </a:lnTo>
                  <a:lnTo>
                    <a:pt x="1350688" y="741886"/>
                  </a:lnTo>
                  <a:lnTo>
                    <a:pt x="1352386" y="692435"/>
                  </a:lnTo>
                  <a:lnTo>
                    <a:pt x="1350688" y="642984"/>
                  </a:lnTo>
                  <a:lnTo>
                    <a:pt x="1345671" y="594472"/>
                  </a:lnTo>
                  <a:lnTo>
                    <a:pt x="1337449" y="547015"/>
                  </a:lnTo>
                  <a:lnTo>
                    <a:pt x="1326136" y="500731"/>
                  </a:lnTo>
                  <a:lnTo>
                    <a:pt x="1311848" y="455736"/>
                  </a:lnTo>
                  <a:lnTo>
                    <a:pt x="1294698" y="412149"/>
                  </a:lnTo>
                  <a:lnTo>
                    <a:pt x="1274800" y="370087"/>
                  </a:lnTo>
                  <a:lnTo>
                    <a:pt x="1252270" y="329665"/>
                  </a:lnTo>
                  <a:lnTo>
                    <a:pt x="1227222" y="291003"/>
                  </a:lnTo>
                  <a:lnTo>
                    <a:pt x="1199769" y="254216"/>
                  </a:lnTo>
                  <a:lnTo>
                    <a:pt x="1170027" y="219422"/>
                  </a:lnTo>
                  <a:lnTo>
                    <a:pt x="1138110" y="186738"/>
                  </a:lnTo>
                  <a:lnTo>
                    <a:pt x="1104133" y="156282"/>
                  </a:lnTo>
                  <a:lnTo>
                    <a:pt x="1068209" y="128170"/>
                  </a:lnTo>
                  <a:lnTo>
                    <a:pt x="1030453" y="102520"/>
                  </a:lnTo>
                  <a:lnTo>
                    <a:pt x="990980" y="79449"/>
                  </a:lnTo>
                  <a:lnTo>
                    <a:pt x="949904" y="59073"/>
                  </a:lnTo>
                  <a:lnTo>
                    <a:pt x="907339" y="41511"/>
                  </a:lnTo>
                  <a:lnTo>
                    <a:pt x="863401" y="26879"/>
                  </a:lnTo>
                  <a:lnTo>
                    <a:pt x="818202" y="15295"/>
                  </a:lnTo>
                  <a:lnTo>
                    <a:pt x="771859" y="6876"/>
                  </a:lnTo>
                  <a:lnTo>
                    <a:pt x="724484" y="1738"/>
                  </a:lnTo>
                  <a:lnTo>
                    <a:pt x="676193" y="0"/>
                  </a:lnTo>
                  <a:close/>
                </a:path>
              </a:pathLst>
            </a:custGeom>
            <a:solidFill>
              <a:srgbClr val="6699FF"/>
            </a:solidFill>
          </p:spPr>
          <p:txBody>
            <a:bodyPr wrap="square" lIns="0" tIns="0" rIns="0" bIns="0" rtlCol="0"/>
            <a:lstStyle/>
            <a:p>
              <a:endParaRPr/>
            </a:p>
          </p:txBody>
        </p:sp>
        <p:sp>
          <p:nvSpPr>
            <p:cNvPr id="36" name="object 36"/>
            <p:cNvSpPr/>
            <p:nvPr/>
          </p:nvSpPr>
          <p:spPr>
            <a:xfrm>
              <a:off x="2439669" y="5421633"/>
              <a:ext cx="1352550" cy="1384935"/>
            </a:xfrm>
            <a:custGeom>
              <a:avLst/>
              <a:gdLst/>
              <a:ahLst/>
              <a:cxnLst/>
              <a:rect l="l" t="t" r="r" b="b"/>
              <a:pathLst>
                <a:path w="1352550" h="1384934">
                  <a:moveTo>
                    <a:pt x="0" y="692436"/>
                  </a:moveTo>
                  <a:lnTo>
                    <a:pt x="1697" y="642985"/>
                  </a:lnTo>
                  <a:lnTo>
                    <a:pt x="6714" y="594473"/>
                  </a:lnTo>
                  <a:lnTo>
                    <a:pt x="14936" y="547016"/>
                  </a:lnTo>
                  <a:lnTo>
                    <a:pt x="26249" y="500732"/>
                  </a:lnTo>
                  <a:lnTo>
                    <a:pt x="40538" y="455737"/>
                  </a:lnTo>
                  <a:lnTo>
                    <a:pt x="57688" y="412150"/>
                  </a:lnTo>
                  <a:lnTo>
                    <a:pt x="77585" y="370087"/>
                  </a:lnTo>
                  <a:lnTo>
                    <a:pt x="100115" y="329666"/>
                  </a:lnTo>
                  <a:lnTo>
                    <a:pt x="125164" y="291003"/>
                  </a:lnTo>
                  <a:lnTo>
                    <a:pt x="152616" y="254216"/>
                  </a:lnTo>
                  <a:lnTo>
                    <a:pt x="182358" y="219423"/>
                  </a:lnTo>
                  <a:lnTo>
                    <a:pt x="214275" y="186739"/>
                  </a:lnTo>
                  <a:lnTo>
                    <a:pt x="248253" y="156282"/>
                  </a:lnTo>
                  <a:lnTo>
                    <a:pt x="284177" y="128170"/>
                  </a:lnTo>
                  <a:lnTo>
                    <a:pt x="321933" y="102520"/>
                  </a:lnTo>
                  <a:lnTo>
                    <a:pt x="361406" y="79449"/>
                  </a:lnTo>
                  <a:lnTo>
                    <a:pt x="402482" y="59073"/>
                  </a:lnTo>
                  <a:lnTo>
                    <a:pt x="445046" y="41511"/>
                  </a:lnTo>
                  <a:lnTo>
                    <a:pt x="488985" y="26880"/>
                  </a:lnTo>
                  <a:lnTo>
                    <a:pt x="534184" y="15295"/>
                  </a:lnTo>
                  <a:lnTo>
                    <a:pt x="580527" y="6876"/>
                  </a:lnTo>
                  <a:lnTo>
                    <a:pt x="627902" y="1738"/>
                  </a:lnTo>
                  <a:lnTo>
                    <a:pt x="676193" y="0"/>
                  </a:lnTo>
                  <a:lnTo>
                    <a:pt x="724484" y="1738"/>
                  </a:lnTo>
                  <a:lnTo>
                    <a:pt x="771858" y="6876"/>
                  </a:lnTo>
                  <a:lnTo>
                    <a:pt x="818202" y="15295"/>
                  </a:lnTo>
                  <a:lnTo>
                    <a:pt x="863401" y="26880"/>
                  </a:lnTo>
                  <a:lnTo>
                    <a:pt x="907339" y="41511"/>
                  </a:lnTo>
                  <a:lnTo>
                    <a:pt x="949904" y="59073"/>
                  </a:lnTo>
                  <a:lnTo>
                    <a:pt x="990980" y="79449"/>
                  </a:lnTo>
                  <a:lnTo>
                    <a:pt x="1030453" y="102520"/>
                  </a:lnTo>
                  <a:lnTo>
                    <a:pt x="1068209" y="128170"/>
                  </a:lnTo>
                  <a:lnTo>
                    <a:pt x="1104133" y="156282"/>
                  </a:lnTo>
                  <a:lnTo>
                    <a:pt x="1138111" y="186739"/>
                  </a:lnTo>
                  <a:lnTo>
                    <a:pt x="1170028" y="219423"/>
                  </a:lnTo>
                  <a:lnTo>
                    <a:pt x="1199770" y="254216"/>
                  </a:lnTo>
                  <a:lnTo>
                    <a:pt x="1227222" y="291003"/>
                  </a:lnTo>
                  <a:lnTo>
                    <a:pt x="1252271" y="329666"/>
                  </a:lnTo>
                  <a:lnTo>
                    <a:pt x="1274801" y="370087"/>
                  </a:lnTo>
                  <a:lnTo>
                    <a:pt x="1294698" y="412150"/>
                  </a:lnTo>
                  <a:lnTo>
                    <a:pt x="1311848" y="455737"/>
                  </a:lnTo>
                  <a:lnTo>
                    <a:pt x="1326137" y="500732"/>
                  </a:lnTo>
                  <a:lnTo>
                    <a:pt x="1337449" y="547016"/>
                  </a:lnTo>
                  <a:lnTo>
                    <a:pt x="1345671" y="594473"/>
                  </a:lnTo>
                  <a:lnTo>
                    <a:pt x="1350688" y="642985"/>
                  </a:lnTo>
                  <a:lnTo>
                    <a:pt x="1352386" y="692436"/>
                  </a:lnTo>
                  <a:lnTo>
                    <a:pt x="1350688" y="741887"/>
                  </a:lnTo>
                  <a:lnTo>
                    <a:pt x="1345671" y="790400"/>
                  </a:lnTo>
                  <a:lnTo>
                    <a:pt x="1337449" y="837857"/>
                  </a:lnTo>
                  <a:lnTo>
                    <a:pt x="1326137" y="884141"/>
                  </a:lnTo>
                  <a:lnTo>
                    <a:pt x="1311848" y="929135"/>
                  </a:lnTo>
                  <a:lnTo>
                    <a:pt x="1294698" y="972722"/>
                  </a:lnTo>
                  <a:lnTo>
                    <a:pt x="1274801" y="1014785"/>
                  </a:lnTo>
                  <a:lnTo>
                    <a:pt x="1252271" y="1055206"/>
                  </a:lnTo>
                  <a:lnTo>
                    <a:pt x="1227222" y="1093869"/>
                  </a:lnTo>
                  <a:lnTo>
                    <a:pt x="1199770" y="1130656"/>
                  </a:lnTo>
                  <a:lnTo>
                    <a:pt x="1170028" y="1165450"/>
                  </a:lnTo>
                  <a:lnTo>
                    <a:pt x="1138111" y="1198134"/>
                  </a:lnTo>
                  <a:lnTo>
                    <a:pt x="1104133" y="1228590"/>
                  </a:lnTo>
                  <a:lnTo>
                    <a:pt x="1068209" y="1256702"/>
                  </a:lnTo>
                  <a:lnTo>
                    <a:pt x="1030453" y="1282352"/>
                  </a:lnTo>
                  <a:lnTo>
                    <a:pt x="990980" y="1305424"/>
                  </a:lnTo>
                  <a:lnTo>
                    <a:pt x="949904" y="1325799"/>
                  </a:lnTo>
                  <a:lnTo>
                    <a:pt x="907339" y="1343361"/>
                  </a:lnTo>
                  <a:lnTo>
                    <a:pt x="863401" y="1357993"/>
                  </a:lnTo>
                  <a:lnTo>
                    <a:pt x="818202" y="1369577"/>
                  </a:lnTo>
                  <a:lnTo>
                    <a:pt x="771858" y="1377997"/>
                  </a:lnTo>
                  <a:lnTo>
                    <a:pt x="724484" y="1383135"/>
                  </a:lnTo>
                  <a:lnTo>
                    <a:pt x="676193" y="1384873"/>
                  </a:lnTo>
                  <a:lnTo>
                    <a:pt x="627902" y="1383135"/>
                  </a:lnTo>
                  <a:lnTo>
                    <a:pt x="580527" y="1377997"/>
                  </a:lnTo>
                  <a:lnTo>
                    <a:pt x="534184" y="1369577"/>
                  </a:lnTo>
                  <a:lnTo>
                    <a:pt x="488985" y="1357993"/>
                  </a:lnTo>
                  <a:lnTo>
                    <a:pt x="445046" y="1343361"/>
                  </a:lnTo>
                  <a:lnTo>
                    <a:pt x="402482" y="1325799"/>
                  </a:lnTo>
                  <a:lnTo>
                    <a:pt x="361406" y="1305424"/>
                  </a:lnTo>
                  <a:lnTo>
                    <a:pt x="321933" y="1282352"/>
                  </a:lnTo>
                  <a:lnTo>
                    <a:pt x="284177" y="1256702"/>
                  </a:lnTo>
                  <a:lnTo>
                    <a:pt x="248253" y="1228590"/>
                  </a:lnTo>
                  <a:lnTo>
                    <a:pt x="214275" y="1198134"/>
                  </a:lnTo>
                  <a:lnTo>
                    <a:pt x="182358" y="1165450"/>
                  </a:lnTo>
                  <a:lnTo>
                    <a:pt x="152616" y="1130656"/>
                  </a:lnTo>
                  <a:lnTo>
                    <a:pt x="125164" y="1093869"/>
                  </a:lnTo>
                  <a:lnTo>
                    <a:pt x="100115" y="1055206"/>
                  </a:lnTo>
                  <a:lnTo>
                    <a:pt x="77585" y="1014785"/>
                  </a:lnTo>
                  <a:lnTo>
                    <a:pt x="57688" y="972722"/>
                  </a:lnTo>
                  <a:lnTo>
                    <a:pt x="40538" y="929135"/>
                  </a:lnTo>
                  <a:lnTo>
                    <a:pt x="26249" y="884141"/>
                  </a:lnTo>
                  <a:lnTo>
                    <a:pt x="14936" y="837857"/>
                  </a:lnTo>
                  <a:lnTo>
                    <a:pt x="6714" y="790400"/>
                  </a:lnTo>
                  <a:lnTo>
                    <a:pt x="1697" y="741887"/>
                  </a:lnTo>
                  <a:lnTo>
                    <a:pt x="0" y="692436"/>
                  </a:lnTo>
                  <a:close/>
                </a:path>
              </a:pathLst>
            </a:custGeom>
            <a:ln w="30208">
              <a:solidFill>
                <a:srgbClr val="000000"/>
              </a:solidFill>
            </a:ln>
          </p:spPr>
          <p:txBody>
            <a:bodyPr wrap="square" lIns="0" tIns="0" rIns="0" bIns="0" rtlCol="0"/>
            <a:lstStyle/>
            <a:p>
              <a:endParaRPr/>
            </a:p>
          </p:txBody>
        </p:sp>
      </p:grpSp>
      <p:sp>
        <p:nvSpPr>
          <p:cNvPr id="38" name="TextBox 37">
            <a:extLst>
              <a:ext uri="{FF2B5EF4-FFF2-40B4-BE49-F238E27FC236}">
                <a16:creationId xmlns:a16="http://schemas.microsoft.com/office/drawing/2014/main" id="{9429664F-0B7D-0838-2D15-7CB16D90BE86}"/>
              </a:ext>
            </a:extLst>
          </p:cNvPr>
          <p:cNvSpPr txBox="1"/>
          <p:nvPr/>
        </p:nvSpPr>
        <p:spPr>
          <a:xfrm>
            <a:off x="1448032" y="545826"/>
            <a:ext cx="5346700" cy="369332"/>
          </a:xfrm>
          <a:prstGeom prst="rect">
            <a:avLst/>
          </a:prstGeom>
        </p:spPr>
        <p:txBody>
          <a:bodyPr vert="horz" wrap="square" lIns="0" tIns="76833" rIns="0" bIns="0" rtlCol="0" anchor="ctr">
            <a:spAutoFit/>
          </a:bodyPr>
          <a:lstStyle>
            <a:defPPr>
              <a:defRPr lang="en-US"/>
            </a:defPPr>
            <a:lvl1pPr marL="154305" defTabSz="802020">
              <a:lnSpc>
                <a:spcPct val="100000"/>
              </a:lnSpc>
              <a:spcBef>
                <a:spcPts val="95"/>
              </a:spcBef>
              <a:buNone/>
              <a:defRPr sz="3859" b="1" spc="-20">
                <a:solidFill>
                  <a:srgbClr val="004C6C"/>
                </a:solidFill>
                <a:latin typeface="+mj-lt"/>
                <a:ea typeface="+mj-ea"/>
                <a:cs typeface="+mj-cs"/>
              </a:defRPr>
            </a:lvl1pPr>
          </a:lstStyle>
          <a:p>
            <a:r>
              <a:rPr lang="en-IE" dirty="0"/>
              <a:t>Set Operators</a:t>
            </a:r>
          </a:p>
        </p:txBody>
      </p:sp>
      <p:sp>
        <p:nvSpPr>
          <p:cNvPr id="41" name="object 17">
            <a:extLst>
              <a:ext uri="{FF2B5EF4-FFF2-40B4-BE49-F238E27FC236}">
                <a16:creationId xmlns:a16="http://schemas.microsoft.com/office/drawing/2014/main" id="{DA153F78-0516-1CFD-26B3-A589545038F7}"/>
              </a:ext>
            </a:extLst>
          </p:cNvPr>
          <p:cNvSpPr txBox="1"/>
          <p:nvPr/>
        </p:nvSpPr>
        <p:spPr>
          <a:xfrm>
            <a:off x="1982945" y="1282346"/>
            <a:ext cx="186690" cy="315595"/>
          </a:xfrm>
          <a:prstGeom prst="rect">
            <a:avLst/>
          </a:prstGeom>
        </p:spPr>
        <p:txBody>
          <a:bodyPr vert="horz" wrap="square" lIns="0" tIns="12700" rIns="0" bIns="0" rtlCol="0">
            <a:spAutoFit/>
          </a:bodyPr>
          <a:lstStyle/>
          <a:p>
            <a:pPr marL="12700">
              <a:lnSpc>
                <a:spcPct val="100000"/>
              </a:lnSpc>
              <a:spcBef>
                <a:spcPts val="100"/>
              </a:spcBef>
            </a:pPr>
            <a:r>
              <a:rPr sz="1900" spc="-5" dirty="0">
                <a:latin typeface="Arial"/>
                <a:cs typeface="Arial"/>
              </a:rPr>
              <a:t>A</a:t>
            </a:r>
            <a:endParaRPr sz="1900" dirty="0">
              <a:latin typeface="Arial"/>
              <a:cs typeface="Arial"/>
            </a:endParaRPr>
          </a:p>
        </p:txBody>
      </p:sp>
      <p:sp>
        <p:nvSpPr>
          <p:cNvPr id="42" name="object 18">
            <a:extLst>
              <a:ext uri="{FF2B5EF4-FFF2-40B4-BE49-F238E27FC236}">
                <a16:creationId xmlns:a16="http://schemas.microsoft.com/office/drawing/2014/main" id="{98DB16CE-BDF3-F949-45EB-3A4CF7D193FA}"/>
              </a:ext>
            </a:extLst>
          </p:cNvPr>
          <p:cNvSpPr txBox="1"/>
          <p:nvPr/>
        </p:nvSpPr>
        <p:spPr>
          <a:xfrm>
            <a:off x="2947736" y="1282346"/>
            <a:ext cx="186690" cy="315595"/>
          </a:xfrm>
          <a:prstGeom prst="rect">
            <a:avLst/>
          </a:prstGeom>
        </p:spPr>
        <p:txBody>
          <a:bodyPr vert="horz" wrap="square" lIns="0" tIns="12700" rIns="0" bIns="0" rtlCol="0">
            <a:spAutoFit/>
          </a:bodyPr>
          <a:lstStyle/>
          <a:p>
            <a:pPr marL="12700">
              <a:lnSpc>
                <a:spcPct val="100000"/>
              </a:lnSpc>
              <a:spcBef>
                <a:spcPts val="100"/>
              </a:spcBef>
            </a:pPr>
            <a:r>
              <a:rPr sz="1900" spc="-5" dirty="0">
                <a:latin typeface="Arial"/>
                <a:cs typeface="Arial"/>
              </a:rPr>
              <a:t>B</a:t>
            </a:r>
            <a:endParaRPr sz="1900">
              <a:latin typeface="Arial"/>
              <a:cs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3" name="object 3"/>
          <p:cNvSpPr txBox="1">
            <a:spLocks noGrp="1"/>
          </p:cNvSpPr>
          <p:nvPr>
            <p:ph type="title"/>
          </p:nvPr>
        </p:nvSpPr>
        <p:spPr>
          <a:xfrm>
            <a:off x="1073911" y="671254"/>
            <a:ext cx="6787389"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Using the UNION Operator</a:t>
            </a:r>
          </a:p>
        </p:txBody>
      </p:sp>
      <p:pic>
        <p:nvPicPr>
          <p:cNvPr id="8" name="object 8"/>
          <p:cNvPicPr/>
          <p:nvPr/>
        </p:nvPicPr>
        <p:blipFill>
          <a:blip r:embed="rId2" cstate="print"/>
          <a:stretch>
            <a:fillRect/>
          </a:stretch>
        </p:blipFill>
        <p:spPr>
          <a:xfrm>
            <a:off x="1684614" y="5490457"/>
            <a:ext cx="7218322" cy="473374"/>
          </a:xfrm>
          <a:prstGeom prst="rect">
            <a:avLst/>
          </a:prstGeom>
        </p:spPr>
      </p:pic>
      <p:sp>
        <p:nvSpPr>
          <p:cNvPr id="9" name="object 9"/>
          <p:cNvSpPr txBox="1"/>
          <p:nvPr/>
        </p:nvSpPr>
        <p:spPr>
          <a:xfrm>
            <a:off x="1073911" y="1466954"/>
            <a:ext cx="8920989" cy="1419299"/>
          </a:xfrm>
          <a:prstGeom prst="rect">
            <a:avLst/>
          </a:prstGeom>
        </p:spPr>
        <p:txBody>
          <a:bodyPr vert="horz" wrap="square" lIns="0" tIns="9525" rIns="0" bIns="0" rtlCol="0">
            <a:spAutoFit/>
          </a:bodyPr>
          <a:lstStyle>
            <a:defPPr>
              <a:defRPr lang="en-US"/>
            </a:defPPr>
            <a:lvl1pPr marL="355600" marR="5080" indent="-342900">
              <a:lnSpc>
                <a:spcPct val="100000"/>
              </a:lnSpc>
              <a:spcBef>
                <a:spcPts val="75"/>
              </a:spcBef>
              <a:buFont typeface="Arial" panose="020B0604020202020204" pitchFamily="34" charset="0"/>
              <a:buChar char="•"/>
              <a:defRPr sz="2400">
                <a:latin typeface="Helvetica" pitchFamily="2" charset="0"/>
                <a:cs typeface="Arial"/>
              </a:defRPr>
            </a:lvl1pPr>
            <a:lvl2pPr lvl="1">
              <a:defRPr sz="2400">
                <a:latin typeface="Helvetica" pitchFamily="2" charset="0"/>
              </a:defRPr>
            </a:lvl2pPr>
          </a:lstStyle>
          <a:p>
            <a:r>
              <a:rPr dirty="0"/>
              <a:t>Display the current and previous job details of all  employees. Display each employee only once</a:t>
            </a:r>
            <a:r>
              <a:rPr lang="pt-BR" dirty="0"/>
              <a:t>, </a:t>
            </a:r>
            <a:r>
              <a:rPr lang="pt-BR" dirty="0" err="1"/>
              <a:t>removing</a:t>
            </a:r>
            <a:r>
              <a:rPr lang="pt-BR" dirty="0"/>
              <a:t> </a:t>
            </a:r>
            <a:r>
              <a:rPr lang="pt-BR" dirty="0" err="1"/>
              <a:t>duplicates</a:t>
            </a:r>
            <a:r>
              <a:rPr dirty="0"/>
              <a:t>.</a:t>
            </a:r>
          </a:p>
          <a:p>
            <a:endParaRPr dirty="0"/>
          </a:p>
        </p:txBody>
      </p:sp>
      <p:pic>
        <p:nvPicPr>
          <p:cNvPr id="10" name="object 10"/>
          <p:cNvPicPr/>
          <p:nvPr/>
        </p:nvPicPr>
        <p:blipFill>
          <a:blip r:embed="rId3" cstate="print"/>
          <a:stretch>
            <a:fillRect/>
          </a:stretch>
        </p:blipFill>
        <p:spPr>
          <a:xfrm>
            <a:off x="1654412" y="4637711"/>
            <a:ext cx="7268660" cy="745313"/>
          </a:xfrm>
          <a:prstGeom prst="rect">
            <a:avLst/>
          </a:prstGeom>
        </p:spPr>
      </p:pic>
      <p:pic>
        <p:nvPicPr>
          <p:cNvPr id="11" name="object 11"/>
          <p:cNvPicPr/>
          <p:nvPr/>
        </p:nvPicPr>
        <p:blipFill>
          <a:blip r:embed="rId4" cstate="print"/>
          <a:stretch>
            <a:fillRect/>
          </a:stretch>
        </p:blipFill>
        <p:spPr>
          <a:xfrm>
            <a:off x="1654412" y="6077978"/>
            <a:ext cx="7268659" cy="493518"/>
          </a:xfrm>
          <a:prstGeom prst="rect">
            <a:avLst/>
          </a:prstGeom>
        </p:spPr>
      </p:pic>
      <p:sp>
        <p:nvSpPr>
          <p:cNvPr id="12" name="TextBox 11">
            <a:extLst>
              <a:ext uri="{FF2B5EF4-FFF2-40B4-BE49-F238E27FC236}">
                <a16:creationId xmlns:a16="http://schemas.microsoft.com/office/drawing/2014/main" id="{1D8DEE33-549B-903E-BB76-9DBE2D3BA531}"/>
              </a:ext>
            </a:extLst>
          </p:cNvPr>
          <p:cNvSpPr txBox="1"/>
          <p:nvPr/>
        </p:nvSpPr>
        <p:spPr>
          <a:xfrm>
            <a:off x="1629941" y="2749862"/>
            <a:ext cx="5347010" cy="1631216"/>
          </a:xfrm>
          <a:prstGeom prst="rect">
            <a:avLst/>
          </a:prstGeom>
          <a:noFill/>
        </p:spPr>
        <p:txBody>
          <a:bodyPr wrap="square">
            <a:spAutoFit/>
          </a:bodyPr>
          <a:lstStyle/>
          <a:p>
            <a:pPr>
              <a:buNone/>
            </a:pPr>
            <a:r>
              <a:rPr lang="en-IE" sz="2000" b="0" dirty="0">
                <a:solidFill>
                  <a:srgbClr val="0000FF"/>
                </a:solidFill>
                <a:effectLst/>
                <a:latin typeface="Menlo" panose="020B0609030804020204" pitchFamily="49" charset="0"/>
              </a:rPr>
              <a:t>SELECT</a:t>
            </a:r>
            <a:r>
              <a:rPr lang="en-IE" sz="2000" b="0" dirty="0">
                <a:solidFill>
                  <a:srgbClr val="000000"/>
                </a:solidFill>
                <a:effectLst/>
                <a:latin typeface="Menlo" panose="020B0609030804020204" pitchFamily="49" charset="0"/>
              </a:rPr>
              <a:t> </a:t>
            </a:r>
            <a:r>
              <a:rPr lang="en-IE" sz="2000" b="0" dirty="0" err="1">
                <a:solidFill>
                  <a:srgbClr val="000000"/>
                </a:solidFill>
                <a:effectLst/>
                <a:latin typeface="Menlo" panose="020B0609030804020204" pitchFamily="49" charset="0"/>
              </a:rPr>
              <a:t>employee_id</a:t>
            </a:r>
            <a:r>
              <a:rPr lang="en-IE" sz="2000" b="0" dirty="0">
                <a:solidFill>
                  <a:srgbClr val="000000"/>
                </a:solidFill>
                <a:effectLst/>
                <a:latin typeface="Menlo" panose="020B0609030804020204" pitchFamily="49" charset="0"/>
              </a:rPr>
              <a:t>, </a:t>
            </a:r>
            <a:r>
              <a:rPr lang="en-IE" sz="2000" b="0" dirty="0" err="1">
                <a:solidFill>
                  <a:srgbClr val="000000"/>
                </a:solidFill>
                <a:effectLst/>
                <a:latin typeface="Menlo" panose="020B0609030804020204" pitchFamily="49" charset="0"/>
              </a:rPr>
              <a:t>job_id</a:t>
            </a:r>
            <a:r>
              <a:rPr lang="en-IE" sz="2000" b="0" dirty="0">
                <a:solidFill>
                  <a:srgbClr val="000000"/>
                </a:solidFill>
                <a:effectLst/>
                <a:latin typeface="Menlo" panose="020B0609030804020204" pitchFamily="49" charset="0"/>
              </a:rPr>
              <a:t> </a:t>
            </a:r>
            <a:r>
              <a:rPr lang="en-IE" sz="2000" b="0" dirty="0">
                <a:solidFill>
                  <a:srgbClr val="0000FF"/>
                </a:solidFill>
                <a:effectLst/>
                <a:latin typeface="Menlo" panose="020B0609030804020204" pitchFamily="49" charset="0"/>
              </a:rPr>
              <a:t>FROM</a:t>
            </a:r>
            <a:r>
              <a:rPr lang="en-IE" sz="2000" b="0" dirty="0">
                <a:solidFill>
                  <a:srgbClr val="000000"/>
                </a:solidFill>
                <a:effectLst/>
                <a:latin typeface="Menlo" panose="020B0609030804020204" pitchFamily="49" charset="0"/>
              </a:rPr>
              <a:t> employees</a:t>
            </a:r>
          </a:p>
          <a:p>
            <a:pPr>
              <a:buNone/>
            </a:pPr>
            <a:r>
              <a:rPr lang="en-IE" sz="2000" b="0" dirty="0">
                <a:solidFill>
                  <a:srgbClr val="0000FF"/>
                </a:solidFill>
                <a:effectLst/>
                <a:latin typeface="Menlo" panose="020B0609030804020204" pitchFamily="49" charset="0"/>
              </a:rPr>
              <a:t>UNION</a:t>
            </a:r>
            <a:endParaRPr lang="en-IE" sz="2000" b="0" dirty="0">
              <a:solidFill>
                <a:srgbClr val="000000"/>
              </a:solidFill>
              <a:effectLst/>
              <a:latin typeface="Menlo" panose="020B0609030804020204" pitchFamily="49" charset="0"/>
            </a:endParaRPr>
          </a:p>
          <a:p>
            <a:pPr>
              <a:buNone/>
            </a:pPr>
            <a:r>
              <a:rPr lang="en-IE" sz="2000" b="0" dirty="0">
                <a:solidFill>
                  <a:srgbClr val="0000FF"/>
                </a:solidFill>
                <a:effectLst/>
                <a:latin typeface="Menlo" panose="020B0609030804020204" pitchFamily="49" charset="0"/>
              </a:rPr>
              <a:t>SELECT</a:t>
            </a:r>
            <a:r>
              <a:rPr lang="en-IE" sz="2000" b="0" dirty="0">
                <a:solidFill>
                  <a:srgbClr val="000000"/>
                </a:solidFill>
                <a:effectLst/>
                <a:latin typeface="Menlo" panose="020B0609030804020204" pitchFamily="49" charset="0"/>
              </a:rPr>
              <a:t> </a:t>
            </a:r>
            <a:r>
              <a:rPr lang="en-IE" sz="2000" b="0" dirty="0" err="1">
                <a:solidFill>
                  <a:srgbClr val="000000"/>
                </a:solidFill>
                <a:effectLst/>
                <a:latin typeface="Menlo" panose="020B0609030804020204" pitchFamily="49" charset="0"/>
              </a:rPr>
              <a:t>employee_id</a:t>
            </a:r>
            <a:r>
              <a:rPr lang="en-IE" sz="2000" b="0" dirty="0">
                <a:solidFill>
                  <a:srgbClr val="000000"/>
                </a:solidFill>
                <a:effectLst/>
                <a:latin typeface="Menlo" panose="020B0609030804020204" pitchFamily="49" charset="0"/>
              </a:rPr>
              <a:t>, </a:t>
            </a:r>
            <a:r>
              <a:rPr lang="en-IE" sz="2000" b="0" dirty="0" err="1">
                <a:solidFill>
                  <a:srgbClr val="000000"/>
                </a:solidFill>
                <a:effectLst/>
                <a:latin typeface="Menlo" panose="020B0609030804020204" pitchFamily="49" charset="0"/>
              </a:rPr>
              <a:t>job_id</a:t>
            </a:r>
            <a:r>
              <a:rPr lang="en-IE" sz="2000" b="0" dirty="0">
                <a:solidFill>
                  <a:srgbClr val="000000"/>
                </a:solidFill>
                <a:effectLst/>
                <a:latin typeface="Menlo" panose="020B0609030804020204" pitchFamily="49" charset="0"/>
              </a:rPr>
              <a:t> </a:t>
            </a:r>
            <a:r>
              <a:rPr lang="en-IE" sz="2000" b="0" dirty="0">
                <a:solidFill>
                  <a:srgbClr val="0000FF"/>
                </a:solidFill>
                <a:effectLst/>
                <a:latin typeface="Menlo" panose="020B0609030804020204" pitchFamily="49" charset="0"/>
              </a:rPr>
              <a:t>FROM</a:t>
            </a:r>
            <a:r>
              <a:rPr lang="en-IE" sz="2000" b="0" dirty="0">
                <a:solidFill>
                  <a:srgbClr val="000000"/>
                </a:solidFill>
                <a:effectLst/>
                <a:latin typeface="Menlo" panose="020B0609030804020204" pitchFamily="49" charset="0"/>
              </a:rPr>
              <a:t> </a:t>
            </a:r>
            <a:r>
              <a:rPr lang="en-IE" sz="2000" b="0" dirty="0" err="1">
                <a:solidFill>
                  <a:srgbClr val="000000"/>
                </a:solidFill>
                <a:effectLst/>
                <a:latin typeface="Menlo" panose="020B0609030804020204" pitchFamily="49" charset="0"/>
              </a:rPr>
              <a:t>job_history</a:t>
            </a:r>
            <a:r>
              <a:rPr lang="en-IE" sz="2000" b="0" dirty="0">
                <a:solidFill>
                  <a:srgbClr val="000000"/>
                </a:solidFill>
                <a:effectLst/>
                <a:latin typeface="Menlo" panose="020B0609030804020204" pitchFamily="49" charset="0"/>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3" name="object 3"/>
          <p:cNvSpPr txBox="1">
            <a:spLocks noGrp="1"/>
          </p:cNvSpPr>
          <p:nvPr>
            <p:ph type="title"/>
          </p:nvPr>
        </p:nvSpPr>
        <p:spPr>
          <a:xfrm>
            <a:off x="1073911" y="671254"/>
            <a:ext cx="8050958"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Using the UNION ALL Operator</a:t>
            </a:r>
          </a:p>
        </p:txBody>
      </p:sp>
      <p:sp>
        <p:nvSpPr>
          <p:cNvPr id="4" name="object 4"/>
          <p:cNvSpPr txBox="1"/>
          <p:nvPr/>
        </p:nvSpPr>
        <p:spPr>
          <a:xfrm>
            <a:off x="1231900" y="1490432"/>
            <a:ext cx="7022465" cy="748282"/>
          </a:xfrm>
          <a:prstGeom prst="rect">
            <a:avLst/>
          </a:prstGeom>
        </p:spPr>
        <p:txBody>
          <a:bodyPr vert="horz" wrap="square" lIns="0" tIns="9525" rIns="0" bIns="0" rtlCol="0">
            <a:spAutoFit/>
          </a:bodyPr>
          <a:lstStyle>
            <a:defPPr>
              <a:defRPr lang="en-US"/>
            </a:defPPr>
            <a:lvl1pPr marL="355600" marR="5080" indent="-342900">
              <a:lnSpc>
                <a:spcPct val="100000"/>
              </a:lnSpc>
              <a:spcBef>
                <a:spcPts val="75"/>
              </a:spcBef>
              <a:buFont typeface="Arial" panose="020B0604020202020204" pitchFamily="34" charset="0"/>
              <a:buChar char="•"/>
              <a:defRPr sz="2400">
                <a:latin typeface="Helvetica" pitchFamily="2" charset="0"/>
                <a:cs typeface="Arial"/>
              </a:defRPr>
            </a:lvl1pPr>
            <a:lvl2pPr lvl="1">
              <a:defRPr sz="2400">
                <a:latin typeface="Helvetica" pitchFamily="2" charset="0"/>
              </a:defRPr>
            </a:lvl2pPr>
          </a:lstStyle>
          <a:p>
            <a:r>
              <a:rPr dirty="0"/>
              <a:t>Display the current and previous departments of all employees</a:t>
            </a:r>
            <a:r>
              <a:rPr lang="pt-BR" dirty="0"/>
              <a:t>, </a:t>
            </a:r>
            <a:r>
              <a:rPr lang="pt-BR" dirty="0" err="1"/>
              <a:t>including</a:t>
            </a:r>
            <a:r>
              <a:rPr lang="pt-BR" dirty="0"/>
              <a:t> </a:t>
            </a:r>
            <a:r>
              <a:rPr lang="pt-BR" dirty="0" err="1"/>
              <a:t>duplicates</a:t>
            </a:r>
            <a:r>
              <a:rPr lang="pt-BR" dirty="0"/>
              <a:t>.</a:t>
            </a:r>
            <a:endParaRPr dirty="0"/>
          </a:p>
        </p:txBody>
      </p:sp>
      <p:pic>
        <p:nvPicPr>
          <p:cNvPr id="7" name="object 7"/>
          <p:cNvPicPr/>
          <p:nvPr/>
        </p:nvPicPr>
        <p:blipFill>
          <a:blip r:embed="rId2" cstate="print"/>
          <a:stretch>
            <a:fillRect/>
          </a:stretch>
        </p:blipFill>
        <p:spPr>
          <a:xfrm>
            <a:off x="1783612" y="4498384"/>
            <a:ext cx="7077378" cy="715097"/>
          </a:xfrm>
          <a:prstGeom prst="rect">
            <a:avLst/>
          </a:prstGeom>
        </p:spPr>
      </p:pic>
      <p:pic>
        <p:nvPicPr>
          <p:cNvPr id="8" name="object 8"/>
          <p:cNvPicPr/>
          <p:nvPr/>
        </p:nvPicPr>
        <p:blipFill>
          <a:blip r:embed="rId3" cstate="print"/>
          <a:stretch>
            <a:fillRect/>
          </a:stretch>
        </p:blipFill>
        <p:spPr>
          <a:xfrm>
            <a:off x="1773545" y="5337702"/>
            <a:ext cx="7077378" cy="684881"/>
          </a:xfrm>
          <a:prstGeom prst="rect">
            <a:avLst/>
          </a:prstGeom>
        </p:spPr>
      </p:pic>
      <p:pic>
        <p:nvPicPr>
          <p:cNvPr id="9" name="object 9"/>
          <p:cNvPicPr/>
          <p:nvPr/>
        </p:nvPicPr>
        <p:blipFill>
          <a:blip r:embed="rId4" cstate="print"/>
          <a:stretch>
            <a:fillRect/>
          </a:stretch>
        </p:blipFill>
        <p:spPr>
          <a:xfrm>
            <a:off x="1763477" y="6146803"/>
            <a:ext cx="7119325" cy="743634"/>
          </a:xfrm>
          <a:prstGeom prst="rect">
            <a:avLst/>
          </a:prstGeom>
        </p:spPr>
      </p:pic>
      <p:sp>
        <p:nvSpPr>
          <p:cNvPr id="10" name="object 10"/>
          <p:cNvSpPr txBox="1"/>
          <p:nvPr/>
        </p:nvSpPr>
        <p:spPr>
          <a:xfrm>
            <a:off x="1746581" y="4988421"/>
            <a:ext cx="344805" cy="1242060"/>
          </a:xfrm>
          <a:prstGeom prst="rect">
            <a:avLst/>
          </a:prstGeom>
        </p:spPr>
        <p:txBody>
          <a:bodyPr vert="horz" wrap="square" lIns="0" tIns="12700" rIns="0" bIns="0" rtlCol="0">
            <a:spAutoFit/>
          </a:bodyPr>
          <a:lstStyle/>
          <a:p>
            <a:pPr marL="13970">
              <a:lnSpc>
                <a:spcPct val="100000"/>
              </a:lnSpc>
              <a:spcBef>
                <a:spcPts val="100"/>
              </a:spcBef>
            </a:pPr>
            <a:r>
              <a:rPr sz="2500" dirty="0">
                <a:latin typeface="Arial"/>
                <a:cs typeface="Arial"/>
              </a:rPr>
              <a:t>…</a:t>
            </a:r>
            <a:endParaRPr sz="2500">
              <a:latin typeface="Arial"/>
              <a:cs typeface="Arial"/>
            </a:endParaRPr>
          </a:p>
          <a:p>
            <a:pPr>
              <a:lnSpc>
                <a:spcPct val="100000"/>
              </a:lnSpc>
              <a:spcBef>
                <a:spcPts val="10"/>
              </a:spcBef>
            </a:pPr>
            <a:endParaRPr sz="3100">
              <a:latin typeface="Arial"/>
              <a:cs typeface="Arial"/>
            </a:endParaRPr>
          </a:p>
          <a:p>
            <a:pPr marL="12700">
              <a:lnSpc>
                <a:spcPct val="100000"/>
              </a:lnSpc>
            </a:pPr>
            <a:r>
              <a:rPr sz="2500" dirty="0">
                <a:latin typeface="Arial"/>
                <a:cs typeface="Arial"/>
              </a:rPr>
              <a:t>…</a:t>
            </a:r>
            <a:endParaRPr sz="2500">
              <a:latin typeface="Arial"/>
              <a:cs typeface="Arial"/>
            </a:endParaRPr>
          </a:p>
        </p:txBody>
      </p:sp>
      <p:sp>
        <p:nvSpPr>
          <p:cNvPr id="12" name="TextBox 11">
            <a:extLst>
              <a:ext uri="{FF2B5EF4-FFF2-40B4-BE49-F238E27FC236}">
                <a16:creationId xmlns:a16="http://schemas.microsoft.com/office/drawing/2014/main" id="{4D4C0891-BB4F-EE9E-618A-CF0D8008B86E}"/>
              </a:ext>
            </a:extLst>
          </p:cNvPr>
          <p:cNvSpPr txBox="1"/>
          <p:nvPr/>
        </p:nvSpPr>
        <p:spPr>
          <a:xfrm>
            <a:off x="1536700" y="2480080"/>
            <a:ext cx="5347010" cy="1754326"/>
          </a:xfrm>
          <a:prstGeom prst="rect">
            <a:avLst/>
          </a:prstGeom>
          <a:noFill/>
        </p:spPr>
        <p:txBody>
          <a:bodyPr wrap="square">
            <a:spAutoFit/>
          </a:bodyPr>
          <a:lstStyle/>
          <a:p>
            <a:pPr>
              <a:buNone/>
            </a:pPr>
            <a:r>
              <a:rPr lang="en-IE" b="0" dirty="0">
                <a:solidFill>
                  <a:srgbClr val="0000FF"/>
                </a:solidFill>
                <a:effectLst/>
                <a:latin typeface="Menlo" panose="020B0609030804020204" pitchFamily="49" charset="0"/>
              </a:rPr>
              <a:t>SELECT</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employee_id</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job_id</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department_id</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FROM</a:t>
            </a:r>
            <a:r>
              <a:rPr lang="en-IE" b="0" dirty="0">
                <a:solidFill>
                  <a:srgbClr val="000000"/>
                </a:solidFill>
                <a:effectLst/>
                <a:latin typeface="Menlo" panose="020B0609030804020204" pitchFamily="49" charset="0"/>
              </a:rPr>
              <a:t> employees</a:t>
            </a:r>
          </a:p>
          <a:p>
            <a:pPr>
              <a:buNone/>
            </a:pPr>
            <a:r>
              <a:rPr lang="en-IE" b="0" dirty="0">
                <a:solidFill>
                  <a:srgbClr val="0000FF"/>
                </a:solidFill>
                <a:effectLst/>
                <a:latin typeface="Menlo" panose="020B0609030804020204" pitchFamily="49" charset="0"/>
              </a:rPr>
              <a:t>UNION ALL</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SELECT</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employee_id</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job_id</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department_id</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FROM</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job_history</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ORDER BY</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employee_id</a:t>
            </a:r>
            <a:r>
              <a:rPr lang="en-IE" b="0" dirty="0">
                <a:solidFill>
                  <a:srgbClr val="000000"/>
                </a:solidFill>
                <a:effectLst/>
                <a:latin typeface="Menlo" panose="020B0609030804020204" pitchFamily="49" charset="0"/>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3" name="object 3"/>
          <p:cNvSpPr txBox="1">
            <a:spLocks noGrp="1"/>
          </p:cNvSpPr>
          <p:nvPr>
            <p:ph type="title"/>
          </p:nvPr>
        </p:nvSpPr>
        <p:spPr>
          <a:xfrm>
            <a:off x="1073911" y="671254"/>
            <a:ext cx="8050958"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Using the INTERSECT Operator</a:t>
            </a:r>
          </a:p>
        </p:txBody>
      </p:sp>
      <p:sp>
        <p:nvSpPr>
          <p:cNvPr id="4" name="object 4"/>
          <p:cNvSpPr txBox="1"/>
          <p:nvPr/>
        </p:nvSpPr>
        <p:spPr>
          <a:xfrm>
            <a:off x="1035811" y="1721320"/>
            <a:ext cx="8339047" cy="1294072"/>
          </a:xfrm>
          <a:prstGeom prst="rect">
            <a:avLst/>
          </a:prstGeom>
        </p:spPr>
        <p:txBody>
          <a:bodyPr vert="horz" wrap="square" lIns="0" tIns="9525" rIns="0" bIns="0" rtlCol="0">
            <a:spAutoFit/>
          </a:bodyPr>
          <a:lstStyle>
            <a:defPPr>
              <a:defRPr lang="en-US"/>
            </a:defPPr>
            <a:lvl1pPr marL="355600" marR="5080" indent="-342900">
              <a:lnSpc>
                <a:spcPct val="100000"/>
              </a:lnSpc>
              <a:spcBef>
                <a:spcPts val="75"/>
              </a:spcBef>
              <a:buFont typeface="Arial" panose="020B0604020202020204" pitchFamily="34" charset="0"/>
              <a:buChar char="•"/>
              <a:defRPr sz="2400">
                <a:latin typeface="Helvetica" pitchFamily="2" charset="0"/>
                <a:cs typeface="Arial"/>
              </a:defRPr>
            </a:lvl1pPr>
            <a:lvl2pPr lvl="1">
              <a:defRPr sz="2400">
                <a:latin typeface="Helvetica" pitchFamily="2" charset="0"/>
              </a:defRPr>
            </a:lvl2pPr>
          </a:lstStyle>
          <a:p>
            <a:r>
              <a:rPr dirty="0"/>
              <a:t>Display the employee IDs and job IDs of those  employees who currently have a job title that is the same as their job title when they were initially hired (that is, they changed jobs but have now gone back to doing their original job).</a:t>
            </a:r>
          </a:p>
        </p:txBody>
      </p:sp>
      <p:pic>
        <p:nvPicPr>
          <p:cNvPr id="7" name="object 7"/>
          <p:cNvPicPr/>
          <p:nvPr/>
        </p:nvPicPr>
        <p:blipFill>
          <a:blip r:embed="rId2" cstate="print"/>
          <a:stretch>
            <a:fillRect/>
          </a:stretch>
        </p:blipFill>
        <p:spPr>
          <a:xfrm>
            <a:off x="1755087" y="5414919"/>
            <a:ext cx="7077379" cy="705026"/>
          </a:xfrm>
          <a:prstGeom prst="rect">
            <a:avLst/>
          </a:prstGeom>
        </p:spPr>
      </p:pic>
      <p:sp>
        <p:nvSpPr>
          <p:cNvPr id="9" name="TextBox 8">
            <a:extLst>
              <a:ext uri="{FF2B5EF4-FFF2-40B4-BE49-F238E27FC236}">
                <a16:creationId xmlns:a16="http://schemas.microsoft.com/office/drawing/2014/main" id="{67E488ED-59A9-36B6-33BC-1311C48579B8}"/>
              </a:ext>
            </a:extLst>
          </p:cNvPr>
          <p:cNvSpPr txBox="1"/>
          <p:nvPr/>
        </p:nvSpPr>
        <p:spPr>
          <a:xfrm>
            <a:off x="1384300" y="3525055"/>
            <a:ext cx="5347010" cy="1477328"/>
          </a:xfrm>
          <a:prstGeom prst="rect">
            <a:avLst/>
          </a:prstGeom>
          <a:noFill/>
        </p:spPr>
        <p:txBody>
          <a:bodyPr wrap="square">
            <a:spAutoFit/>
          </a:bodyPr>
          <a:lstStyle/>
          <a:p>
            <a:pPr>
              <a:buNone/>
            </a:pPr>
            <a:r>
              <a:rPr lang="en-IE" b="0" dirty="0">
                <a:solidFill>
                  <a:srgbClr val="0000FF"/>
                </a:solidFill>
                <a:effectLst/>
                <a:latin typeface="Menlo" panose="020B0609030804020204" pitchFamily="49" charset="0"/>
              </a:rPr>
              <a:t>SELECT</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employee_id</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job_id</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FROM</a:t>
            </a:r>
            <a:r>
              <a:rPr lang="en-IE" b="0" dirty="0">
                <a:solidFill>
                  <a:srgbClr val="000000"/>
                </a:solidFill>
                <a:effectLst/>
                <a:latin typeface="Menlo" panose="020B0609030804020204" pitchFamily="49" charset="0"/>
              </a:rPr>
              <a:t> employees</a:t>
            </a:r>
          </a:p>
          <a:p>
            <a:pPr>
              <a:buNone/>
            </a:pPr>
            <a:r>
              <a:rPr lang="en-IE" b="0" dirty="0">
                <a:solidFill>
                  <a:srgbClr val="000000"/>
                </a:solidFill>
                <a:effectLst/>
                <a:latin typeface="Menlo" panose="020B0609030804020204" pitchFamily="49" charset="0"/>
              </a:rPr>
              <a:t>INTERSECT</a:t>
            </a:r>
          </a:p>
          <a:p>
            <a:pPr>
              <a:buNone/>
            </a:pPr>
            <a:r>
              <a:rPr lang="en-IE" b="0" dirty="0">
                <a:solidFill>
                  <a:srgbClr val="0000FF"/>
                </a:solidFill>
                <a:effectLst/>
                <a:latin typeface="Menlo" panose="020B0609030804020204" pitchFamily="49" charset="0"/>
              </a:rPr>
              <a:t>SELECT</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employee_id</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job_id</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FROM</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job_history</a:t>
            </a:r>
            <a:r>
              <a:rPr lang="en-IE" b="0" dirty="0">
                <a:solidFill>
                  <a:srgbClr val="000000"/>
                </a:solidFill>
                <a:effectLst/>
                <a:latin typeface="Menlo" panose="020B0609030804020204" pitchFamily="49" charset="0"/>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3" name="object 3"/>
          <p:cNvSpPr txBox="1">
            <a:spLocks noGrp="1"/>
          </p:cNvSpPr>
          <p:nvPr>
            <p:ph type="title"/>
          </p:nvPr>
        </p:nvSpPr>
        <p:spPr>
          <a:xfrm>
            <a:off x="1073910" y="734888"/>
            <a:ext cx="4653789" cy="53604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a:t>EXCEPT</a:t>
            </a:r>
            <a:r>
              <a:rPr sz="3859" spc="-20" dirty="0"/>
              <a:t> Operator</a:t>
            </a:r>
          </a:p>
        </p:txBody>
      </p:sp>
      <p:sp>
        <p:nvSpPr>
          <p:cNvPr id="4" name="object 4"/>
          <p:cNvSpPr txBox="1"/>
          <p:nvPr/>
        </p:nvSpPr>
        <p:spPr>
          <a:xfrm>
            <a:off x="1114606" y="1717711"/>
            <a:ext cx="7845916" cy="748282"/>
          </a:xfrm>
          <a:prstGeom prst="rect">
            <a:avLst/>
          </a:prstGeom>
        </p:spPr>
        <p:txBody>
          <a:bodyPr vert="horz" wrap="square" lIns="0" tIns="9525" rIns="0" bIns="0" rtlCol="0">
            <a:spAutoFit/>
          </a:bodyPr>
          <a:lstStyle>
            <a:defPPr>
              <a:defRPr lang="en-US"/>
            </a:defPPr>
            <a:lvl1pPr marL="355600" marR="5080" indent="-342900">
              <a:lnSpc>
                <a:spcPct val="100000"/>
              </a:lnSpc>
              <a:spcBef>
                <a:spcPts val="75"/>
              </a:spcBef>
              <a:buFont typeface="Arial" panose="020B0604020202020204" pitchFamily="34" charset="0"/>
              <a:buChar char="•"/>
              <a:defRPr sz="2400">
                <a:latin typeface="Helvetica" pitchFamily="2" charset="0"/>
                <a:cs typeface="Arial"/>
              </a:defRPr>
            </a:lvl1pPr>
            <a:lvl2pPr lvl="1">
              <a:defRPr sz="2400">
                <a:latin typeface="Helvetica" pitchFamily="2" charset="0"/>
              </a:defRPr>
            </a:lvl2pPr>
          </a:lstStyle>
          <a:p>
            <a:r>
              <a:rPr dirty="0"/>
              <a:t>Display the employee IDs of those employees who have not changed their jobs even once.</a:t>
            </a:r>
          </a:p>
        </p:txBody>
      </p:sp>
      <p:pic>
        <p:nvPicPr>
          <p:cNvPr id="7" name="object 7"/>
          <p:cNvPicPr/>
          <p:nvPr/>
        </p:nvPicPr>
        <p:blipFill>
          <a:blip r:embed="rId2" cstate="print"/>
          <a:stretch>
            <a:fillRect/>
          </a:stretch>
        </p:blipFill>
        <p:spPr>
          <a:xfrm>
            <a:off x="1775221" y="4493348"/>
            <a:ext cx="7077379" cy="1148185"/>
          </a:xfrm>
          <a:prstGeom prst="rect">
            <a:avLst/>
          </a:prstGeom>
        </p:spPr>
      </p:pic>
      <p:pic>
        <p:nvPicPr>
          <p:cNvPr id="8" name="object 8"/>
          <p:cNvPicPr/>
          <p:nvPr/>
        </p:nvPicPr>
        <p:blipFill>
          <a:blip r:embed="rId3" cstate="print"/>
          <a:stretch>
            <a:fillRect/>
          </a:stretch>
        </p:blipFill>
        <p:spPr>
          <a:xfrm>
            <a:off x="1756765" y="5738895"/>
            <a:ext cx="7124359" cy="1148185"/>
          </a:xfrm>
          <a:prstGeom prst="rect">
            <a:avLst/>
          </a:prstGeom>
        </p:spPr>
      </p:pic>
      <p:sp>
        <p:nvSpPr>
          <p:cNvPr id="9" name="object 9"/>
          <p:cNvSpPr txBox="1"/>
          <p:nvPr/>
        </p:nvSpPr>
        <p:spPr>
          <a:xfrm>
            <a:off x="1748259" y="5396853"/>
            <a:ext cx="342900" cy="407034"/>
          </a:xfrm>
          <a:prstGeom prst="rect">
            <a:avLst/>
          </a:prstGeom>
        </p:spPr>
        <p:txBody>
          <a:bodyPr vert="horz" wrap="square" lIns="0" tIns="12700" rIns="0" bIns="0" rtlCol="0">
            <a:spAutoFit/>
          </a:bodyPr>
          <a:lstStyle/>
          <a:p>
            <a:pPr marL="12700">
              <a:lnSpc>
                <a:spcPct val="100000"/>
              </a:lnSpc>
              <a:spcBef>
                <a:spcPts val="100"/>
              </a:spcBef>
            </a:pPr>
            <a:r>
              <a:rPr sz="2500" dirty="0">
                <a:latin typeface="Arial"/>
                <a:cs typeface="Arial"/>
              </a:rPr>
              <a:t>…</a:t>
            </a:r>
            <a:endParaRPr sz="2500">
              <a:latin typeface="Arial"/>
              <a:cs typeface="Arial"/>
            </a:endParaRPr>
          </a:p>
        </p:txBody>
      </p:sp>
      <p:sp>
        <p:nvSpPr>
          <p:cNvPr id="11" name="TextBox 10">
            <a:extLst>
              <a:ext uri="{FF2B5EF4-FFF2-40B4-BE49-F238E27FC236}">
                <a16:creationId xmlns:a16="http://schemas.microsoft.com/office/drawing/2014/main" id="{5EF8F6AC-25C0-A2FB-8CF0-80C497648D7E}"/>
              </a:ext>
            </a:extLst>
          </p:cNvPr>
          <p:cNvSpPr txBox="1"/>
          <p:nvPr/>
        </p:nvSpPr>
        <p:spPr>
          <a:xfrm>
            <a:off x="1340886" y="2701076"/>
            <a:ext cx="5347010" cy="1477328"/>
          </a:xfrm>
          <a:prstGeom prst="rect">
            <a:avLst/>
          </a:prstGeom>
          <a:noFill/>
        </p:spPr>
        <p:txBody>
          <a:bodyPr wrap="square">
            <a:spAutoFit/>
          </a:bodyPr>
          <a:lstStyle/>
          <a:p>
            <a:pPr>
              <a:buNone/>
            </a:pPr>
            <a:r>
              <a:rPr lang="en-IE" b="0" dirty="0">
                <a:solidFill>
                  <a:srgbClr val="0000FF"/>
                </a:solidFill>
                <a:effectLst/>
                <a:latin typeface="Menlo" panose="020B0609030804020204" pitchFamily="49" charset="0"/>
              </a:rPr>
              <a:t>SELECT</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employee_id,job_id</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FROM</a:t>
            </a:r>
            <a:r>
              <a:rPr lang="en-IE" b="0" dirty="0">
                <a:solidFill>
                  <a:srgbClr val="000000"/>
                </a:solidFill>
                <a:effectLst/>
                <a:latin typeface="Menlo" panose="020B0609030804020204" pitchFamily="49" charset="0"/>
              </a:rPr>
              <a:t> employees</a:t>
            </a:r>
          </a:p>
          <a:p>
            <a:pPr>
              <a:buNone/>
            </a:pPr>
            <a:r>
              <a:rPr lang="en-IE" b="0" dirty="0">
                <a:solidFill>
                  <a:srgbClr val="000000"/>
                </a:solidFill>
                <a:effectLst/>
                <a:latin typeface="Menlo" panose="020B0609030804020204" pitchFamily="49" charset="0"/>
              </a:rPr>
              <a:t>EXCEPT</a:t>
            </a:r>
          </a:p>
          <a:p>
            <a:pPr>
              <a:buNone/>
            </a:pPr>
            <a:r>
              <a:rPr lang="en-IE" b="0" dirty="0">
                <a:solidFill>
                  <a:srgbClr val="0000FF"/>
                </a:solidFill>
                <a:effectLst/>
                <a:latin typeface="Menlo" panose="020B0609030804020204" pitchFamily="49" charset="0"/>
              </a:rPr>
              <a:t>SELECT</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employee_id,job_id</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FROM</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job_history</a:t>
            </a:r>
            <a:r>
              <a:rPr lang="en-IE" b="0" dirty="0">
                <a:solidFill>
                  <a:srgbClr val="000000"/>
                </a:solidFill>
                <a:effectLst/>
                <a:latin typeface="Menlo" panose="020B0609030804020204" pitchFamily="49" charset="0"/>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3" name="object 3"/>
          <p:cNvSpPr txBox="1">
            <a:spLocks noGrp="1"/>
          </p:cNvSpPr>
          <p:nvPr>
            <p:ph type="title"/>
          </p:nvPr>
        </p:nvSpPr>
        <p:spPr>
          <a:xfrm>
            <a:off x="1073911" y="809580"/>
            <a:ext cx="7988934" cy="498475"/>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859" spc="-20" dirty="0" err="1"/>
              <a:t>Winter</a:t>
            </a:r>
            <a:r>
              <a:rPr lang="pt-BR" sz="3859" spc="-20" dirty="0"/>
              <a:t> </a:t>
            </a:r>
            <a:r>
              <a:rPr lang="pt-BR" sz="3859" spc="-20" dirty="0" err="1"/>
              <a:t>exam</a:t>
            </a:r>
            <a:r>
              <a:rPr lang="pt-BR" sz="3859" spc="-20" dirty="0"/>
              <a:t> – 2018/2019</a:t>
            </a:r>
            <a:endParaRPr sz="3859" spc="-20" dirty="0"/>
          </a:p>
        </p:txBody>
      </p:sp>
      <p:pic>
        <p:nvPicPr>
          <p:cNvPr id="5" name="Picture 4">
            <a:extLst>
              <a:ext uri="{FF2B5EF4-FFF2-40B4-BE49-F238E27FC236}">
                <a16:creationId xmlns:a16="http://schemas.microsoft.com/office/drawing/2014/main" id="{60A1458A-CA57-F247-BC64-13A5D0D8D62D}"/>
              </a:ext>
            </a:extLst>
          </p:cNvPr>
          <p:cNvPicPr/>
          <p:nvPr/>
        </p:nvPicPr>
        <p:blipFill>
          <a:blip r:embed="rId2"/>
          <a:stretch>
            <a:fillRect/>
          </a:stretch>
        </p:blipFill>
        <p:spPr>
          <a:xfrm>
            <a:off x="1073911" y="1797050"/>
            <a:ext cx="8804094" cy="4724378"/>
          </a:xfrm>
          <a:prstGeom prst="rect">
            <a:avLst/>
          </a:prstGeom>
        </p:spPr>
      </p:pic>
    </p:spTree>
    <p:extLst>
      <p:ext uri="{BB962C8B-B14F-4D97-AF65-F5344CB8AC3E}">
        <p14:creationId xmlns:p14="http://schemas.microsoft.com/office/powerpoint/2010/main" val="34659416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4" name="object 4"/>
          <p:cNvSpPr txBox="1"/>
          <p:nvPr/>
        </p:nvSpPr>
        <p:spPr>
          <a:xfrm>
            <a:off x="1114606" y="1797050"/>
            <a:ext cx="8546919" cy="1499770"/>
          </a:xfrm>
          <a:prstGeom prst="rect">
            <a:avLst/>
          </a:prstGeom>
        </p:spPr>
        <p:txBody>
          <a:bodyPr vert="horz" wrap="square" lIns="0" tIns="9525" rIns="0" bIns="0" rtlCol="0">
            <a:spAutoFit/>
          </a:bodyPr>
          <a:lstStyle>
            <a:defPPr>
              <a:defRPr lang="en-US"/>
            </a:defPPr>
            <a:lvl1pPr marL="355600" marR="5080" indent="-342900">
              <a:lnSpc>
                <a:spcPct val="100000"/>
              </a:lnSpc>
              <a:spcBef>
                <a:spcPts val="75"/>
              </a:spcBef>
              <a:buFont typeface="Arial" panose="020B0604020202020204" pitchFamily="34" charset="0"/>
              <a:buChar char="•"/>
              <a:defRPr sz="2400">
                <a:latin typeface="Helvetica" pitchFamily="2" charset="0"/>
                <a:cs typeface="Arial"/>
              </a:defRPr>
            </a:lvl1pPr>
            <a:lvl2pPr lvl="1">
              <a:defRPr sz="2400">
                <a:latin typeface="Helvetica" pitchFamily="2" charset="0"/>
              </a:defRPr>
            </a:lvl2pPr>
          </a:lstStyle>
          <a:p>
            <a:r>
              <a:rPr lang="en-GB" dirty="0"/>
              <a:t>Using INTERSECT, write the SQL to find the students who are captain of at least one team and a player for at least one other. </a:t>
            </a:r>
            <a:endParaRPr lang="en-IE" dirty="0"/>
          </a:p>
          <a:p>
            <a:r>
              <a:rPr lang="en-GB" dirty="0"/>
              <a:t>You need only output </a:t>
            </a:r>
            <a:r>
              <a:rPr lang="en-GB" dirty="0" err="1"/>
              <a:t>studentno</a:t>
            </a:r>
            <a:r>
              <a:rPr lang="en-GB" dirty="0"/>
              <a:t>, </a:t>
            </a:r>
            <a:r>
              <a:rPr lang="en-GB" dirty="0" err="1"/>
              <a:t>firstname</a:t>
            </a:r>
            <a:r>
              <a:rPr lang="en-GB" dirty="0"/>
              <a:t> and </a:t>
            </a:r>
            <a:r>
              <a:rPr lang="en-GB" dirty="0" err="1"/>
              <a:t>lastname</a:t>
            </a:r>
            <a:r>
              <a:rPr lang="en-GB" dirty="0"/>
              <a:t>.</a:t>
            </a:r>
            <a:endParaRPr lang="en-IE" dirty="0"/>
          </a:p>
        </p:txBody>
      </p:sp>
      <p:sp>
        <p:nvSpPr>
          <p:cNvPr id="8" name="object 3">
            <a:extLst>
              <a:ext uri="{FF2B5EF4-FFF2-40B4-BE49-F238E27FC236}">
                <a16:creationId xmlns:a16="http://schemas.microsoft.com/office/drawing/2014/main" id="{35233A5A-1EB3-014C-A07A-79D401089037}"/>
              </a:ext>
            </a:extLst>
          </p:cNvPr>
          <p:cNvSpPr txBox="1">
            <a:spLocks/>
          </p:cNvSpPr>
          <p:nvPr/>
        </p:nvSpPr>
        <p:spPr>
          <a:xfrm>
            <a:off x="1073911" y="809580"/>
            <a:ext cx="7988934" cy="498475"/>
          </a:xfrm>
          <a:prstGeom prst="rect">
            <a:avLst/>
          </a:prstGeom>
        </p:spPr>
        <p:txBody>
          <a:bodyPr vert="horz" wrap="square" lIns="0" tIns="76833" rIns="0" bIns="0" rtlCol="0" anchor="ctr">
            <a:spAutoFit/>
          </a:bodyPr>
          <a:lstStyle>
            <a:lvl1pPr marL="154305" defTabSz="802020">
              <a:lnSpc>
                <a:spcPct val="100000"/>
              </a:lnSpc>
              <a:spcBef>
                <a:spcPts val="95"/>
              </a:spcBef>
              <a:buNone/>
              <a:defRPr sz="3859" b="1" spc="-20">
                <a:solidFill>
                  <a:srgbClr val="004C6C"/>
                </a:solidFill>
                <a:latin typeface="+mj-lt"/>
                <a:ea typeface="+mj-ea"/>
                <a:cs typeface="+mj-cs"/>
              </a:defRPr>
            </a:lvl1pPr>
          </a:lstStyle>
          <a:p>
            <a:r>
              <a:rPr lang="pt-BR" dirty="0" err="1"/>
              <a:t>Winter</a:t>
            </a:r>
            <a:r>
              <a:rPr lang="pt-BR" dirty="0"/>
              <a:t> </a:t>
            </a:r>
            <a:r>
              <a:rPr lang="pt-BR" dirty="0" err="1"/>
              <a:t>exam</a:t>
            </a:r>
            <a:r>
              <a:rPr lang="pt-BR" dirty="0"/>
              <a:t> – 2018/2019</a:t>
            </a:r>
          </a:p>
        </p:txBody>
      </p:sp>
      <p:sp>
        <p:nvSpPr>
          <p:cNvPr id="6" name="TextBox 5">
            <a:extLst>
              <a:ext uri="{FF2B5EF4-FFF2-40B4-BE49-F238E27FC236}">
                <a16:creationId xmlns:a16="http://schemas.microsoft.com/office/drawing/2014/main" id="{9D3E1D4F-4472-36F0-7649-27FAD9983E1C}"/>
              </a:ext>
            </a:extLst>
          </p:cNvPr>
          <p:cNvSpPr txBox="1"/>
          <p:nvPr/>
        </p:nvSpPr>
        <p:spPr>
          <a:xfrm>
            <a:off x="1844765" y="3645205"/>
            <a:ext cx="7086600" cy="2585323"/>
          </a:xfrm>
          <a:prstGeom prst="rect">
            <a:avLst/>
          </a:prstGeom>
          <a:noFill/>
        </p:spPr>
        <p:txBody>
          <a:bodyPr wrap="square">
            <a:spAutoFit/>
          </a:bodyPr>
          <a:lstStyle/>
          <a:p>
            <a:pPr>
              <a:buNone/>
            </a:pPr>
            <a:r>
              <a:rPr lang="en-IE" b="0" dirty="0">
                <a:solidFill>
                  <a:srgbClr val="0000FF"/>
                </a:solidFill>
                <a:effectLst/>
                <a:latin typeface="Menlo" panose="020B0609030804020204" pitchFamily="49" charset="0"/>
              </a:rPr>
              <a:t>SELECT</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studentno</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firstname</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lastname</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FROM</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teammember</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JOIN</a:t>
            </a:r>
            <a:r>
              <a:rPr lang="en-IE" b="0" dirty="0">
                <a:solidFill>
                  <a:srgbClr val="000000"/>
                </a:solidFill>
                <a:effectLst/>
                <a:latin typeface="Menlo" panose="020B0609030804020204" pitchFamily="49" charset="0"/>
              </a:rPr>
              <a:t> student </a:t>
            </a:r>
            <a:r>
              <a:rPr lang="en-IE" b="0" dirty="0">
                <a:solidFill>
                  <a:srgbClr val="0000FF"/>
                </a:solidFill>
                <a:effectLst/>
                <a:latin typeface="Menlo" panose="020B0609030804020204" pitchFamily="49" charset="0"/>
              </a:rPr>
              <a:t>USING</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studentno</a:t>
            </a:r>
            <a:r>
              <a:rPr lang="en-IE" b="0" dirty="0">
                <a:solidFill>
                  <a:srgbClr val="000000"/>
                </a:solidFill>
                <a:effectLst/>
                <a:latin typeface="Menlo" panose="020B0609030804020204" pitchFamily="49" charset="0"/>
              </a:rPr>
              <a:t>)</a:t>
            </a:r>
          </a:p>
          <a:p>
            <a:pPr>
              <a:buNone/>
            </a:pPr>
            <a:r>
              <a:rPr lang="en-IE" b="0" dirty="0">
                <a:solidFill>
                  <a:srgbClr val="0000FF"/>
                </a:solidFill>
                <a:effectLst/>
                <a:latin typeface="Menlo" panose="020B0609030804020204" pitchFamily="49" charset="0"/>
              </a:rPr>
              <a:t>WHERE</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teamrole</a:t>
            </a:r>
            <a:r>
              <a:rPr lang="en-IE" b="0" dirty="0">
                <a:solidFill>
                  <a:srgbClr val="000000"/>
                </a:solidFill>
                <a:effectLst/>
                <a:latin typeface="Menlo" panose="020B0609030804020204" pitchFamily="49" charset="0"/>
              </a:rPr>
              <a:t>=</a:t>
            </a:r>
            <a:r>
              <a:rPr lang="en-IE" b="0" dirty="0">
                <a:solidFill>
                  <a:srgbClr val="E21F1F"/>
                </a:solidFill>
                <a:effectLst/>
                <a:latin typeface="Menlo" panose="020B0609030804020204" pitchFamily="49" charset="0"/>
              </a:rPr>
              <a:t>'</a:t>
            </a:r>
            <a:r>
              <a:rPr lang="en-IE" b="0" dirty="0">
                <a:solidFill>
                  <a:srgbClr val="A31515"/>
                </a:solidFill>
                <a:effectLst/>
                <a:latin typeface="Menlo" panose="020B0609030804020204" pitchFamily="49" charset="0"/>
              </a:rPr>
              <a:t>Captain</a:t>
            </a:r>
            <a:r>
              <a:rPr lang="en-IE" b="0" dirty="0">
                <a:solidFill>
                  <a:srgbClr val="E21F1F"/>
                </a:solidFill>
                <a:effectLst/>
                <a:latin typeface="Menlo" panose="020B0609030804020204" pitchFamily="49" charset="0"/>
              </a:rPr>
              <a:t>'</a:t>
            </a:r>
            <a:endParaRPr lang="en-IE" b="0" dirty="0">
              <a:solidFill>
                <a:srgbClr val="000000"/>
              </a:solidFill>
              <a:effectLst/>
              <a:latin typeface="Menlo" panose="020B0609030804020204" pitchFamily="49" charset="0"/>
            </a:endParaRPr>
          </a:p>
          <a:p>
            <a:pPr>
              <a:buNone/>
            </a:pPr>
            <a:r>
              <a:rPr lang="en-IE" b="0" dirty="0">
                <a:solidFill>
                  <a:srgbClr val="000000"/>
                </a:solidFill>
                <a:effectLst/>
                <a:latin typeface="Menlo" panose="020B0609030804020204" pitchFamily="49" charset="0"/>
              </a:rPr>
              <a:t>INTERSECT</a:t>
            </a:r>
          </a:p>
          <a:p>
            <a:pPr>
              <a:buNone/>
            </a:pPr>
            <a:r>
              <a:rPr lang="en-IE" b="0" dirty="0">
                <a:solidFill>
                  <a:srgbClr val="0000FF"/>
                </a:solidFill>
                <a:effectLst/>
                <a:latin typeface="Menlo" panose="020B0609030804020204" pitchFamily="49" charset="0"/>
              </a:rPr>
              <a:t>SELECT</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studentno</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firstname</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lastname</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FROM</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teammember</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JOIN</a:t>
            </a:r>
            <a:r>
              <a:rPr lang="en-IE" b="0" dirty="0">
                <a:solidFill>
                  <a:srgbClr val="000000"/>
                </a:solidFill>
                <a:effectLst/>
                <a:latin typeface="Menlo" panose="020B0609030804020204" pitchFamily="49" charset="0"/>
              </a:rPr>
              <a:t> student </a:t>
            </a:r>
            <a:r>
              <a:rPr lang="en-IE" b="0" dirty="0">
                <a:solidFill>
                  <a:srgbClr val="0000FF"/>
                </a:solidFill>
                <a:effectLst/>
                <a:latin typeface="Menlo" panose="020B0609030804020204" pitchFamily="49" charset="0"/>
              </a:rPr>
              <a:t>USING</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studentno</a:t>
            </a:r>
            <a:r>
              <a:rPr lang="en-IE" b="0" dirty="0">
                <a:solidFill>
                  <a:srgbClr val="000000"/>
                </a:solidFill>
                <a:effectLst/>
                <a:latin typeface="Menlo" panose="020B0609030804020204" pitchFamily="49" charset="0"/>
              </a:rPr>
              <a:t>)</a:t>
            </a:r>
          </a:p>
          <a:p>
            <a:pPr>
              <a:buNone/>
            </a:pPr>
            <a:r>
              <a:rPr lang="en-IE" b="0" dirty="0">
                <a:solidFill>
                  <a:srgbClr val="0000FF"/>
                </a:solidFill>
                <a:effectLst/>
                <a:latin typeface="Menlo" panose="020B0609030804020204" pitchFamily="49" charset="0"/>
              </a:rPr>
              <a:t>WHERE</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teamrole</a:t>
            </a:r>
            <a:r>
              <a:rPr lang="en-IE" b="0" dirty="0">
                <a:solidFill>
                  <a:srgbClr val="000000"/>
                </a:solidFill>
                <a:effectLst/>
                <a:latin typeface="Menlo" panose="020B0609030804020204" pitchFamily="49" charset="0"/>
              </a:rPr>
              <a:t>=</a:t>
            </a:r>
            <a:r>
              <a:rPr lang="en-IE" b="0" dirty="0">
                <a:solidFill>
                  <a:srgbClr val="E21F1F"/>
                </a:solidFill>
                <a:effectLst/>
                <a:latin typeface="Menlo" panose="020B0609030804020204" pitchFamily="49" charset="0"/>
              </a:rPr>
              <a:t>'</a:t>
            </a:r>
            <a:r>
              <a:rPr lang="en-IE" b="0" dirty="0">
                <a:solidFill>
                  <a:srgbClr val="A31515"/>
                </a:solidFill>
                <a:effectLst/>
                <a:latin typeface="Menlo" panose="020B0609030804020204" pitchFamily="49" charset="0"/>
              </a:rPr>
              <a:t>Player’ </a:t>
            </a:r>
            <a:r>
              <a:rPr lang="en-IE" dirty="0">
                <a:solidFill>
                  <a:srgbClr val="0000FF"/>
                </a:solidFill>
                <a:latin typeface="Menlo" panose="020B0609030804020204" pitchFamily="49" charset="0"/>
              </a:rPr>
              <a:t>OR</a:t>
            </a:r>
            <a:r>
              <a:rPr lang="en-IE" b="0" dirty="0">
                <a:solidFill>
                  <a:srgbClr val="A31515"/>
                </a:solidFill>
                <a:effectLst/>
                <a:latin typeface="Menlo" panose="020B0609030804020204" pitchFamily="49" charset="0"/>
              </a:rPr>
              <a:t> </a:t>
            </a:r>
            <a:r>
              <a:rPr lang="en-IE" dirty="0" err="1">
                <a:solidFill>
                  <a:srgbClr val="000000"/>
                </a:solidFill>
                <a:latin typeface="Menlo" panose="020B0609030804020204" pitchFamily="49" charset="0"/>
              </a:rPr>
              <a:t>teamrole</a:t>
            </a:r>
            <a:r>
              <a:rPr lang="en-IE" b="0" dirty="0">
                <a:solidFill>
                  <a:srgbClr val="A31515"/>
                </a:solidFill>
                <a:effectLst/>
                <a:latin typeface="Menlo" panose="020B0609030804020204" pitchFamily="49" charset="0"/>
              </a:rPr>
              <a:t> </a:t>
            </a:r>
            <a:r>
              <a:rPr lang="en-IE" dirty="0">
                <a:solidFill>
                  <a:srgbClr val="0000FF"/>
                </a:solidFill>
                <a:latin typeface="Menlo" panose="020B0609030804020204" pitchFamily="49" charset="0"/>
              </a:rPr>
              <a:t>IS NULL</a:t>
            </a:r>
            <a:r>
              <a:rPr lang="en-IE" b="0" dirty="0">
                <a:solidFill>
                  <a:srgbClr val="A31515"/>
                </a:solidFill>
                <a:effectLst/>
                <a:latin typeface="Menlo" panose="020B0609030804020204" pitchFamily="49" charset="0"/>
              </a:rPr>
              <a:t>;</a:t>
            </a:r>
            <a:endParaRPr lang="en-IE" b="0" dirty="0">
              <a:solidFill>
                <a:srgbClr val="000000"/>
              </a:solidFill>
              <a:effectLst/>
              <a:latin typeface="Menlo" panose="020B0609030804020204" pitchFamily="49" charset="0"/>
            </a:endParaRPr>
          </a:p>
        </p:txBody>
      </p:sp>
    </p:spTree>
  </p:cSld>
  <p:clrMapOvr>
    <a:masterClrMapping/>
  </p:clrMapOvr>
</p:sld>
</file>

<file path=ppt/theme/theme1.xml><?xml version="1.0" encoding="utf-8"?>
<a:theme xmlns:a="http://schemas.openxmlformats.org/drawingml/2006/main" name="1_Office Theme">
  <a:themeElements>
    <a:clrScheme name="TU D SoC">
      <a:dk1>
        <a:sysClr val="windowText" lastClr="000000"/>
      </a:dk1>
      <a:lt1>
        <a:srgbClr val="FAFBFD"/>
      </a:lt1>
      <a:dk2>
        <a:srgbClr val="004C6C"/>
      </a:dk2>
      <a:lt2>
        <a:srgbClr val="FAFBFD"/>
      </a:lt2>
      <a:accent1>
        <a:srgbClr val="00A9B7"/>
      </a:accent1>
      <a:accent2>
        <a:srgbClr val="EB5793"/>
      </a:accent2>
      <a:accent3>
        <a:srgbClr val="B60057"/>
      </a:accent3>
      <a:accent4>
        <a:srgbClr val="CFC600"/>
      </a:accent4>
      <a:accent5>
        <a:srgbClr val="F49D6C"/>
      </a:accent5>
      <a:accent6>
        <a:srgbClr val="E94A41"/>
      </a:accent6>
      <a:hlink>
        <a:srgbClr val="6359A6"/>
      </a:hlink>
      <a:folHlink>
        <a:srgbClr val="837EBA"/>
      </a:folHlink>
    </a:clrScheme>
    <a:fontScheme name="Custom 3">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Template.pptx" id="{1030AF13-11A2-4D30-B9C0-58BDD3310C62}" vid="{869673E2-E34F-41F3-930E-D246E221063D}"/>
    </a:ext>
  </a:extLst>
</a:theme>
</file>

<file path=docProps/app.xml><?xml version="1.0" encoding="utf-8"?>
<Properties xmlns="http://schemas.openxmlformats.org/officeDocument/2006/extended-properties" xmlns:vt="http://schemas.openxmlformats.org/officeDocument/2006/docPropsVTypes">
  <Template/>
  <TotalTime>1761</TotalTime>
  <Words>2426</Words>
  <Application>Microsoft Macintosh PowerPoint</Application>
  <PresentationFormat>Custom</PresentationFormat>
  <Paragraphs>259</Paragraphs>
  <Slides>41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Calibri</vt:lpstr>
      <vt:lpstr>Courier New</vt:lpstr>
      <vt:lpstr>Helvetica</vt:lpstr>
      <vt:lpstr>Menlo</vt:lpstr>
      <vt:lpstr>Segoe UI</vt:lpstr>
      <vt:lpstr>Symbol</vt:lpstr>
      <vt:lpstr>Times New Roman</vt:lpstr>
      <vt:lpstr>1_Office Theme</vt:lpstr>
      <vt:lpstr>Module review – part 2  Dr Mariana Rocha School of Computer Science</vt:lpstr>
      <vt:lpstr>Inserting data</vt:lpstr>
      <vt:lpstr>Winter exam – 2023/24</vt:lpstr>
      <vt:lpstr>Winter exam – 2023/24</vt:lpstr>
      <vt:lpstr>Winter exam – 2023/24</vt:lpstr>
      <vt:lpstr>Using the NULL Conditions</vt:lpstr>
      <vt:lpstr>Using the NULL Conditions</vt:lpstr>
      <vt:lpstr>Winter exam – 2023/24</vt:lpstr>
      <vt:lpstr>Winter exam – 2023/24</vt:lpstr>
      <vt:lpstr>SQL Functions</vt:lpstr>
      <vt:lpstr>Two Types of SQL Functions</vt:lpstr>
      <vt:lpstr>Winter exam – 2024/25</vt:lpstr>
      <vt:lpstr>Winter exam – 2024/25</vt:lpstr>
      <vt:lpstr>Types of Group Functions</vt:lpstr>
      <vt:lpstr>Restricting group results with the HAVING clause</vt:lpstr>
      <vt:lpstr>Winter exam – 2016/2017</vt:lpstr>
      <vt:lpstr>Winter exam – 2016/2017</vt:lpstr>
      <vt:lpstr>Winter exam – 2023/2024</vt:lpstr>
      <vt:lpstr>JOINS</vt:lpstr>
      <vt:lpstr>Inner join</vt:lpstr>
      <vt:lpstr>Full outer join</vt:lpstr>
      <vt:lpstr>Left outer join</vt:lpstr>
      <vt:lpstr>Right outer join</vt:lpstr>
      <vt:lpstr>Winter exam – 2022/2023</vt:lpstr>
      <vt:lpstr>Winter exam – 2022/2023</vt:lpstr>
      <vt:lpstr>Winter exam – 2022/2023</vt:lpstr>
      <vt:lpstr>Winter exam – 2022/2023</vt:lpstr>
      <vt:lpstr>Semester 2 exam – 2024/2025 – TU857</vt:lpstr>
      <vt:lpstr>Semester 2 exam – 2024/2025 – TU857</vt:lpstr>
      <vt:lpstr>Semester 2 exam – 2024/2025 – TU857</vt:lpstr>
      <vt:lpstr>VIEWS</vt:lpstr>
      <vt:lpstr>Defining Views</vt:lpstr>
      <vt:lpstr>Winter exam – 2018/2019</vt:lpstr>
      <vt:lpstr>PowerPoint Presentation</vt:lpstr>
      <vt:lpstr>PowerPoint Presentation</vt:lpstr>
      <vt:lpstr>Using the UNION Operator</vt:lpstr>
      <vt:lpstr>Using the UNION ALL Operator</vt:lpstr>
      <vt:lpstr>Using the INTERSECT Operator</vt:lpstr>
      <vt:lpstr>EXCEPT Operator</vt:lpstr>
      <vt:lpstr>Winter exam – 2018/2019</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dc:title>
  <dc:creator>Emma Murphy</dc:creator>
  <cp:lastModifiedBy>Mariana Rocha</cp:lastModifiedBy>
  <cp:revision>52</cp:revision>
  <dcterms:created xsi:type="dcterms:W3CDTF">2021-11-30T12:45:42Z</dcterms:created>
  <dcterms:modified xsi:type="dcterms:W3CDTF">2025-11-26T15:44:55Z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2020-12-07T00:00:00Z</vt:filetime>
  </property>
  <property fmtid="{D5CDD505-2E9C-101B-9397-08002B2CF9AE}" pid="3" name="Creator">
    <vt:lpwstr>PowerPoint</vt:lpwstr>
  </property>
  <property fmtid="{D5CDD505-2E9C-101B-9397-08002B2CF9AE}" pid="4" name="LastSaved">
    <vt:filetime>2021-11-30T00:00:00Z</vt:filetime>
  </property>
</Properties>
</file>